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57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504">
          <p15:clr>
            <a:srgbClr val="9AA0A6"/>
          </p15:clr>
        </p15:guide>
        <p15:guide id="4" pos="28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57" orient="horz"/>
        <p:guide pos="2880"/>
        <p:guide pos="504" orient="horz"/>
        <p:guide pos="2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e42d677099_0_1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e42d677099_0_1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b818196f2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5" name="Google Shape;1105;gb818196f2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Thank everyone at the times for their support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My girlfriend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It’s been a crazy few year</a:t>
            </a:r>
            <a:br>
              <a:rPr lang="en">
                <a:solidFill>
                  <a:schemeClr val="dk1"/>
                </a:solidFill>
              </a:rPr>
            </a:br>
            <a:r>
              <a:rPr lang="en"/>
              <a:t>A quick moment of retrospection Mr Rogers </a:t>
            </a:r>
            <a:br>
              <a:rPr lang="en"/>
            </a:br>
            <a:r>
              <a:rPr lang="en"/>
              <a:t>15 seconds</a:t>
            </a:r>
            <a:br>
              <a:rPr lang="en"/>
            </a:b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e16a03969d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ge16a03969d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IFF and the hard question?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They liked me they really liked me!</a:t>
            </a:r>
            <a:br>
              <a:rPr lang="en"/>
            </a:br>
            <a:r>
              <a:rPr lang="en"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Def con</a:t>
            </a:r>
            <a:br>
              <a:rPr lang="en"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Hacker Foundation</a:t>
            </a:r>
            <a:br>
              <a:rPr lang="en"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Work Work</a:t>
            </a:r>
            <a:br>
              <a:rPr lang="en"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Internet Freedom Festival</a:t>
            </a:r>
            <a:br>
              <a:rPr lang="en"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New York Times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b818196f2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b818196f2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f01f3f5ae6456e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f01f3f5ae6456e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They are an engaged audience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gb818196f2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5" name="Google Shape;1155;gb818196f2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e42d67709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e42d67709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ibre Franklin"/>
              <a:buChar char="●"/>
            </a:pPr>
            <a:r>
              <a:rPr lang="en" sz="19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One small part of a larger team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ge43adbb1f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9" name="Google Shape;1179;ge43adbb1f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Journalist </a:t>
            </a:r>
            <a:r>
              <a:rPr lang="en"/>
              <a:t>Security</a:t>
            </a:r>
            <a:r>
              <a:rPr lang="en"/>
              <a:t> not journalism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e168c5b00e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4" name="Google Shape;1184;ge168c5b00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highlight>
                  <a:srgbClr val="FFFFFF"/>
                </a:highlight>
              </a:rPr>
              <a:t>We protect journalist and journalists protect journalism.</a:t>
            </a:r>
            <a:br>
              <a:rPr lang="en">
                <a:solidFill>
                  <a:srgbClr val="222222"/>
                </a:solidFill>
                <a:highlight>
                  <a:srgbClr val="FFFFFF"/>
                </a:highlight>
              </a:rPr>
            </a:br>
            <a:endParaRPr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highlight>
                  <a:srgbClr val="FFFFFF"/>
                </a:highlight>
              </a:rPr>
              <a:t>repressive governments are too often willing to kill journalists to keep their citizens in the dark about their actions.</a:t>
            </a:r>
            <a:endParaRPr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66 journalists lost </a:t>
            </a:r>
            <a:r>
              <a:rPr lang="en"/>
              <a:t>their</a:t>
            </a:r>
            <a:r>
              <a:rPr lang="en"/>
              <a:t> lives reporting in 2020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died in Ukraine just recently while covering a public event.</a:t>
            </a:r>
            <a:br>
              <a:rPr lang="en"/>
            </a:br>
            <a:br>
              <a:rPr lang="en"/>
            </a:br>
            <a:br>
              <a:rPr lang="en" sz="14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endParaRPr sz="14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e42d677099_0_3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3" name="Google Shape;1213;ge42d677099_0_3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e2e32eddf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ge2e32eddf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items highlighted in bold are really in the domain that an infosec team could address.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e42d67709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4" name="Google Shape;1254;ge42d67709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 you Lucy @ CPJ</a:t>
            </a:r>
            <a:br>
              <a:rPr lang="en"/>
            </a:br>
            <a:br>
              <a:rPr lang="en"/>
            </a:br>
            <a:r>
              <a:rPr lang="en">
                <a:solidFill>
                  <a:schemeClr val="dk1"/>
                </a:solidFill>
              </a:rPr>
              <a:t>63% have been harassed online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58% have been harassed in person.</a:t>
            </a:r>
            <a:br>
              <a:rPr lang="en"/>
            </a:br>
            <a:r>
              <a:rPr lang="en"/>
              <a:t>26% of journalist have been physically attacked.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Let this sink in!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IF you’re a female journalists these number go up!</a:t>
            </a:r>
            <a:br>
              <a:rPr lang="en"/>
            </a:br>
            <a:r>
              <a:rPr lang="en" sz="1400">
                <a:solidFill>
                  <a:srgbClr val="202124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International Women's Media Foundation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Nearly two-thirds of women respondents say they have been threatened or harassed online at least once.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One in 10 respondents has experienced a death threat in the past year IWMF</a:t>
            </a:r>
            <a:br>
              <a:rPr lang="en">
                <a:solidFill>
                  <a:schemeClr val="dk1"/>
                </a:solidFill>
              </a:rPr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ge43adbb1f0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1" name="Google Shape;1261;ge43adbb1f0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Divide professional and personal!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e43adbb1f0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8" name="Google Shape;1268;ge43adbb1f0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we look at the competing interests in the newsroom we see that ultimately the final say deciduous is with the journalist.</a:t>
            </a:r>
            <a:br>
              <a:rPr lang="en"/>
            </a:br>
            <a:r>
              <a:rPr lang="en"/>
              <a:t> The best we as a infosec team can do is prepare them with the best tools and knowledge available.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e43adbb1f0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e43adbb1f0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the most high tech people</a:t>
            </a:r>
            <a:br>
              <a:rPr lang="en"/>
            </a:br>
            <a:r>
              <a:rPr lang="en"/>
              <a:t>But they are curious and persistent</a:t>
            </a:r>
            <a:br>
              <a:rPr lang="en"/>
            </a:br>
            <a:r>
              <a:rPr lang="en"/>
              <a:t>Make security tools usable!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f01f3f5ae6456e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f01f3f5ae6456e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the most high tech people</a:t>
            </a:r>
            <a:br>
              <a:rPr lang="en"/>
            </a:br>
            <a:r>
              <a:rPr lang="en"/>
              <a:t>But they are curious and persistent</a:t>
            </a:r>
            <a:br>
              <a:rPr lang="en"/>
            </a:br>
            <a:r>
              <a:rPr lang="en"/>
              <a:t>Make </a:t>
            </a:r>
            <a:r>
              <a:rPr lang="en"/>
              <a:t>security tools usable!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e43adbb1f0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ge43adbb1f0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Buty go where the sources is..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gb7fa379af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1" name="Google Shape;1291;gb7fa379af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Buty go where the sources is..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ge43adbb1f0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7" name="Google Shape;1297;ge43adbb1f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Buty go where the sources is..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ge43adbb1f0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3" name="Google Shape;1303;ge43adbb1f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Buty go where the sources is..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ge43adbb1f0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9" name="Google Shape;1309;ge43adbb1f0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Buty go where the sources is..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ge43adbb1f0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5" name="Google Shape;1315;ge43adbb1f0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Buty go where the sources is..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ge43adbb1f0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1" name="Google Shape;1321;ge43adbb1f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Buty go where the sources is..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e43adbb1f0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7" name="Google Shape;1327;ge43adbb1f0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Divide your personal and private assets.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ge43adbb1f0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3" name="Google Shape;1333;ge43adbb1f0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Buty go where the sources is..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ge43adbb1f0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9" name="Google Shape;1339;ge43adbb1f0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Buty go where the sources is..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Divide</a:t>
            </a:r>
            <a:r>
              <a:rPr lang="en"/>
              <a:t> your personal and prof</a:t>
            </a:r>
            <a:r>
              <a:rPr lang="en"/>
              <a:t>essional assets.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e43adbb1f0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e43adbb1f0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go where the sources is..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ge43adbb1f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1" name="Google Shape;1351;ge43adbb1f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</a:t>
            </a:r>
            <a:r>
              <a:rPr lang="en"/>
              <a:t> security </a:t>
            </a:r>
            <a:r>
              <a:rPr lang="en"/>
              <a:t>communications</a:t>
            </a:r>
            <a:r>
              <a:rPr lang="en"/>
              <a:t> </a:t>
            </a:r>
            <a:r>
              <a:rPr lang="en"/>
              <a:t>with</a:t>
            </a:r>
            <a:r>
              <a:rPr lang="en"/>
              <a:t> your reports P.S.I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b7fa379af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7" name="Google Shape;1357;gb7fa379af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SecureDrop Freedom of The Press Foundation</a:t>
            </a:r>
            <a:br>
              <a:rPr lang="en"/>
            </a:br>
            <a:r>
              <a:rPr lang="en"/>
              <a:t>The grey business of the grey lady?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f01f3f5ae6456e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4" name="Google Shape;1364;gf01f3f5ae6456e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Bellingcat has there own list of tools that need </a:t>
            </a:r>
            <a:r>
              <a:rPr lang="en"/>
              <a:t>improvement</a:t>
            </a:r>
            <a:r>
              <a:rPr lang="en"/>
              <a:t>..check out there website</a:t>
            </a:r>
            <a:br>
              <a:rPr lang="en"/>
            </a:br>
            <a:r>
              <a:rPr lang="en"/>
              <a:t>https://www.bellingcat.com/resources/2021/07/06/help-bellingcat-build-tools-for-open-source-investigators/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gb7fa379af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0" name="Google Shape;1370;gb7fa379af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Committee</a:t>
            </a:r>
            <a:r>
              <a:rPr lang="en" sz="1400"/>
              <a:t> to protect journalists</a:t>
            </a:r>
            <a:br>
              <a:rPr lang="en" sz="1400"/>
            </a:br>
            <a:r>
              <a:rPr lang="en" sz="1400"/>
              <a:t>reporters sans frontieres</a:t>
            </a:r>
            <a:br>
              <a:rPr lang="en" sz="1400"/>
            </a:br>
            <a:r>
              <a:rPr lang="en" sz="1400">
                <a:solidFill>
                  <a:srgbClr val="4D515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International Federation of Journalists</a:t>
            </a:r>
            <a:endParaRPr sz="1400">
              <a:solidFill>
                <a:srgbClr val="4D515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International Women's Media Foundation</a:t>
            </a:r>
            <a:br>
              <a:rPr lang="en" sz="140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n" sz="1400">
                <a:solidFill>
                  <a:srgbClr val="202124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Freedom of the press foundation</a:t>
            </a:r>
            <a:endParaRPr sz="1400">
              <a:solidFill>
                <a:srgbClr val="4D515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e16a03969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6" name="Google Shape;1376;ge16a03969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gf01f3f5ae6456e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2" name="Google Shape;1382;gf01f3f5ae6456e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4D515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We don’t always get it right!</a:t>
            </a:r>
            <a:br>
              <a:rPr lang="en" sz="1050">
                <a:solidFill>
                  <a:srgbClr val="4D515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n" sz="1050">
                <a:solidFill>
                  <a:srgbClr val="4D515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Misinformation is false, inaccurate, or misleading information that is communicated regardless of an intention to deceive.</a:t>
            </a:r>
            <a:br>
              <a:rPr lang="en" sz="1050">
                <a:solidFill>
                  <a:srgbClr val="4D515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n" sz="1050">
                <a:solidFill>
                  <a:srgbClr val="4D515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Disinformation is false or misleading information that is spread deliberately to deceive. This is a subset of </a:t>
            </a:r>
            <a:r>
              <a:rPr lang="en" sz="1050">
                <a:solidFill>
                  <a:srgbClr val="4D515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misinformation</a:t>
            </a:r>
            <a:endParaRPr sz="1050">
              <a:solidFill>
                <a:srgbClr val="4D515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4D515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lang="en" sz="1050">
                <a:solidFill>
                  <a:srgbClr val="4D515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information</a:t>
            </a:r>
            <a:r>
              <a:rPr lang="en" sz="1050">
                <a:solidFill>
                  <a:srgbClr val="4D515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presents in a news article is intend to be accurate and provide balanced context.</a:t>
            </a:r>
            <a:endParaRPr sz="1050">
              <a:solidFill>
                <a:srgbClr val="4D515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D515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4D515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But!</a:t>
            </a:r>
            <a:endParaRPr sz="1050">
              <a:solidFill>
                <a:srgbClr val="4D515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4D515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We don’t get it right. But we try.</a:t>
            </a:r>
            <a:endParaRPr sz="1050">
              <a:solidFill>
                <a:srgbClr val="4D5156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gf01f3f5ae6456e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8" name="Google Shape;1388;gf01f3f5ae6456e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6363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chemeClr val="dk1"/>
                </a:solidFill>
                <a:highlight>
                  <a:schemeClr val="lt1"/>
                </a:highlight>
              </a:rPr>
              <a:t>News story:</a:t>
            </a: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</a:rPr>
              <a:t> An account of events prepared by a reporter or team of reporters. It is our best effort to present true facts in real time</a:t>
            </a:r>
            <a:br>
              <a:rPr lang="en" sz="8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b="1" lang="en" sz="800">
                <a:solidFill>
                  <a:schemeClr val="dk1"/>
                </a:solidFill>
                <a:highlight>
                  <a:schemeClr val="lt1"/>
                </a:highlight>
              </a:rPr>
              <a:t>Editorial:</a:t>
            </a: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</a:rPr>
              <a:t> An opinion about a matter of public interest or policy that is written by an editorial board. Editorials are not unbiased; they represent the paper's advocacy for insights and ideas that cannot be expressed in news reporting, in which competing ideas are typically treated as equal.</a:t>
            </a:r>
            <a:br>
              <a:rPr lang="en" sz="8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b="1" lang="en" sz="800">
                <a:solidFill>
                  <a:schemeClr val="dk1"/>
                </a:solidFill>
                <a:highlight>
                  <a:schemeClr val="lt1"/>
                </a:highlight>
              </a:rPr>
              <a:t>Column:</a:t>
            </a: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</a:rPr>
              <a:t> Combines reporting, storytelling and commentary to make a point. Unlike reporters, columnists are allowed to include their opinions. Columnists in the Union-Tribune are identified clearly to set them apart from news reporters.</a:t>
            </a:r>
            <a:br>
              <a:rPr lang="en" sz="8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b="1" lang="en" sz="800">
                <a:solidFill>
                  <a:schemeClr val="dk1"/>
                </a:solidFill>
                <a:highlight>
                  <a:schemeClr val="lt1"/>
                </a:highlight>
              </a:rPr>
              <a:t>News analysis:</a:t>
            </a: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</a:rPr>
              <a:t> An interpretation of news events using context, trends and data often seen in other media. Because they cross into opinion, these rarely are used in the Union-Tribune's news sections.</a:t>
            </a:r>
            <a:br>
              <a:rPr lang="en" sz="8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b="1" lang="en" sz="800">
                <a:solidFill>
                  <a:schemeClr val="dk1"/>
                </a:solidFill>
                <a:highlight>
                  <a:schemeClr val="lt1"/>
                </a:highlight>
              </a:rPr>
              <a:t>Letter to the editor or comment:</a:t>
            </a: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</a:rPr>
              <a:t> A reader's written opinion that is submitted by mail or email or posted in response to a story in our paper or on our website.</a:t>
            </a:r>
            <a:br>
              <a:rPr lang="en" sz="800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b="1" lang="en" sz="800">
                <a:solidFill>
                  <a:schemeClr val="dk1"/>
                </a:solidFill>
                <a:highlight>
                  <a:schemeClr val="lt1"/>
                </a:highlight>
              </a:rPr>
              <a:t>Op-ed or commentary:</a:t>
            </a:r>
            <a:r>
              <a:rPr lang="en" sz="800">
                <a:solidFill>
                  <a:schemeClr val="dk1"/>
                </a:solidFill>
                <a:highlight>
                  <a:schemeClr val="lt1"/>
                </a:highlight>
              </a:rPr>
              <a:t> An essay that presents the opinion or perspective of someone with insight on the news, usually a stakeholder or expert in the field.</a:t>
            </a:r>
            <a:endParaRPr sz="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ge41824e7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4" name="Google Shape;1394;ge41824e7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2 Title with Subtitle on Black">
  <p:cSld name="CUSTOM_3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365075" y="237800"/>
            <a:ext cx="7188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2" type="title"/>
          </p:nvPr>
        </p:nvSpPr>
        <p:spPr>
          <a:xfrm>
            <a:off x="365075" y="849800"/>
            <a:ext cx="7188000" cy="16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5075" y="3460575"/>
            <a:ext cx="42069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3" type="subTitle"/>
          </p:nvPr>
        </p:nvSpPr>
        <p:spPr>
          <a:xfrm>
            <a:off x="365075" y="3773525"/>
            <a:ext cx="42069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2 Title with Subtitle on White">
  <p:cSld name="CUSTOM_31_1">
    <p:bg>
      <p:bgPr>
        <a:solidFill>
          <a:srgbClr val="FFFFFF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5075" y="237800"/>
            <a:ext cx="7188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2" type="title"/>
          </p:nvPr>
        </p:nvSpPr>
        <p:spPr>
          <a:xfrm>
            <a:off x="365075" y="849800"/>
            <a:ext cx="7188000" cy="16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65075" y="3460575"/>
            <a:ext cx="42069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3" type="subTitle"/>
          </p:nvPr>
        </p:nvSpPr>
        <p:spPr>
          <a:xfrm>
            <a:off x="365075" y="3773525"/>
            <a:ext cx="42069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Longer Title on Black">
  <p:cSld name="CUSTOM_74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65075" y="237800"/>
            <a:ext cx="7188000" cy="14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365075" y="3460575"/>
            <a:ext cx="42069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2" type="subTitle"/>
          </p:nvPr>
        </p:nvSpPr>
        <p:spPr>
          <a:xfrm>
            <a:off x="365075" y="3773525"/>
            <a:ext cx="42069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Longer Title on White">
  <p:cSld name="CUSTOM_74_1"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65075" y="237800"/>
            <a:ext cx="7188000" cy="14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1" type="subTitle"/>
          </p:nvPr>
        </p:nvSpPr>
        <p:spPr>
          <a:xfrm>
            <a:off x="365075" y="3460575"/>
            <a:ext cx="42069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2" type="subTitle"/>
          </p:nvPr>
        </p:nvSpPr>
        <p:spPr>
          <a:xfrm>
            <a:off x="365075" y="3773525"/>
            <a:ext cx="42069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27" name="Google Shape;2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3 Title with Longer Subtitle on Black">
  <p:cSld name="CUSTOM_8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65075" y="798950"/>
            <a:ext cx="7188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2" type="title"/>
          </p:nvPr>
        </p:nvSpPr>
        <p:spPr>
          <a:xfrm>
            <a:off x="365075" y="1427225"/>
            <a:ext cx="7188000" cy="16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365075" y="238000"/>
            <a:ext cx="24330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3" type="subTitle"/>
          </p:nvPr>
        </p:nvSpPr>
        <p:spPr>
          <a:xfrm>
            <a:off x="365075" y="3463550"/>
            <a:ext cx="42069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3 Title with Longer Subtitle on White">
  <p:cSld name="CUSTOM_8_1"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65075" y="798950"/>
            <a:ext cx="7188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2" type="title"/>
          </p:nvPr>
        </p:nvSpPr>
        <p:spPr>
          <a:xfrm>
            <a:off x="365075" y="1427225"/>
            <a:ext cx="7188000" cy="16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6" name="Google Shape;36;p7"/>
          <p:cNvSpPr txBox="1"/>
          <p:nvPr>
            <p:ph idx="1" type="subTitle"/>
          </p:nvPr>
        </p:nvSpPr>
        <p:spPr>
          <a:xfrm>
            <a:off x="365075" y="238000"/>
            <a:ext cx="24330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7" name="Google Shape;37;p7"/>
          <p:cNvSpPr txBox="1"/>
          <p:nvPr>
            <p:ph idx="3" type="subTitle"/>
          </p:nvPr>
        </p:nvSpPr>
        <p:spPr>
          <a:xfrm>
            <a:off x="365075" y="3463550"/>
            <a:ext cx="42069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38" name="Google Shape;3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Chapter Opener on Black">
  <p:cSld name="CUSTOM_9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365075" y="255575"/>
            <a:ext cx="60723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1" name="Google Shape;41;p8"/>
          <p:cNvSpPr txBox="1"/>
          <p:nvPr>
            <p:ph idx="2" type="title"/>
          </p:nvPr>
        </p:nvSpPr>
        <p:spPr>
          <a:xfrm>
            <a:off x="365075" y="831450"/>
            <a:ext cx="6072300" cy="17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Chapter Opener on White">
  <p:cSld name="CUSTOM_9_2">
    <p:bg>
      <p:bgPr>
        <a:solidFill>
          <a:srgbClr val="FFFFFF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title"/>
          </p:nvPr>
        </p:nvSpPr>
        <p:spPr>
          <a:xfrm>
            <a:off x="365075" y="255575"/>
            <a:ext cx="60723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title"/>
          </p:nvPr>
        </p:nvSpPr>
        <p:spPr>
          <a:xfrm>
            <a:off x="365075" y="831450"/>
            <a:ext cx="6072300" cy="17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45" name="Google Shape;4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2 Table of Contents on Black">
  <p:cSld name="CUSTOM_9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365075" y="831450"/>
            <a:ext cx="6081600" cy="30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8" name="Google Shape;48;p10"/>
          <p:cNvSpPr txBox="1"/>
          <p:nvPr>
            <p:ph idx="1" type="subTitle"/>
          </p:nvPr>
        </p:nvSpPr>
        <p:spPr>
          <a:xfrm>
            <a:off x="365075" y="238000"/>
            <a:ext cx="24330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2 Table of Contents on White">
  <p:cSld name="CUSTOM_9_1_1"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type="title"/>
          </p:nvPr>
        </p:nvSpPr>
        <p:spPr>
          <a:xfrm>
            <a:off x="365075" y="831450"/>
            <a:ext cx="6081600" cy="30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" type="subTitle"/>
          </p:nvPr>
        </p:nvSpPr>
        <p:spPr>
          <a:xfrm>
            <a:off x="365075" y="238000"/>
            <a:ext cx="24330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52" name="Google Shape;5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3 Big Statement with Small Header on Black">
  <p:cSld name="TITLE_1_1_1_1_1_1_1"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" type="subTitle"/>
          </p:nvPr>
        </p:nvSpPr>
        <p:spPr>
          <a:xfrm>
            <a:off x="367725" y="871650"/>
            <a:ext cx="7276800" cy="26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5" name="Google Shape;55;p12"/>
          <p:cNvSpPr txBox="1"/>
          <p:nvPr>
            <p:ph idx="2" type="subTitle"/>
          </p:nvPr>
        </p:nvSpPr>
        <p:spPr>
          <a:xfrm>
            <a:off x="365075" y="238000"/>
            <a:ext cx="24330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3 Big Statement with Small Header on White">
  <p:cSld name="TITLE_1_1_1_1_1_1_1_2"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67725" y="871650"/>
            <a:ext cx="7276800" cy="26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idx="2" type="subTitle"/>
          </p:nvPr>
        </p:nvSpPr>
        <p:spPr>
          <a:xfrm>
            <a:off x="365075" y="238000"/>
            <a:ext cx="24330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59" name="Google Shape;59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4 Big Statement on Black">
  <p:cSld name="CUSTOM_39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67725" y="876425"/>
            <a:ext cx="7276500" cy="25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2" name="Google Shape;62;p14"/>
          <p:cNvSpPr txBox="1"/>
          <p:nvPr>
            <p:ph idx="2" type="subTitle"/>
          </p:nvPr>
        </p:nvSpPr>
        <p:spPr>
          <a:xfrm>
            <a:off x="373075" y="289450"/>
            <a:ext cx="41988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4 Big Statement/Quote on White">
  <p:cSld name="CUSTOM_39_1"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367725" y="876425"/>
            <a:ext cx="7276500" cy="25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2" type="subTitle"/>
          </p:nvPr>
        </p:nvSpPr>
        <p:spPr>
          <a:xfrm>
            <a:off x="373075" y="289450"/>
            <a:ext cx="41988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pic>
        <p:nvPicPr>
          <p:cNvPr id="66" name="Google Shape;66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5 Credited Quote on Black">
  <p:cSld name="CUSTOM_69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idx="1" type="subTitle"/>
          </p:nvPr>
        </p:nvSpPr>
        <p:spPr>
          <a:xfrm>
            <a:off x="276275" y="866750"/>
            <a:ext cx="7276800" cy="16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9" name="Google Shape;69;p16"/>
          <p:cNvSpPr txBox="1"/>
          <p:nvPr>
            <p:ph idx="2" type="subTitle"/>
          </p:nvPr>
        </p:nvSpPr>
        <p:spPr>
          <a:xfrm>
            <a:off x="424625" y="2524125"/>
            <a:ext cx="60858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5 Credited Quote on White">
  <p:cSld name="CUSTOM_69_1"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idx="1" type="subTitle"/>
          </p:nvPr>
        </p:nvSpPr>
        <p:spPr>
          <a:xfrm>
            <a:off x="276275" y="866750"/>
            <a:ext cx="7276800" cy="16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2" name="Google Shape;72;p17"/>
          <p:cNvSpPr txBox="1"/>
          <p:nvPr>
            <p:ph idx="2" type="subTitle"/>
          </p:nvPr>
        </p:nvSpPr>
        <p:spPr>
          <a:xfrm>
            <a:off x="424625" y="2524125"/>
            <a:ext cx="60858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73" name="Google Shape;73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6 Longer Credited Quote on Black">
  <p:cSld name="CUSTOM_75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idx="1" type="subTitle"/>
          </p:nvPr>
        </p:nvSpPr>
        <p:spPr>
          <a:xfrm>
            <a:off x="276275" y="866725"/>
            <a:ext cx="7276800" cy="21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6" name="Google Shape;76;p18"/>
          <p:cNvSpPr txBox="1"/>
          <p:nvPr>
            <p:ph idx="2" type="subTitle"/>
          </p:nvPr>
        </p:nvSpPr>
        <p:spPr>
          <a:xfrm>
            <a:off x="414200" y="3477575"/>
            <a:ext cx="60858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6 Longer Credited Quote on White">
  <p:cSld name="CUSTOM_75_1">
    <p:bg>
      <p:bgPr>
        <a:solidFill>
          <a:srgbClr val="FFFFFF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/>
          <p:nvPr>
            <p:ph idx="1" type="subTitle"/>
          </p:nvPr>
        </p:nvSpPr>
        <p:spPr>
          <a:xfrm>
            <a:off x="276275" y="866725"/>
            <a:ext cx="7276800" cy="20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79" name="Google Shape;79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9"/>
          <p:cNvSpPr txBox="1"/>
          <p:nvPr>
            <p:ph idx="2" type="subTitle"/>
          </p:nvPr>
        </p:nvSpPr>
        <p:spPr>
          <a:xfrm>
            <a:off x="414200" y="3477575"/>
            <a:ext cx="60858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7 Bulleted List on Black">
  <p:cSld name="CUSTOM_2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/>
          <p:nvPr>
            <p:ph idx="1" type="subTitle"/>
          </p:nvPr>
        </p:nvSpPr>
        <p:spPr>
          <a:xfrm>
            <a:off x="370575" y="887275"/>
            <a:ext cx="6075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3" name="Google Shape;83;p20"/>
          <p:cNvSpPr txBox="1"/>
          <p:nvPr>
            <p:ph idx="2" type="subTitle"/>
          </p:nvPr>
        </p:nvSpPr>
        <p:spPr>
          <a:xfrm>
            <a:off x="370575" y="1576225"/>
            <a:ext cx="72738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4" name="Google Shape;84;p20"/>
          <p:cNvSpPr txBox="1"/>
          <p:nvPr>
            <p:ph idx="3" type="subTitle"/>
          </p:nvPr>
        </p:nvSpPr>
        <p:spPr>
          <a:xfrm>
            <a:off x="365075" y="238000"/>
            <a:ext cx="24330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7 Bulleted List on White">
  <p:cSld name="CUSTOM_21_1"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/>
          <p:nvPr>
            <p:ph idx="1" type="subTitle"/>
          </p:nvPr>
        </p:nvSpPr>
        <p:spPr>
          <a:xfrm>
            <a:off x="370575" y="887275"/>
            <a:ext cx="60759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7" name="Google Shape;87;p21"/>
          <p:cNvSpPr txBox="1"/>
          <p:nvPr>
            <p:ph idx="2" type="subTitle"/>
          </p:nvPr>
        </p:nvSpPr>
        <p:spPr>
          <a:xfrm>
            <a:off x="370575" y="1576225"/>
            <a:ext cx="72738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8" name="Google Shape;88;p21"/>
          <p:cNvSpPr txBox="1"/>
          <p:nvPr>
            <p:ph idx="3" type="subTitle"/>
          </p:nvPr>
        </p:nvSpPr>
        <p:spPr>
          <a:xfrm>
            <a:off x="365075" y="238000"/>
            <a:ext cx="24330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89" name="Google Shape;8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7 Three Columns on Black">
  <p:cSld name="CUSTOM_24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/>
          <p:nvPr>
            <p:ph idx="1" type="subTitle"/>
          </p:nvPr>
        </p:nvSpPr>
        <p:spPr>
          <a:xfrm>
            <a:off x="365075" y="499450"/>
            <a:ext cx="48654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92" name="Google Shape;92;p22"/>
          <p:cNvSpPr txBox="1"/>
          <p:nvPr>
            <p:ph idx="2" type="subTitle"/>
          </p:nvPr>
        </p:nvSpPr>
        <p:spPr>
          <a:xfrm>
            <a:off x="365075" y="289450"/>
            <a:ext cx="42069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93" name="Google Shape;93;p22"/>
          <p:cNvSpPr txBox="1"/>
          <p:nvPr>
            <p:ph idx="3" type="subTitle"/>
          </p:nvPr>
        </p:nvSpPr>
        <p:spPr>
          <a:xfrm>
            <a:off x="367925" y="16045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4" name="Google Shape;94;p22"/>
          <p:cNvSpPr txBox="1"/>
          <p:nvPr>
            <p:ph idx="4" type="subTitle"/>
          </p:nvPr>
        </p:nvSpPr>
        <p:spPr>
          <a:xfrm>
            <a:off x="3414575" y="16045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5" name="Google Shape;95;p22"/>
          <p:cNvSpPr txBox="1"/>
          <p:nvPr>
            <p:ph idx="5" type="subTitle"/>
          </p:nvPr>
        </p:nvSpPr>
        <p:spPr>
          <a:xfrm>
            <a:off x="6461250" y="16045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6" name="Google Shape;96;p22"/>
          <p:cNvSpPr txBox="1"/>
          <p:nvPr>
            <p:ph idx="6" type="subTitle"/>
          </p:nvPr>
        </p:nvSpPr>
        <p:spPr>
          <a:xfrm>
            <a:off x="367925" y="1876600"/>
            <a:ext cx="23388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7" name="Google Shape;97;p22"/>
          <p:cNvSpPr txBox="1"/>
          <p:nvPr>
            <p:ph idx="7" type="subTitle"/>
          </p:nvPr>
        </p:nvSpPr>
        <p:spPr>
          <a:xfrm>
            <a:off x="3414599" y="1876600"/>
            <a:ext cx="23388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8" name="Google Shape;98;p22"/>
          <p:cNvSpPr txBox="1"/>
          <p:nvPr>
            <p:ph idx="8" type="subTitle"/>
          </p:nvPr>
        </p:nvSpPr>
        <p:spPr>
          <a:xfrm>
            <a:off x="6461274" y="1876600"/>
            <a:ext cx="23388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7 Three Columns on White">
  <p:cSld name="CUSTOM_24_1"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/>
          <p:nvPr>
            <p:ph idx="1" type="subTitle"/>
          </p:nvPr>
        </p:nvSpPr>
        <p:spPr>
          <a:xfrm>
            <a:off x="365075" y="499450"/>
            <a:ext cx="48654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01" name="Google Shape;101;p23"/>
          <p:cNvSpPr txBox="1"/>
          <p:nvPr>
            <p:ph idx="2" type="subTitle"/>
          </p:nvPr>
        </p:nvSpPr>
        <p:spPr>
          <a:xfrm>
            <a:off x="365075" y="289450"/>
            <a:ext cx="42069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02" name="Google Shape;102;p23"/>
          <p:cNvSpPr txBox="1"/>
          <p:nvPr>
            <p:ph idx="3" type="subTitle"/>
          </p:nvPr>
        </p:nvSpPr>
        <p:spPr>
          <a:xfrm>
            <a:off x="367925" y="16045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3" name="Google Shape;103;p23"/>
          <p:cNvSpPr txBox="1"/>
          <p:nvPr>
            <p:ph idx="4" type="subTitle"/>
          </p:nvPr>
        </p:nvSpPr>
        <p:spPr>
          <a:xfrm>
            <a:off x="3414575" y="16045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04" name="Google Shape;104;p23"/>
          <p:cNvSpPr txBox="1"/>
          <p:nvPr>
            <p:ph idx="5" type="subTitle"/>
          </p:nvPr>
        </p:nvSpPr>
        <p:spPr>
          <a:xfrm>
            <a:off x="6461250" y="16045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05" name="Google Shape;105;p23"/>
          <p:cNvSpPr txBox="1"/>
          <p:nvPr>
            <p:ph idx="6" type="subTitle"/>
          </p:nvPr>
        </p:nvSpPr>
        <p:spPr>
          <a:xfrm>
            <a:off x="367925" y="1876600"/>
            <a:ext cx="23388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06" name="Google Shape;106;p23"/>
          <p:cNvSpPr txBox="1"/>
          <p:nvPr>
            <p:ph idx="7" type="subTitle"/>
          </p:nvPr>
        </p:nvSpPr>
        <p:spPr>
          <a:xfrm>
            <a:off x="3414599" y="1876600"/>
            <a:ext cx="23388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07" name="Google Shape;107;p23"/>
          <p:cNvSpPr txBox="1"/>
          <p:nvPr>
            <p:ph idx="8" type="subTitle"/>
          </p:nvPr>
        </p:nvSpPr>
        <p:spPr>
          <a:xfrm>
            <a:off x="6461274" y="1876600"/>
            <a:ext cx="23388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108" name="Google Shape;108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6 Three Columns, No Small Headers on Black">
  <p:cSld name="CUSTOM_73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/>
          <p:nvPr>
            <p:ph idx="1" type="subTitle"/>
          </p:nvPr>
        </p:nvSpPr>
        <p:spPr>
          <a:xfrm>
            <a:off x="365075" y="289450"/>
            <a:ext cx="42069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1" name="Google Shape;111;p24"/>
          <p:cNvSpPr txBox="1"/>
          <p:nvPr>
            <p:ph idx="2" type="subTitle"/>
          </p:nvPr>
        </p:nvSpPr>
        <p:spPr>
          <a:xfrm>
            <a:off x="367925" y="1607150"/>
            <a:ext cx="23388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12" name="Google Shape;112;p24"/>
          <p:cNvSpPr txBox="1"/>
          <p:nvPr>
            <p:ph idx="3" type="subTitle"/>
          </p:nvPr>
        </p:nvSpPr>
        <p:spPr>
          <a:xfrm>
            <a:off x="3414600" y="1607150"/>
            <a:ext cx="23388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13" name="Google Shape;113;p24"/>
          <p:cNvSpPr txBox="1"/>
          <p:nvPr>
            <p:ph idx="4" type="subTitle"/>
          </p:nvPr>
        </p:nvSpPr>
        <p:spPr>
          <a:xfrm>
            <a:off x="6461275" y="1607150"/>
            <a:ext cx="23388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14" name="Google Shape;114;p24"/>
          <p:cNvSpPr txBox="1"/>
          <p:nvPr>
            <p:ph idx="5" type="subTitle"/>
          </p:nvPr>
        </p:nvSpPr>
        <p:spPr>
          <a:xfrm>
            <a:off x="365075" y="499450"/>
            <a:ext cx="48744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6 Three Columns, No Small Headers on White">
  <p:cSld name="CUSTOM_73_1"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 txBox="1"/>
          <p:nvPr>
            <p:ph idx="1" type="subTitle"/>
          </p:nvPr>
        </p:nvSpPr>
        <p:spPr>
          <a:xfrm>
            <a:off x="365075" y="289450"/>
            <a:ext cx="42069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7" name="Google Shape;117;p25"/>
          <p:cNvSpPr txBox="1"/>
          <p:nvPr>
            <p:ph idx="2" type="subTitle"/>
          </p:nvPr>
        </p:nvSpPr>
        <p:spPr>
          <a:xfrm>
            <a:off x="367925" y="1607150"/>
            <a:ext cx="23388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18" name="Google Shape;118;p25"/>
          <p:cNvSpPr txBox="1"/>
          <p:nvPr>
            <p:ph idx="3" type="subTitle"/>
          </p:nvPr>
        </p:nvSpPr>
        <p:spPr>
          <a:xfrm>
            <a:off x="3414600" y="1607150"/>
            <a:ext cx="23388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19" name="Google Shape;119;p25"/>
          <p:cNvSpPr txBox="1"/>
          <p:nvPr>
            <p:ph idx="4" type="subTitle"/>
          </p:nvPr>
        </p:nvSpPr>
        <p:spPr>
          <a:xfrm>
            <a:off x="6461275" y="1607150"/>
            <a:ext cx="23388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20" name="Google Shape;120;p25"/>
          <p:cNvSpPr txBox="1"/>
          <p:nvPr>
            <p:ph idx="5" type="subTitle"/>
          </p:nvPr>
        </p:nvSpPr>
        <p:spPr>
          <a:xfrm>
            <a:off x="365075" y="499450"/>
            <a:ext cx="48744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pic>
        <p:nvPicPr>
          <p:cNvPr id="121" name="Google Shape;121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4 Three Columns on Black">
  <p:cSld name="CUSTOM_43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6"/>
          <p:cNvSpPr txBox="1"/>
          <p:nvPr>
            <p:ph idx="1" type="subTitle"/>
          </p:nvPr>
        </p:nvSpPr>
        <p:spPr>
          <a:xfrm>
            <a:off x="365075" y="289450"/>
            <a:ext cx="43068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24" name="Google Shape;124;p26"/>
          <p:cNvSpPr txBox="1"/>
          <p:nvPr>
            <p:ph idx="2" type="subTitle"/>
          </p:nvPr>
        </p:nvSpPr>
        <p:spPr>
          <a:xfrm>
            <a:off x="367925" y="16045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5" name="Google Shape;125;p26"/>
          <p:cNvSpPr txBox="1"/>
          <p:nvPr>
            <p:ph idx="3" type="subTitle"/>
          </p:nvPr>
        </p:nvSpPr>
        <p:spPr>
          <a:xfrm>
            <a:off x="3414575" y="16045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26" name="Google Shape;126;p26"/>
          <p:cNvSpPr txBox="1"/>
          <p:nvPr>
            <p:ph idx="4" type="subTitle"/>
          </p:nvPr>
        </p:nvSpPr>
        <p:spPr>
          <a:xfrm>
            <a:off x="6461275" y="16045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27" name="Google Shape;127;p26"/>
          <p:cNvSpPr txBox="1"/>
          <p:nvPr>
            <p:ph idx="5" type="subTitle"/>
          </p:nvPr>
        </p:nvSpPr>
        <p:spPr>
          <a:xfrm>
            <a:off x="367925" y="1876600"/>
            <a:ext cx="23388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28" name="Google Shape;128;p26"/>
          <p:cNvSpPr txBox="1"/>
          <p:nvPr>
            <p:ph idx="6" type="subTitle"/>
          </p:nvPr>
        </p:nvSpPr>
        <p:spPr>
          <a:xfrm>
            <a:off x="3414592" y="1876600"/>
            <a:ext cx="23388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29" name="Google Shape;129;p26"/>
          <p:cNvSpPr txBox="1"/>
          <p:nvPr>
            <p:ph idx="7" type="subTitle"/>
          </p:nvPr>
        </p:nvSpPr>
        <p:spPr>
          <a:xfrm>
            <a:off x="6461297" y="1876600"/>
            <a:ext cx="23388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30" name="Google Shape;130;p26"/>
          <p:cNvSpPr txBox="1"/>
          <p:nvPr>
            <p:ph idx="8" type="subTitle"/>
          </p:nvPr>
        </p:nvSpPr>
        <p:spPr>
          <a:xfrm>
            <a:off x="365400" y="890325"/>
            <a:ext cx="60957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4 Three Columns on White">
  <p:cSld name="CUSTOM_43_1"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/>
          <p:nvPr>
            <p:ph idx="1" type="subTitle"/>
          </p:nvPr>
        </p:nvSpPr>
        <p:spPr>
          <a:xfrm>
            <a:off x="365075" y="289450"/>
            <a:ext cx="43068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33" name="Google Shape;133;p27"/>
          <p:cNvSpPr txBox="1"/>
          <p:nvPr>
            <p:ph idx="2" type="subTitle"/>
          </p:nvPr>
        </p:nvSpPr>
        <p:spPr>
          <a:xfrm>
            <a:off x="367925" y="16045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4" name="Google Shape;134;p27"/>
          <p:cNvSpPr txBox="1"/>
          <p:nvPr>
            <p:ph idx="3" type="subTitle"/>
          </p:nvPr>
        </p:nvSpPr>
        <p:spPr>
          <a:xfrm>
            <a:off x="3414575" y="16045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35" name="Google Shape;135;p27"/>
          <p:cNvSpPr txBox="1"/>
          <p:nvPr>
            <p:ph idx="4" type="subTitle"/>
          </p:nvPr>
        </p:nvSpPr>
        <p:spPr>
          <a:xfrm>
            <a:off x="6461275" y="16045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36" name="Google Shape;136;p27"/>
          <p:cNvSpPr txBox="1"/>
          <p:nvPr>
            <p:ph idx="5" type="subTitle"/>
          </p:nvPr>
        </p:nvSpPr>
        <p:spPr>
          <a:xfrm>
            <a:off x="367925" y="1876600"/>
            <a:ext cx="23388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37" name="Google Shape;137;p27"/>
          <p:cNvSpPr txBox="1"/>
          <p:nvPr>
            <p:ph idx="6" type="subTitle"/>
          </p:nvPr>
        </p:nvSpPr>
        <p:spPr>
          <a:xfrm>
            <a:off x="3414592" y="1876600"/>
            <a:ext cx="23388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38" name="Google Shape;138;p27"/>
          <p:cNvSpPr txBox="1"/>
          <p:nvPr>
            <p:ph idx="7" type="subTitle"/>
          </p:nvPr>
        </p:nvSpPr>
        <p:spPr>
          <a:xfrm>
            <a:off x="6461297" y="1876600"/>
            <a:ext cx="23388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39" name="Google Shape;139;p27"/>
          <p:cNvSpPr txBox="1"/>
          <p:nvPr>
            <p:ph idx="8" type="subTitle"/>
          </p:nvPr>
        </p:nvSpPr>
        <p:spPr>
          <a:xfrm>
            <a:off x="365400" y="890325"/>
            <a:ext cx="60957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140" name="Google Shape;140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3 Two Columns">
  <p:cSld name="CUSTOM_70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idx="1" type="subTitle"/>
          </p:nvPr>
        </p:nvSpPr>
        <p:spPr>
          <a:xfrm>
            <a:off x="365075" y="289450"/>
            <a:ext cx="43068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43" name="Google Shape;143;p28"/>
          <p:cNvSpPr txBox="1"/>
          <p:nvPr>
            <p:ph idx="2" type="subTitle"/>
          </p:nvPr>
        </p:nvSpPr>
        <p:spPr>
          <a:xfrm>
            <a:off x="365400" y="888350"/>
            <a:ext cx="60720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44" name="Google Shape;144;p28"/>
          <p:cNvSpPr txBox="1"/>
          <p:nvPr>
            <p:ph idx="3" type="subTitle"/>
          </p:nvPr>
        </p:nvSpPr>
        <p:spPr>
          <a:xfrm>
            <a:off x="367925" y="16045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45" name="Google Shape;145;p28"/>
          <p:cNvSpPr txBox="1"/>
          <p:nvPr>
            <p:ph idx="4" type="subTitle"/>
          </p:nvPr>
        </p:nvSpPr>
        <p:spPr>
          <a:xfrm>
            <a:off x="3414575" y="16045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46" name="Google Shape;146;p28"/>
          <p:cNvSpPr txBox="1"/>
          <p:nvPr>
            <p:ph idx="5" type="subTitle"/>
          </p:nvPr>
        </p:nvSpPr>
        <p:spPr>
          <a:xfrm>
            <a:off x="367925" y="1876600"/>
            <a:ext cx="23388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47" name="Google Shape;147;p28"/>
          <p:cNvSpPr txBox="1"/>
          <p:nvPr>
            <p:ph idx="6" type="subTitle"/>
          </p:nvPr>
        </p:nvSpPr>
        <p:spPr>
          <a:xfrm>
            <a:off x="3414600" y="1876600"/>
            <a:ext cx="23388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3 Two Columns on White">
  <p:cSld name="CUSTOM_70_1"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idx="1" type="subTitle"/>
          </p:nvPr>
        </p:nvSpPr>
        <p:spPr>
          <a:xfrm>
            <a:off x="365075" y="289450"/>
            <a:ext cx="4306800" cy="4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50" name="Google Shape;150;p29"/>
          <p:cNvSpPr txBox="1"/>
          <p:nvPr>
            <p:ph idx="2" type="subTitle"/>
          </p:nvPr>
        </p:nvSpPr>
        <p:spPr>
          <a:xfrm>
            <a:off x="365400" y="888350"/>
            <a:ext cx="60720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51" name="Google Shape;151;p29"/>
          <p:cNvSpPr txBox="1"/>
          <p:nvPr>
            <p:ph idx="3" type="subTitle"/>
          </p:nvPr>
        </p:nvSpPr>
        <p:spPr>
          <a:xfrm>
            <a:off x="367925" y="16045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2" name="Google Shape;152;p29"/>
          <p:cNvSpPr txBox="1"/>
          <p:nvPr>
            <p:ph idx="4" type="subTitle"/>
          </p:nvPr>
        </p:nvSpPr>
        <p:spPr>
          <a:xfrm>
            <a:off x="3414575" y="16045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53" name="Google Shape;153;p29"/>
          <p:cNvSpPr txBox="1"/>
          <p:nvPr>
            <p:ph idx="5" type="subTitle"/>
          </p:nvPr>
        </p:nvSpPr>
        <p:spPr>
          <a:xfrm>
            <a:off x="367925" y="1876600"/>
            <a:ext cx="23388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54" name="Google Shape;154;p29"/>
          <p:cNvSpPr txBox="1"/>
          <p:nvPr>
            <p:ph idx="6" type="subTitle"/>
          </p:nvPr>
        </p:nvSpPr>
        <p:spPr>
          <a:xfrm>
            <a:off x="3414600" y="1876600"/>
            <a:ext cx="2338800" cy="24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155" name="Google Shape;155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2 Three Columns on Black">
  <p:cSld name="CUSTOM_50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idx="1" type="subTitle"/>
          </p:nvPr>
        </p:nvSpPr>
        <p:spPr>
          <a:xfrm>
            <a:off x="373275" y="2547950"/>
            <a:ext cx="23334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58" name="Google Shape;158;p30"/>
          <p:cNvSpPr txBox="1"/>
          <p:nvPr>
            <p:ph idx="2" type="subTitle"/>
          </p:nvPr>
        </p:nvSpPr>
        <p:spPr>
          <a:xfrm>
            <a:off x="3419925" y="2547950"/>
            <a:ext cx="23334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59" name="Google Shape;159;p30"/>
          <p:cNvSpPr txBox="1"/>
          <p:nvPr>
            <p:ph idx="3" type="subTitle"/>
          </p:nvPr>
        </p:nvSpPr>
        <p:spPr>
          <a:xfrm>
            <a:off x="6466600" y="2571750"/>
            <a:ext cx="23334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60" name="Google Shape;160;p30"/>
          <p:cNvSpPr txBox="1"/>
          <p:nvPr>
            <p:ph idx="4" type="subTitle"/>
          </p:nvPr>
        </p:nvSpPr>
        <p:spPr>
          <a:xfrm>
            <a:off x="373275" y="2843850"/>
            <a:ext cx="23334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61" name="Google Shape;161;p30"/>
          <p:cNvSpPr txBox="1"/>
          <p:nvPr>
            <p:ph idx="5" type="subTitle"/>
          </p:nvPr>
        </p:nvSpPr>
        <p:spPr>
          <a:xfrm>
            <a:off x="3419925" y="2843850"/>
            <a:ext cx="23334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62" name="Google Shape;162;p30"/>
          <p:cNvSpPr txBox="1"/>
          <p:nvPr>
            <p:ph idx="6" type="subTitle"/>
          </p:nvPr>
        </p:nvSpPr>
        <p:spPr>
          <a:xfrm>
            <a:off x="6466625" y="2843850"/>
            <a:ext cx="23334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63" name="Google Shape;163;p30"/>
          <p:cNvSpPr txBox="1"/>
          <p:nvPr>
            <p:ph idx="7" type="subTitle"/>
          </p:nvPr>
        </p:nvSpPr>
        <p:spPr>
          <a:xfrm>
            <a:off x="365075" y="869275"/>
            <a:ext cx="6072300" cy="11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64" name="Google Shape;164;p30"/>
          <p:cNvSpPr txBox="1"/>
          <p:nvPr>
            <p:ph idx="8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2 Three Columns on White">
  <p:cSld name="CUSTOM_50_1"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/>
          <p:nvPr>
            <p:ph idx="1" type="subTitle"/>
          </p:nvPr>
        </p:nvSpPr>
        <p:spPr>
          <a:xfrm>
            <a:off x="373275" y="2547950"/>
            <a:ext cx="23334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67" name="Google Shape;167;p31"/>
          <p:cNvSpPr txBox="1"/>
          <p:nvPr>
            <p:ph idx="2" type="subTitle"/>
          </p:nvPr>
        </p:nvSpPr>
        <p:spPr>
          <a:xfrm>
            <a:off x="3419925" y="2547950"/>
            <a:ext cx="23334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68" name="Google Shape;168;p31"/>
          <p:cNvSpPr txBox="1"/>
          <p:nvPr>
            <p:ph idx="3" type="subTitle"/>
          </p:nvPr>
        </p:nvSpPr>
        <p:spPr>
          <a:xfrm>
            <a:off x="6466600" y="2571750"/>
            <a:ext cx="23334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69" name="Google Shape;169;p31"/>
          <p:cNvSpPr txBox="1"/>
          <p:nvPr>
            <p:ph idx="4" type="subTitle"/>
          </p:nvPr>
        </p:nvSpPr>
        <p:spPr>
          <a:xfrm>
            <a:off x="373275" y="2843850"/>
            <a:ext cx="23334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70" name="Google Shape;170;p31"/>
          <p:cNvSpPr txBox="1"/>
          <p:nvPr>
            <p:ph idx="5" type="subTitle"/>
          </p:nvPr>
        </p:nvSpPr>
        <p:spPr>
          <a:xfrm>
            <a:off x="3419925" y="2843850"/>
            <a:ext cx="23334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71" name="Google Shape;171;p31"/>
          <p:cNvSpPr txBox="1"/>
          <p:nvPr>
            <p:ph idx="6" type="subTitle"/>
          </p:nvPr>
        </p:nvSpPr>
        <p:spPr>
          <a:xfrm>
            <a:off x="6466625" y="2843850"/>
            <a:ext cx="23334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72" name="Google Shape;172;p31"/>
          <p:cNvSpPr txBox="1"/>
          <p:nvPr>
            <p:ph idx="7" type="subTitle"/>
          </p:nvPr>
        </p:nvSpPr>
        <p:spPr>
          <a:xfrm>
            <a:off x="365075" y="869275"/>
            <a:ext cx="6072300" cy="11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73" name="Google Shape;173;p31"/>
          <p:cNvSpPr txBox="1"/>
          <p:nvPr>
            <p:ph idx="8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174" name="Google Shape;174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Two Columns on Black">
  <p:cSld name="CUSTOM_67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>
            <p:ph idx="1" type="subTitle"/>
          </p:nvPr>
        </p:nvSpPr>
        <p:spPr>
          <a:xfrm>
            <a:off x="373276" y="2547925"/>
            <a:ext cx="23334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77" name="Google Shape;177;p32"/>
          <p:cNvSpPr txBox="1"/>
          <p:nvPr>
            <p:ph idx="2" type="subTitle"/>
          </p:nvPr>
        </p:nvSpPr>
        <p:spPr>
          <a:xfrm>
            <a:off x="3419950" y="2547925"/>
            <a:ext cx="23334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78" name="Google Shape;178;p32"/>
          <p:cNvSpPr txBox="1"/>
          <p:nvPr>
            <p:ph idx="3" type="subTitle"/>
          </p:nvPr>
        </p:nvSpPr>
        <p:spPr>
          <a:xfrm>
            <a:off x="365075" y="869825"/>
            <a:ext cx="6072300" cy="11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79" name="Google Shape;179;p32"/>
          <p:cNvSpPr txBox="1"/>
          <p:nvPr>
            <p:ph idx="4" type="subTitle"/>
          </p:nvPr>
        </p:nvSpPr>
        <p:spPr>
          <a:xfrm>
            <a:off x="373275" y="2843700"/>
            <a:ext cx="23334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80" name="Google Shape;180;p32"/>
          <p:cNvSpPr txBox="1"/>
          <p:nvPr>
            <p:ph idx="5" type="subTitle"/>
          </p:nvPr>
        </p:nvSpPr>
        <p:spPr>
          <a:xfrm>
            <a:off x="3419950" y="2843700"/>
            <a:ext cx="23334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81" name="Google Shape;181;p32"/>
          <p:cNvSpPr txBox="1"/>
          <p:nvPr>
            <p:ph idx="6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Two Columns on White">
  <p:cSld name="CUSTOM_67_1"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>
            <p:ph idx="1" type="subTitle"/>
          </p:nvPr>
        </p:nvSpPr>
        <p:spPr>
          <a:xfrm>
            <a:off x="373276" y="2547925"/>
            <a:ext cx="23334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84" name="Google Shape;184;p33"/>
          <p:cNvSpPr txBox="1"/>
          <p:nvPr>
            <p:ph idx="2" type="subTitle"/>
          </p:nvPr>
        </p:nvSpPr>
        <p:spPr>
          <a:xfrm>
            <a:off x="3419950" y="2547925"/>
            <a:ext cx="23334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85" name="Google Shape;185;p33"/>
          <p:cNvSpPr txBox="1"/>
          <p:nvPr>
            <p:ph idx="3" type="subTitle"/>
          </p:nvPr>
        </p:nvSpPr>
        <p:spPr>
          <a:xfrm>
            <a:off x="365075" y="869825"/>
            <a:ext cx="6072300" cy="11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86" name="Google Shape;186;p33"/>
          <p:cNvSpPr txBox="1"/>
          <p:nvPr>
            <p:ph idx="4" type="subTitle"/>
          </p:nvPr>
        </p:nvSpPr>
        <p:spPr>
          <a:xfrm>
            <a:off x="373275" y="2843700"/>
            <a:ext cx="23334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87" name="Google Shape;187;p33"/>
          <p:cNvSpPr txBox="1"/>
          <p:nvPr>
            <p:ph idx="5" type="subTitle"/>
          </p:nvPr>
        </p:nvSpPr>
        <p:spPr>
          <a:xfrm>
            <a:off x="3419950" y="2843700"/>
            <a:ext cx="23334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88" name="Google Shape;188;p33"/>
          <p:cNvSpPr txBox="1"/>
          <p:nvPr>
            <p:ph idx="6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189" name="Google Shape;189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2 Three Columns, No Small Headers on Black">
  <p:cSld name="CUSTOM_72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 txBox="1"/>
          <p:nvPr>
            <p:ph idx="1" type="subTitle"/>
          </p:nvPr>
        </p:nvSpPr>
        <p:spPr>
          <a:xfrm>
            <a:off x="373275" y="2548900"/>
            <a:ext cx="23334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92" name="Google Shape;192;p34"/>
          <p:cNvSpPr txBox="1"/>
          <p:nvPr>
            <p:ph idx="2" type="subTitle"/>
          </p:nvPr>
        </p:nvSpPr>
        <p:spPr>
          <a:xfrm>
            <a:off x="3419950" y="2548900"/>
            <a:ext cx="23334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93" name="Google Shape;193;p34"/>
          <p:cNvSpPr txBox="1"/>
          <p:nvPr>
            <p:ph idx="3" type="subTitle"/>
          </p:nvPr>
        </p:nvSpPr>
        <p:spPr>
          <a:xfrm>
            <a:off x="6466625" y="2548900"/>
            <a:ext cx="23334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94" name="Google Shape;194;p34"/>
          <p:cNvSpPr txBox="1"/>
          <p:nvPr>
            <p:ph idx="4" type="subTitle"/>
          </p:nvPr>
        </p:nvSpPr>
        <p:spPr>
          <a:xfrm>
            <a:off x="365075" y="870375"/>
            <a:ext cx="6072300" cy="11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95" name="Google Shape;195;p34"/>
          <p:cNvSpPr txBox="1"/>
          <p:nvPr>
            <p:ph idx="5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2 Three Columns, No Small Headers on White">
  <p:cSld name="CUSTOM_72_1"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5"/>
          <p:cNvSpPr txBox="1"/>
          <p:nvPr>
            <p:ph idx="1" type="subTitle"/>
          </p:nvPr>
        </p:nvSpPr>
        <p:spPr>
          <a:xfrm>
            <a:off x="373275" y="2548900"/>
            <a:ext cx="23334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98" name="Google Shape;198;p35"/>
          <p:cNvSpPr txBox="1"/>
          <p:nvPr>
            <p:ph idx="2" type="subTitle"/>
          </p:nvPr>
        </p:nvSpPr>
        <p:spPr>
          <a:xfrm>
            <a:off x="3419950" y="2548900"/>
            <a:ext cx="23334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99" name="Google Shape;199;p35"/>
          <p:cNvSpPr txBox="1"/>
          <p:nvPr>
            <p:ph idx="3" type="subTitle"/>
          </p:nvPr>
        </p:nvSpPr>
        <p:spPr>
          <a:xfrm>
            <a:off x="6466625" y="2548900"/>
            <a:ext cx="23334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00" name="Google Shape;200;p35"/>
          <p:cNvSpPr txBox="1"/>
          <p:nvPr>
            <p:ph idx="4" type="subTitle"/>
          </p:nvPr>
        </p:nvSpPr>
        <p:spPr>
          <a:xfrm>
            <a:off x="365075" y="870375"/>
            <a:ext cx="6072300" cy="11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01" name="Google Shape;201;p35"/>
          <p:cNvSpPr txBox="1"/>
          <p:nvPr>
            <p:ph idx="5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202" name="Google Shape;202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1 Agenda by Timeframe on Black">
  <p:cSld name="CUSTOM_57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6"/>
          <p:cNvSpPr txBox="1"/>
          <p:nvPr>
            <p:ph idx="1" type="subTitle"/>
          </p:nvPr>
        </p:nvSpPr>
        <p:spPr>
          <a:xfrm>
            <a:off x="365400" y="1599675"/>
            <a:ext cx="5823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05" name="Google Shape;205;p36"/>
          <p:cNvSpPr txBox="1"/>
          <p:nvPr>
            <p:ph idx="2" type="subTitle"/>
          </p:nvPr>
        </p:nvSpPr>
        <p:spPr>
          <a:xfrm>
            <a:off x="1299225" y="1599675"/>
            <a:ext cx="5823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06" name="Google Shape;206;p36"/>
          <p:cNvSpPr txBox="1"/>
          <p:nvPr/>
        </p:nvSpPr>
        <p:spPr>
          <a:xfrm>
            <a:off x="887150" y="1483075"/>
            <a:ext cx="908400" cy="26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—</a:t>
            </a:r>
            <a:endParaRPr sz="180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—</a:t>
            </a:r>
            <a:endParaRPr sz="180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—</a:t>
            </a:r>
            <a:endParaRPr sz="180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—</a:t>
            </a:r>
            <a:endParaRPr sz="180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—</a:t>
            </a:r>
            <a:endParaRPr sz="180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07" name="Google Shape;207;p36"/>
          <p:cNvSpPr txBox="1"/>
          <p:nvPr>
            <p:ph idx="3" type="subTitle"/>
          </p:nvPr>
        </p:nvSpPr>
        <p:spPr>
          <a:xfrm>
            <a:off x="2172475" y="1599675"/>
            <a:ext cx="65265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08" name="Google Shape;208;p36"/>
          <p:cNvSpPr txBox="1"/>
          <p:nvPr>
            <p:ph idx="4" type="subTitle"/>
          </p:nvPr>
        </p:nvSpPr>
        <p:spPr>
          <a:xfrm>
            <a:off x="365075" y="400475"/>
            <a:ext cx="42069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09" name="Google Shape;209;p36"/>
          <p:cNvSpPr txBox="1"/>
          <p:nvPr>
            <p:ph idx="5" type="subTitle"/>
          </p:nvPr>
        </p:nvSpPr>
        <p:spPr>
          <a:xfrm>
            <a:off x="365075" y="238000"/>
            <a:ext cx="2514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1 Agenda by Timeframe on White">
  <p:cSld name="CUSTOM_57_1"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7"/>
          <p:cNvSpPr txBox="1"/>
          <p:nvPr>
            <p:ph idx="1" type="subTitle"/>
          </p:nvPr>
        </p:nvSpPr>
        <p:spPr>
          <a:xfrm>
            <a:off x="365400" y="1599675"/>
            <a:ext cx="5823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12" name="Google Shape;212;p37"/>
          <p:cNvSpPr txBox="1"/>
          <p:nvPr>
            <p:ph idx="2" type="subTitle"/>
          </p:nvPr>
        </p:nvSpPr>
        <p:spPr>
          <a:xfrm>
            <a:off x="1299225" y="1599675"/>
            <a:ext cx="5823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13" name="Google Shape;213;p37"/>
          <p:cNvSpPr txBox="1"/>
          <p:nvPr/>
        </p:nvSpPr>
        <p:spPr>
          <a:xfrm>
            <a:off x="887150" y="1483075"/>
            <a:ext cx="908400" cy="26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ibre Franklin"/>
                <a:ea typeface="Libre Franklin"/>
                <a:cs typeface="Libre Franklin"/>
                <a:sym typeface="Libre Franklin"/>
              </a:rPr>
              <a:t>—</a:t>
            </a:r>
            <a:endParaRPr sz="18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ibre Franklin"/>
                <a:ea typeface="Libre Franklin"/>
                <a:cs typeface="Libre Franklin"/>
                <a:sym typeface="Libre Franklin"/>
              </a:rPr>
              <a:t>—</a:t>
            </a:r>
            <a:endParaRPr sz="18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ibre Franklin"/>
                <a:ea typeface="Libre Franklin"/>
                <a:cs typeface="Libre Franklin"/>
                <a:sym typeface="Libre Franklin"/>
              </a:rPr>
              <a:t>—</a:t>
            </a:r>
            <a:endParaRPr sz="18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ibre Franklin"/>
                <a:ea typeface="Libre Franklin"/>
                <a:cs typeface="Libre Franklin"/>
                <a:sym typeface="Libre Franklin"/>
              </a:rPr>
              <a:t>—</a:t>
            </a:r>
            <a:endParaRPr sz="18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ibre Franklin"/>
                <a:ea typeface="Libre Franklin"/>
                <a:cs typeface="Libre Franklin"/>
                <a:sym typeface="Libre Franklin"/>
              </a:rPr>
              <a:t>—</a:t>
            </a:r>
            <a:endParaRPr sz="18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14" name="Google Shape;214;p37"/>
          <p:cNvSpPr txBox="1"/>
          <p:nvPr>
            <p:ph idx="3" type="subTitle"/>
          </p:nvPr>
        </p:nvSpPr>
        <p:spPr>
          <a:xfrm>
            <a:off x="2172475" y="1599675"/>
            <a:ext cx="65265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15" name="Google Shape;215;p37"/>
          <p:cNvSpPr txBox="1"/>
          <p:nvPr>
            <p:ph idx="4" type="subTitle"/>
          </p:nvPr>
        </p:nvSpPr>
        <p:spPr>
          <a:xfrm>
            <a:off x="365075" y="400475"/>
            <a:ext cx="42069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16" name="Google Shape;216;p37"/>
          <p:cNvSpPr txBox="1"/>
          <p:nvPr>
            <p:ph idx="5" type="subTitle"/>
          </p:nvPr>
        </p:nvSpPr>
        <p:spPr>
          <a:xfrm>
            <a:off x="365075" y="238000"/>
            <a:ext cx="2514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217" name="Google Shape;217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9 Two Rows of Three Columns on Black">
  <p:cSld name="CUSTOM_47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8"/>
          <p:cNvSpPr txBox="1"/>
          <p:nvPr>
            <p:ph idx="1" type="subTitle"/>
          </p:nvPr>
        </p:nvSpPr>
        <p:spPr>
          <a:xfrm>
            <a:off x="367600" y="1604500"/>
            <a:ext cx="23391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20" name="Google Shape;220;p38"/>
          <p:cNvSpPr txBox="1"/>
          <p:nvPr>
            <p:ph idx="2" type="subTitle"/>
          </p:nvPr>
        </p:nvSpPr>
        <p:spPr>
          <a:xfrm>
            <a:off x="367600" y="3137100"/>
            <a:ext cx="23391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21" name="Google Shape;221;p38"/>
          <p:cNvSpPr txBox="1"/>
          <p:nvPr>
            <p:ph idx="3" type="subTitle"/>
          </p:nvPr>
        </p:nvSpPr>
        <p:spPr>
          <a:xfrm>
            <a:off x="3407063" y="1604500"/>
            <a:ext cx="23391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22" name="Google Shape;222;p38"/>
          <p:cNvSpPr txBox="1"/>
          <p:nvPr>
            <p:ph idx="4" type="subTitle"/>
          </p:nvPr>
        </p:nvSpPr>
        <p:spPr>
          <a:xfrm>
            <a:off x="3407063" y="3137100"/>
            <a:ext cx="23391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23" name="Google Shape;223;p38"/>
          <p:cNvSpPr txBox="1"/>
          <p:nvPr>
            <p:ph idx="5" type="subTitle"/>
          </p:nvPr>
        </p:nvSpPr>
        <p:spPr>
          <a:xfrm>
            <a:off x="6446525" y="1604500"/>
            <a:ext cx="23391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24" name="Google Shape;224;p38"/>
          <p:cNvSpPr txBox="1"/>
          <p:nvPr>
            <p:ph idx="6" type="subTitle"/>
          </p:nvPr>
        </p:nvSpPr>
        <p:spPr>
          <a:xfrm>
            <a:off x="6446525" y="3137100"/>
            <a:ext cx="23391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25" name="Google Shape;225;p38"/>
          <p:cNvSpPr txBox="1"/>
          <p:nvPr>
            <p:ph idx="7" type="subTitle"/>
          </p:nvPr>
        </p:nvSpPr>
        <p:spPr>
          <a:xfrm>
            <a:off x="367600" y="1876600"/>
            <a:ext cx="23391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26" name="Google Shape;226;p38"/>
          <p:cNvSpPr txBox="1"/>
          <p:nvPr>
            <p:ph idx="8" type="subTitle"/>
          </p:nvPr>
        </p:nvSpPr>
        <p:spPr>
          <a:xfrm>
            <a:off x="3407063" y="1876600"/>
            <a:ext cx="23391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27" name="Google Shape;227;p38"/>
          <p:cNvSpPr txBox="1"/>
          <p:nvPr>
            <p:ph idx="9" type="subTitle"/>
          </p:nvPr>
        </p:nvSpPr>
        <p:spPr>
          <a:xfrm>
            <a:off x="6446525" y="1876600"/>
            <a:ext cx="23391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28" name="Google Shape;228;p38"/>
          <p:cNvSpPr txBox="1"/>
          <p:nvPr>
            <p:ph idx="13" type="subTitle"/>
          </p:nvPr>
        </p:nvSpPr>
        <p:spPr>
          <a:xfrm>
            <a:off x="367600" y="3409200"/>
            <a:ext cx="23391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29" name="Google Shape;229;p38"/>
          <p:cNvSpPr txBox="1"/>
          <p:nvPr>
            <p:ph idx="14" type="subTitle"/>
          </p:nvPr>
        </p:nvSpPr>
        <p:spPr>
          <a:xfrm>
            <a:off x="3407063" y="3409200"/>
            <a:ext cx="23391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30" name="Google Shape;230;p38"/>
          <p:cNvSpPr txBox="1"/>
          <p:nvPr>
            <p:ph idx="15" type="subTitle"/>
          </p:nvPr>
        </p:nvSpPr>
        <p:spPr>
          <a:xfrm>
            <a:off x="6446525" y="3409200"/>
            <a:ext cx="23391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31" name="Google Shape;231;p38"/>
          <p:cNvSpPr txBox="1"/>
          <p:nvPr>
            <p:ph idx="16" type="subTitle"/>
          </p:nvPr>
        </p:nvSpPr>
        <p:spPr>
          <a:xfrm>
            <a:off x="365075" y="887250"/>
            <a:ext cx="60816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32" name="Google Shape;232;p38"/>
          <p:cNvSpPr txBox="1"/>
          <p:nvPr>
            <p:ph idx="17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9 Two Rows of Three Columns on White">
  <p:cSld name="CUSTOM_47_1"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/>
          <p:nvPr>
            <p:ph idx="1" type="subTitle"/>
          </p:nvPr>
        </p:nvSpPr>
        <p:spPr>
          <a:xfrm>
            <a:off x="367600" y="1604500"/>
            <a:ext cx="23391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5" name="Google Shape;235;p39"/>
          <p:cNvSpPr txBox="1"/>
          <p:nvPr>
            <p:ph idx="2" type="subTitle"/>
          </p:nvPr>
        </p:nvSpPr>
        <p:spPr>
          <a:xfrm>
            <a:off x="367600" y="3137100"/>
            <a:ext cx="23391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36" name="Google Shape;236;p39"/>
          <p:cNvSpPr txBox="1"/>
          <p:nvPr>
            <p:ph idx="3" type="subTitle"/>
          </p:nvPr>
        </p:nvSpPr>
        <p:spPr>
          <a:xfrm>
            <a:off x="3407063" y="1604500"/>
            <a:ext cx="23391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37" name="Google Shape;237;p39"/>
          <p:cNvSpPr txBox="1"/>
          <p:nvPr>
            <p:ph idx="4" type="subTitle"/>
          </p:nvPr>
        </p:nvSpPr>
        <p:spPr>
          <a:xfrm>
            <a:off x="3407063" y="3137100"/>
            <a:ext cx="23391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38" name="Google Shape;238;p39"/>
          <p:cNvSpPr txBox="1"/>
          <p:nvPr>
            <p:ph idx="5" type="subTitle"/>
          </p:nvPr>
        </p:nvSpPr>
        <p:spPr>
          <a:xfrm>
            <a:off x="6446525" y="1604500"/>
            <a:ext cx="23391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39" name="Google Shape;239;p39"/>
          <p:cNvSpPr txBox="1"/>
          <p:nvPr>
            <p:ph idx="6" type="subTitle"/>
          </p:nvPr>
        </p:nvSpPr>
        <p:spPr>
          <a:xfrm>
            <a:off x="6446525" y="3137100"/>
            <a:ext cx="23391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40" name="Google Shape;240;p39"/>
          <p:cNvSpPr txBox="1"/>
          <p:nvPr>
            <p:ph idx="7" type="subTitle"/>
          </p:nvPr>
        </p:nvSpPr>
        <p:spPr>
          <a:xfrm>
            <a:off x="367600" y="1876600"/>
            <a:ext cx="23391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41" name="Google Shape;241;p39"/>
          <p:cNvSpPr txBox="1"/>
          <p:nvPr>
            <p:ph idx="8" type="subTitle"/>
          </p:nvPr>
        </p:nvSpPr>
        <p:spPr>
          <a:xfrm>
            <a:off x="3407063" y="1876600"/>
            <a:ext cx="23391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42" name="Google Shape;242;p39"/>
          <p:cNvSpPr txBox="1"/>
          <p:nvPr>
            <p:ph idx="9" type="subTitle"/>
          </p:nvPr>
        </p:nvSpPr>
        <p:spPr>
          <a:xfrm>
            <a:off x="6446525" y="1876600"/>
            <a:ext cx="23391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43" name="Google Shape;243;p39"/>
          <p:cNvSpPr txBox="1"/>
          <p:nvPr>
            <p:ph idx="13" type="subTitle"/>
          </p:nvPr>
        </p:nvSpPr>
        <p:spPr>
          <a:xfrm>
            <a:off x="367600" y="3409200"/>
            <a:ext cx="23391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44" name="Google Shape;244;p39"/>
          <p:cNvSpPr txBox="1"/>
          <p:nvPr>
            <p:ph idx="14" type="subTitle"/>
          </p:nvPr>
        </p:nvSpPr>
        <p:spPr>
          <a:xfrm>
            <a:off x="3407063" y="3409200"/>
            <a:ext cx="23391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45" name="Google Shape;245;p39"/>
          <p:cNvSpPr txBox="1"/>
          <p:nvPr>
            <p:ph idx="15" type="subTitle"/>
          </p:nvPr>
        </p:nvSpPr>
        <p:spPr>
          <a:xfrm>
            <a:off x="6446525" y="3409200"/>
            <a:ext cx="23391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46" name="Google Shape;246;p39"/>
          <p:cNvSpPr txBox="1"/>
          <p:nvPr>
            <p:ph idx="16" type="subTitle"/>
          </p:nvPr>
        </p:nvSpPr>
        <p:spPr>
          <a:xfrm>
            <a:off x="365075" y="887250"/>
            <a:ext cx="60816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47" name="Google Shape;247;p39"/>
          <p:cNvSpPr txBox="1"/>
          <p:nvPr>
            <p:ph idx="17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248" name="Google Shape;248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5 Two Rows of Three Columns on Black">
  <p:cSld name="CUSTOM_46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0"/>
          <p:cNvSpPr txBox="1"/>
          <p:nvPr>
            <p:ph idx="1" type="subTitle"/>
          </p:nvPr>
        </p:nvSpPr>
        <p:spPr>
          <a:xfrm>
            <a:off x="365075" y="294225"/>
            <a:ext cx="4182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51" name="Google Shape;251;p40"/>
          <p:cNvSpPr txBox="1"/>
          <p:nvPr>
            <p:ph idx="2" type="subTitle"/>
          </p:nvPr>
        </p:nvSpPr>
        <p:spPr>
          <a:xfrm>
            <a:off x="367925" y="16045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52" name="Google Shape;252;p40"/>
          <p:cNvSpPr txBox="1"/>
          <p:nvPr>
            <p:ph idx="3" type="subTitle"/>
          </p:nvPr>
        </p:nvSpPr>
        <p:spPr>
          <a:xfrm>
            <a:off x="3407225" y="16045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53" name="Google Shape;253;p40"/>
          <p:cNvSpPr txBox="1"/>
          <p:nvPr>
            <p:ph idx="4" type="subTitle"/>
          </p:nvPr>
        </p:nvSpPr>
        <p:spPr>
          <a:xfrm>
            <a:off x="6446525" y="16045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54" name="Google Shape;254;p40"/>
          <p:cNvSpPr txBox="1"/>
          <p:nvPr>
            <p:ph idx="5" type="subTitle"/>
          </p:nvPr>
        </p:nvSpPr>
        <p:spPr>
          <a:xfrm>
            <a:off x="367925" y="1876600"/>
            <a:ext cx="23388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55" name="Google Shape;255;p40"/>
          <p:cNvSpPr txBox="1"/>
          <p:nvPr>
            <p:ph idx="6" type="subTitle"/>
          </p:nvPr>
        </p:nvSpPr>
        <p:spPr>
          <a:xfrm>
            <a:off x="3407225" y="1876600"/>
            <a:ext cx="23388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56" name="Google Shape;256;p40"/>
          <p:cNvSpPr txBox="1"/>
          <p:nvPr>
            <p:ph idx="7" type="subTitle"/>
          </p:nvPr>
        </p:nvSpPr>
        <p:spPr>
          <a:xfrm>
            <a:off x="6446525" y="1876600"/>
            <a:ext cx="23388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57" name="Google Shape;257;p40"/>
          <p:cNvSpPr txBox="1"/>
          <p:nvPr>
            <p:ph idx="8" type="subTitle"/>
          </p:nvPr>
        </p:nvSpPr>
        <p:spPr>
          <a:xfrm>
            <a:off x="367925" y="31371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58" name="Google Shape;258;p40"/>
          <p:cNvSpPr txBox="1"/>
          <p:nvPr>
            <p:ph idx="9" type="subTitle"/>
          </p:nvPr>
        </p:nvSpPr>
        <p:spPr>
          <a:xfrm>
            <a:off x="3407225" y="31371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59" name="Google Shape;259;p40"/>
          <p:cNvSpPr txBox="1"/>
          <p:nvPr>
            <p:ph idx="13" type="subTitle"/>
          </p:nvPr>
        </p:nvSpPr>
        <p:spPr>
          <a:xfrm>
            <a:off x="6446525" y="31371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60" name="Google Shape;260;p40"/>
          <p:cNvSpPr txBox="1"/>
          <p:nvPr>
            <p:ph idx="14" type="subTitle"/>
          </p:nvPr>
        </p:nvSpPr>
        <p:spPr>
          <a:xfrm>
            <a:off x="367925" y="3409200"/>
            <a:ext cx="23388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61" name="Google Shape;261;p40"/>
          <p:cNvSpPr txBox="1"/>
          <p:nvPr>
            <p:ph idx="15" type="subTitle"/>
          </p:nvPr>
        </p:nvSpPr>
        <p:spPr>
          <a:xfrm>
            <a:off x="3407225" y="3409200"/>
            <a:ext cx="23388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62" name="Google Shape;262;p40"/>
          <p:cNvSpPr txBox="1"/>
          <p:nvPr>
            <p:ph idx="16" type="subTitle"/>
          </p:nvPr>
        </p:nvSpPr>
        <p:spPr>
          <a:xfrm>
            <a:off x="6446525" y="3409200"/>
            <a:ext cx="23388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63" name="Google Shape;263;p40"/>
          <p:cNvSpPr txBox="1"/>
          <p:nvPr>
            <p:ph idx="17" type="subTitle"/>
          </p:nvPr>
        </p:nvSpPr>
        <p:spPr>
          <a:xfrm>
            <a:off x="365400" y="889388"/>
            <a:ext cx="60960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5 Two Rows of Three Columns on White">
  <p:cSld name="CUSTOM_46_1"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1"/>
          <p:cNvSpPr txBox="1"/>
          <p:nvPr>
            <p:ph idx="1" type="subTitle"/>
          </p:nvPr>
        </p:nvSpPr>
        <p:spPr>
          <a:xfrm>
            <a:off x="365075" y="294225"/>
            <a:ext cx="4182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66" name="Google Shape;266;p41"/>
          <p:cNvSpPr txBox="1"/>
          <p:nvPr>
            <p:ph idx="2" type="subTitle"/>
          </p:nvPr>
        </p:nvSpPr>
        <p:spPr>
          <a:xfrm>
            <a:off x="367925" y="16045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67" name="Google Shape;267;p41"/>
          <p:cNvSpPr txBox="1"/>
          <p:nvPr>
            <p:ph idx="3" type="subTitle"/>
          </p:nvPr>
        </p:nvSpPr>
        <p:spPr>
          <a:xfrm>
            <a:off x="3407225" y="16045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68" name="Google Shape;268;p41"/>
          <p:cNvSpPr txBox="1"/>
          <p:nvPr>
            <p:ph idx="4" type="subTitle"/>
          </p:nvPr>
        </p:nvSpPr>
        <p:spPr>
          <a:xfrm>
            <a:off x="6446525" y="16045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69" name="Google Shape;269;p41"/>
          <p:cNvSpPr txBox="1"/>
          <p:nvPr>
            <p:ph idx="5" type="subTitle"/>
          </p:nvPr>
        </p:nvSpPr>
        <p:spPr>
          <a:xfrm>
            <a:off x="367925" y="1876600"/>
            <a:ext cx="23388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70" name="Google Shape;270;p41"/>
          <p:cNvSpPr txBox="1"/>
          <p:nvPr>
            <p:ph idx="6" type="subTitle"/>
          </p:nvPr>
        </p:nvSpPr>
        <p:spPr>
          <a:xfrm>
            <a:off x="3407225" y="1876600"/>
            <a:ext cx="23388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71" name="Google Shape;271;p41"/>
          <p:cNvSpPr txBox="1"/>
          <p:nvPr>
            <p:ph idx="7" type="subTitle"/>
          </p:nvPr>
        </p:nvSpPr>
        <p:spPr>
          <a:xfrm>
            <a:off x="6446525" y="1876600"/>
            <a:ext cx="23388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72" name="Google Shape;272;p41"/>
          <p:cNvSpPr txBox="1"/>
          <p:nvPr>
            <p:ph idx="8" type="subTitle"/>
          </p:nvPr>
        </p:nvSpPr>
        <p:spPr>
          <a:xfrm>
            <a:off x="367925" y="31371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73" name="Google Shape;273;p41"/>
          <p:cNvSpPr txBox="1"/>
          <p:nvPr>
            <p:ph idx="9" type="subTitle"/>
          </p:nvPr>
        </p:nvSpPr>
        <p:spPr>
          <a:xfrm>
            <a:off x="3407225" y="31371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74" name="Google Shape;274;p41"/>
          <p:cNvSpPr txBox="1"/>
          <p:nvPr>
            <p:ph idx="13" type="subTitle"/>
          </p:nvPr>
        </p:nvSpPr>
        <p:spPr>
          <a:xfrm>
            <a:off x="6446525" y="31371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75" name="Google Shape;275;p41"/>
          <p:cNvSpPr txBox="1"/>
          <p:nvPr>
            <p:ph idx="14" type="subTitle"/>
          </p:nvPr>
        </p:nvSpPr>
        <p:spPr>
          <a:xfrm>
            <a:off x="367925" y="3409200"/>
            <a:ext cx="23388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76" name="Google Shape;276;p41"/>
          <p:cNvSpPr txBox="1"/>
          <p:nvPr>
            <p:ph idx="15" type="subTitle"/>
          </p:nvPr>
        </p:nvSpPr>
        <p:spPr>
          <a:xfrm>
            <a:off x="3407225" y="3409200"/>
            <a:ext cx="23388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77" name="Google Shape;277;p41"/>
          <p:cNvSpPr txBox="1"/>
          <p:nvPr>
            <p:ph idx="16" type="subTitle"/>
          </p:nvPr>
        </p:nvSpPr>
        <p:spPr>
          <a:xfrm>
            <a:off x="6446525" y="3409200"/>
            <a:ext cx="23388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78" name="Google Shape;278;p41"/>
          <p:cNvSpPr txBox="1"/>
          <p:nvPr>
            <p:ph idx="17" type="subTitle"/>
          </p:nvPr>
        </p:nvSpPr>
        <p:spPr>
          <a:xfrm>
            <a:off x="365400" y="889388"/>
            <a:ext cx="60960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279" name="Google Shape;27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8 Two Rows of Three Columns on Black">
  <p:cSld name="CUSTOM_41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2"/>
          <p:cNvSpPr txBox="1"/>
          <p:nvPr>
            <p:ph idx="1" type="subTitle"/>
          </p:nvPr>
        </p:nvSpPr>
        <p:spPr>
          <a:xfrm>
            <a:off x="365075" y="298975"/>
            <a:ext cx="42069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82" name="Google Shape;282;p42"/>
          <p:cNvSpPr txBox="1"/>
          <p:nvPr>
            <p:ph idx="2" type="subTitle"/>
          </p:nvPr>
        </p:nvSpPr>
        <p:spPr>
          <a:xfrm>
            <a:off x="367925" y="16045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83" name="Google Shape;283;p42"/>
          <p:cNvSpPr txBox="1"/>
          <p:nvPr>
            <p:ph idx="3" type="subTitle"/>
          </p:nvPr>
        </p:nvSpPr>
        <p:spPr>
          <a:xfrm>
            <a:off x="3407225" y="16045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84" name="Google Shape;284;p42"/>
          <p:cNvSpPr txBox="1"/>
          <p:nvPr>
            <p:ph idx="4" type="subTitle"/>
          </p:nvPr>
        </p:nvSpPr>
        <p:spPr>
          <a:xfrm>
            <a:off x="6446525" y="16045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85" name="Google Shape;285;p42"/>
          <p:cNvSpPr txBox="1"/>
          <p:nvPr>
            <p:ph idx="5" type="subTitle"/>
          </p:nvPr>
        </p:nvSpPr>
        <p:spPr>
          <a:xfrm>
            <a:off x="367925" y="1876600"/>
            <a:ext cx="23388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86" name="Google Shape;286;p42"/>
          <p:cNvSpPr txBox="1"/>
          <p:nvPr>
            <p:ph idx="6" type="subTitle"/>
          </p:nvPr>
        </p:nvSpPr>
        <p:spPr>
          <a:xfrm>
            <a:off x="3407225" y="1876600"/>
            <a:ext cx="23388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87" name="Google Shape;287;p42"/>
          <p:cNvSpPr txBox="1"/>
          <p:nvPr>
            <p:ph idx="7" type="subTitle"/>
          </p:nvPr>
        </p:nvSpPr>
        <p:spPr>
          <a:xfrm>
            <a:off x="6446525" y="1876600"/>
            <a:ext cx="23388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88" name="Google Shape;288;p42"/>
          <p:cNvSpPr txBox="1"/>
          <p:nvPr>
            <p:ph idx="8" type="subTitle"/>
          </p:nvPr>
        </p:nvSpPr>
        <p:spPr>
          <a:xfrm>
            <a:off x="367925" y="31371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89" name="Google Shape;289;p42"/>
          <p:cNvSpPr txBox="1"/>
          <p:nvPr>
            <p:ph idx="9" type="subTitle"/>
          </p:nvPr>
        </p:nvSpPr>
        <p:spPr>
          <a:xfrm>
            <a:off x="3407225" y="31371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90" name="Google Shape;290;p42"/>
          <p:cNvSpPr txBox="1"/>
          <p:nvPr>
            <p:ph idx="13" type="subTitle"/>
          </p:nvPr>
        </p:nvSpPr>
        <p:spPr>
          <a:xfrm>
            <a:off x="6446525" y="31371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91" name="Google Shape;291;p42"/>
          <p:cNvSpPr txBox="1"/>
          <p:nvPr>
            <p:ph idx="14" type="subTitle"/>
          </p:nvPr>
        </p:nvSpPr>
        <p:spPr>
          <a:xfrm>
            <a:off x="367925" y="3409200"/>
            <a:ext cx="23388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92" name="Google Shape;292;p42"/>
          <p:cNvSpPr txBox="1"/>
          <p:nvPr>
            <p:ph idx="15" type="subTitle"/>
          </p:nvPr>
        </p:nvSpPr>
        <p:spPr>
          <a:xfrm>
            <a:off x="3407225" y="3409200"/>
            <a:ext cx="23388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93" name="Google Shape;293;p42"/>
          <p:cNvSpPr txBox="1"/>
          <p:nvPr>
            <p:ph idx="16" type="subTitle"/>
          </p:nvPr>
        </p:nvSpPr>
        <p:spPr>
          <a:xfrm>
            <a:off x="6446525" y="3409200"/>
            <a:ext cx="23388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94" name="Google Shape;294;p42"/>
          <p:cNvSpPr txBox="1"/>
          <p:nvPr>
            <p:ph idx="17" type="subTitle"/>
          </p:nvPr>
        </p:nvSpPr>
        <p:spPr>
          <a:xfrm>
            <a:off x="365075" y="508975"/>
            <a:ext cx="48654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8 Two Rows of Three Columns on White">
  <p:cSld name="CUSTOM_41_1">
    <p:bg>
      <p:bgPr>
        <a:solidFill>
          <a:srgbClr val="FFFFF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3"/>
          <p:cNvSpPr txBox="1"/>
          <p:nvPr>
            <p:ph idx="1" type="subTitle"/>
          </p:nvPr>
        </p:nvSpPr>
        <p:spPr>
          <a:xfrm>
            <a:off x="365075" y="298975"/>
            <a:ext cx="42069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97" name="Google Shape;297;p43"/>
          <p:cNvSpPr txBox="1"/>
          <p:nvPr>
            <p:ph idx="2" type="subTitle"/>
          </p:nvPr>
        </p:nvSpPr>
        <p:spPr>
          <a:xfrm>
            <a:off x="367925" y="16045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98" name="Google Shape;298;p43"/>
          <p:cNvSpPr txBox="1"/>
          <p:nvPr>
            <p:ph idx="3" type="subTitle"/>
          </p:nvPr>
        </p:nvSpPr>
        <p:spPr>
          <a:xfrm>
            <a:off x="3407225" y="16045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299" name="Google Shape;299;p43"/>
          <p:cNvSpPr txBox="1"/>
          <p:nvPr>
            <p:ph idx="4" type="subTitle"/>
          </p:nvPr>
        </p:nvSpPr>
        <p:spPr>
          <a:xfrm>
            <a:off x="6446525" y="16045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00" name="Google Shape;300;p43"/>
          <p:cNvSpPr txBox="1"/>
          <p:nvPr>
            <p:ph idx="5" type="subTitle"/>
          </p:nvPr>
        </p:nvSpPr>
        <p:spPr>
          <a:xfrm>
            <a:off x="367925" y="1876600"/>
            <a:ext cx="23388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01" name="Google Shape;301;p43"/>
          <p:cNvSpPr txBox="1"/>
          <p:nvPr>
            <p:ph idx="6" type="subTitle"/>
          </p:nvPr>
        </p:nvSpPr>
        <p:spPr>
          <a:xfrm>
            <a:off x="3407225" y="1876600"/>
            <a:ext cx="23388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02" name="Google Shape;302;p43"/>
          <p:cNvSpPr txBox="1"/>
          <p:nvPr>
            <p:ph idx="7" type="subTitle"/>
          </p:nvPr>
        </p:nvSpPr>
        <p:spPr>
          <a:xfrm>
            <a:off x="6446525" y="1876600"/>
            <a:ext cx="23388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03" name="Google Shape;303;p43"/>
          <p:cNvSpPr txBox="1"/>
          <p:nvPr>
            <p:ph idx="8" type="subTitle"/>
          </p:nvPr>
        </p:nvSpPr>
        <p:spPr>
          <a:xfrm>
            <a:off x="367925" y="31371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04" name="Google Shape;304;p43"/>
          <p:cNvSpPr txBox="1"/>
          <p:nvPr>
            <p:ph idx="9" type="subTitle"/>
          </p:nvPr>
        </p:nvSpPr>
        <p:spPr>
          <a:xfrm>
            <a:off x="3407225" y="31371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05" name="Google Shape;305;p43"/>
          <p:cNvSpPr txBox="1"/>
          <p:nvPr>
            <p:ph idx="13" type="subTitle"/>
          </p:nvPr>
        </p:nvSpPr>
        <p:spPr>
          <a:xfrm>
            <a:off x="6446525" y="3137100"/>
            <a:ext cx="2338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06" name="Google Shape;306;p43"/>
          <p:cNvSpPr txBox="1"/>
          <p:nvPr>
            <p:ph idx="14" type="subTitle"/>
          </p:nvPr>
        </p:nvSpPr>
        <p:spPr>
          <a:xfrm>
            <a:off x="367925" y="3409200"/>
            <a:ext cx="23388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07" name="Google Shape;307;p43"/>
          <p:cNvSpPr txBox="1"/>
          <p:nvPr>
            <p:ph idx="15" type="subTitle"/>
          </p:nvPr>
        </p:nvSpPr>
        <p:spPr>
          <a:xfrm>
            <a:off x="3407225" y="3409200"/>
            <a:ext cx="23388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08" name="Google Shape;308;p43"/>
          <p:cNvSpPr txBox="1"/>
          <p:nvPr>
            <p:ph idx="16" type="subTitle"/>
          </p:nvPr>
        </p:nvSpPr>
        <p:spPr>
          <a:xfrm>
            <a:off x="6446525" y="3409200"/>
            <a:ext cx="23388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09" name="Google Shape;309;p43"/>
          <p:cNvSpPr txBox="1"/>
          <p:nvPr>
            <p:ph idx="17" type="subTitle"/>
          </p:nvPr>
        </p:nvSpPr>
        <p:spPr>
          <a:xfrm>
            <a:off x="365075" y="508975"/>
            <a:ext cx="48654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pic>
        <p:nvPicPr>
          <p:cNvPr id="310" name="Google Shape;310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Four Columns on Black">
  <p:cSld name="CUSTOM_26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4"/>
          <p:cNvSpPr txBox="1"/>
          <p:nvPr>
            <p:ph idx="1" type="subTitle"/>
          </p:nvPr>
        </p:nvSpPr>
        <p:spPr>
          <a:xfrm>
            <a:off x="327200" y="869825"/>
            <a:ext cx="6081300" cy="11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13" name="Google Shape;313;p44"/>
          <p:cNvSpPr txBox="1"/>
          <p:nvPr>
            <p:ph type="title"/>
          </p:nvPr>
        </p:nvSpPr>
        <p:spPr>
          <a:xfrm>
            <a:off x="365075" y="2829225"/>
            <a:ext cx="17784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14" name="Google Shape;314;p44"/>
          <p:cNvSpPr txBox="1"/>
          <p:nvPr>
            <p:ph idx="2" type="subTitle"/>
          </p:nvPr>
        </p:nvSpPr>
        <p:spPr>
          <a:xfrm>
            <a:off x="365075" y="25397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15" name="Google Shape;315;p44"/>
          <p:cNvSpPr txBox="1"/>
          <p:nvPr>
            <p:ph idx="3" type="title"/>
          </p:nvPr>
        </p:nvSpPr>
        <p:spPr>
          <a:xfrm>
            <a:off x="2578163" y="2829225"/>
            <a:ext cx="17784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16" name="Google Shape;316;p44"/>
          <p:cNvSpPr txBox="1"/>
          <p:nvPr>
            <p:ph idx="4" type="subTitle"/>
          </p:nvPr>
        </p:nvSpPr>
        <p:spPr>
          <a:xfrm>
            <a:off x="2578159" y="25397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17" name="Google Shape;317;p44"/>
          <p:cNvSpPr txBox="1"/>
          <p:nvPr>
            <p:ph idx="5" type="title"/>
          </p:nvPr>
        </p:nvSpPr>
        <p:spPr>
          <a:xfrm>
            <a:off x="4791250" y="2829225"/>
            <a:ext cx="17784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18" name="Google Shape;318;p44"/>
          <p:cNvSpPr txBox="1"/>
          <p:nvPr>
            <p:ph idx="6" type="subTitle"/>
          </p:nvPr>
        </p:nvSpPr>
        <p:spPr>
          <a:xfrm>
            <a:off x="4791250" y="25397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19" name="Google Shape;319;p44"/>
          <p:cNvSpPr txBox="1"/>
          <p:nvPr>
            <p:ph idx="7" type="title"/>
          </p:nvPr>
        </p:nvSpPr>
        <p:spPr>
          <a:xfrm>
            <a:off x="6999850" y="2829225"/>
            <a:ext cx="17784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20" name="Google Shape;320;p44"/>
          <p:cNvSpPr txBox="1"/>
          <p:nvPr>
            <p:ph idx="8" type="subTitle"/>
          </p:nvPr>
        </p:nvSpPr>
        <p:spPr>
          <a:xfrm>
            <a:off x="6999850" y="25397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21" name="Google Shape;321;p44"/>
          <p:cNvSpPr txBox="1"/>
          <p:nvPr>
            <p:ph idx="9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Four Columns on White">
  <p:cSld name="CUSTOM_26_1">
    <p:bg>
      <p:bgPr>
        <a:solidFill>
          <a:srgbClr val="FFFFF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5"/>
          <p:cNvSpPr txBox="1"/>
          <p:nvPr>
            <p:ph idx="1" type="subTitle"/>
          </p:nvPr>
        </p:nvSpPr>
        <p:spPr>
          <a:xfrm>
            <a:off x="327200" y="869825"/>
            <a:ext cx="6081300" cy="11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24" name="Google Shape;324;p45"/>
          <p:cNvSpPr txBox="1"/>
          <p:nvPr>
            <p:ph type="title"/>
          </p:nvPr>
        </p:nvSpPr>
        <p:spPr>
          <a:xfrm>
            <a:off x="365075" y="2829225"/>
            <a:ext cx="17784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25" name="Google Shape;325;p45"/>
          <p:cNvSpPr txBox="1"/>
          <p:nvPr>
            <p:ph idx="2" type="subTitle"/>
          </p:nvPr>
        </p:nvSpPr>
        <p:spPr>
          <a:xfrm>
            <a:off x="365075" y="25397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26" name="Google Shape;326;p45"/>
          <p:cNvSpPr txBox="1"/>
          <p:nvPr>
            <p:ph idx="3" type="title"/>
          </p:nvPr>
        </p:nvSpPr>
        <p:spPr>
          <a:xfrm>
            <a:off x="2578163" y="2829225"/>
            <a:ext cx="17784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27" name="Google Shape;327;p45"/>
          <p:cNvSpPr txBox="1"/>
          <p:nvPr>
            <p:ph idx="4" type="subTitle"/>
          </p:nvPr>
        </p:nvSpPr>
        <p:spPr>
          <a:xfrm>
            <a:off x="2578159" y="25397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28" name="Google Shape;328;p45"/>
          <p:cNvSpPr txBox="1"/>
          <p:nvPr>
            <p:ph idx="5" type="title"/>
          </p:nvPr>
        </p:nvSpPr>
        <p:spPr>
          <a:xfrm>
            <a:off x="4791250" y="2829225"/>
            <a:ext cx="17784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29" name="Google Shape;329;p45"/>
          <p:cNvSpPr txBox="1"/>
          <p:nvPr>
            <p:ph idx="6" type="subTitle"/>
          </p:nvPr>
        </p:nvSpPr>
        <p:spPr>
          <a:xfrm>
            <a:off x="4791250" y="25397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30" name="Google Shape;330;p45"/>
          <p:cNvSpPr txBox="1"/>
          <p:nvPr>
            <p:ph idx="7" type="title"/>
          </p:nvPr>
        </p:nvSpPr>
        <p:spPr>
          <a:xfrm>
            <a:off x="6999850" y="2829225"/>
            <a:ext cx="17784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31" name="Google Shape;331;p45"/>
          <p:cNvSpPr txBox="1"/>
          <p:nvPr>
            <p:ph idx="8" type="subTitle"/>
          </p:nvPr>
        </p:nvSpPr>
        <p:spPr>
          <a:xfrm>
            <a:off x="6999850" y="25397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32" name="Google Shape;332;p45"/>
          <p:cNvSpPr txBox="1"/>
          <p:nvPr>
            <p:ph idx="9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333" name="Google Shape;333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Four Columns on Black">
  <p:cSld name="CUSTOM_66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6"/>
          <p:cNvSpPr txBox="1"/>
          <p:nvPr>
            <p:ph type="title"/>
          </p:nvPr>
        </p:nvSpPr>
        <p:spPr>
          <a:xfrm>
            <a:off x="365075" y="2829225"/>
            <a:ext cx="17784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36" name="Google Shape;336;p46"/>
          <p:cNvSpPr txBox="1"/>
          <p:nvPr>
            <p:ph idx="1" type="subTitle"/>
          </p:nvPr>
        </p:nvSpPr>
        <p:spPr>
          <a:xfrm>
            <a:off x="365075" y="25397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37" name="Google Shape;337;p46"/>
          <p:cNvSpPr txBox="1"/>
          <p:nvPr>
            <p:ph idx="2" type="title"/>
          </p:nvPr>
        </p:nvSpPr>
        <p:spPr>
          <a:xfrm>
            <a:off x="2579101" y="2829225"/>
            <a:ext cx="17784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38" name="Google Shape;338;p46"/>
          <p:cNvSpPr txBox="1"/>
          <p:nvPr>
            <p:ph idx="3" type="subTitle"/>
          </p:nvPr>
        </p:nvSpPr>
        <p:spPr>
          <a:xfrm>
            <a:off x="2579096" y="25397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39" name="Google Shape;339;p46"/>
          <p:cNvSpPr txBox="1"/>
          <p:nvPr>
            <p:ph idx="4" type="title"/>
          </p:nvPr>
        </p:nvSpPr>
        <p:spPr>
          <a:xfrm>
            <a:off x="4793125" y="2829225"/>
            <a:ext cx="17784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40" name="Google Shape;340;p46"/>
          <p:cNvSpPr txBox="1"/>
          <p:nvPr>
            <p:ph idx="5" type="subTitle"/>
          </p:nvPr>
        </p:nvSpPr>
        <p:spPr>
          <a:xfrm>
            <a:off x="4793125" y="25397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41" name="Google Shape;341;p46"/>
          <p:cNvSpPr txBox="1"/>
          <p:nvPr>
            <p:ph idx="6" type="subTitle"/>
          </p:nvPr>
        </p:nvSpPr>
        <p:spPr>
          <a:xfrm>
            <a:off x="6999850" y="25397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42" name="Google Shape;342;p46"/>
          <p:cNvSpPr txBox="1"/>
          <p:nvPr>
            <p:ph idx="7" type="subTitle"/>
          </p:nvPr>
        </p:nvSpPr>
        <p:spPr>
          <a:xfrm>
            <a:off x="365400" y="892025"/>
            <a:ext cx="6081000" cy="12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43" name="Google Shape;343;p46"/>
          <p:cNvSpPr txBox="1"/>
          <p:nvPr>
            <p:ph idx="8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44" name="Google Shape;344;p46"/>
          <p:cNvSpPr txBox="1"/>
          <p:nvPr>
            <p:ph idx="9" type="title"/>
          </p:nvPr>
        </p:nvSpPr>
        <p:spPr>
          <a:xfrm>
            <a:off x="6999850" y="2829225"/>
            <a:ext cx="17784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Four Columns on White">
  <p:cSld name="CUSTOM_66_1"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7"/>
          <p:cNvSpPr txBox="1"/>
          <p:nvPr>
            <p:ph type="title"/>
          </p:nvPr>
        </p:nvSpPr>
        <p:spPr>
          <a:xfrm>
            <a:off x="365075" y="2829225"/>
            <a:ext cx="17784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47" name="Google Shape;347;p47"/>
          <p:cNvSpPr txBox="1"/>
          <p:nvPr>
            <p:ph idx="1" type="subTitle"/>
          </p:nvPr>
        </p:nvSpPr>
        <p:spPr>
          <a:xfrm>
            <a:off x="365075" y="25397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48" name="Google Shape;348;p47"/>
          <p:cNvSpPr txBox="1"/>
          <p:nvPr>
            <p:ph idx="2" type="title"/>
          </p:nvPr>
        </p:nvSpPr>
        <p:spPr>
          <a:xfrm>
            <a:off x="2579101" y="2829225"/>
            <a:ext cx="17784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49" name="Google Shape;349;p47"/>
          <p:cNvSpPr txBox="1"/>
          <p:nvPr>
            <p:ph idx="3" type="subTitle"/>
          </p:nvPr>
        </p:nvSpPr>
        <p:spPr>
          <a:xfrm>
            <a:off x="2579096" y="25397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50" name="Google Shape;350;p47"/>
          <p:cNvSpPr txBox="1"/>
          <p:nvPr>
            <p:ph idx="4" type="title"/>
          </p:nvPr>
        </p:nvSpPr>
        <p:spPr>
          <a:xfrm>
            <a:off x="4793125" y="2829225"/>
            <a:ext cx="17784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51" name="Google Shape;351;p47"/>
          <p:cNvSpPr txBox="1"/>
          <p:nvPr>
            <p:ph idx="5" type="subTitle"/>
          </p:nvPr>
        </p:nvSpPr>
        <p:spPr>
          <a:xfrm>
            <a:off x="4793125" y="25397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52" name="Google Shape;352;p47"/>
          <p:cNvSpPr txBox="1"/>
          <p:nvPr>
            <p:ph idx="6" type="subTitle"/>
          </p:nvPr>
        </p:nvSpPr>
        <p:spPr>
          <a:xfrm>
            <a:off x="6999850" y="25397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53" name="Google Shape;353;p47"/>
          <p:cNvSpPr txBox="1"/>
          <p:nvPr>
            <p:ph idx="7" type="subTitle"/>
          </p:nvPr>
        </p:nvSpPr>
        <p:spPr>
          <a:xfrm>
            <a:off x="365400" y="892025"/>
            <a:ext cx="6081000" cy="12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54" name="Google Shape;354;p47"/>
          <p:cNvSpPr txBox="1"/>
          <p:nvPr>
            <p:ph idx="8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55" name="Google Shape;355;p47"/>
          <p:cNvSpPr txBox="1"/>
          <p:nvPr>
            <p:ph idx="9" type="title"/>
          </p:nvPr>
        </p:nvSpPr>
        <p:spPr>
          <a:xfrm>
            <a:off x="6999850" y="2829225"/>
            <a:ext cx="17784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356" name="Google Shape;356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2 Basic Table, Two Columns on Black">
  <p:cSld name="CUSTOM_61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8"/>
          <p:cNvSpPr txBox="1"/>
          <p:nvPr>
            <p:ph idx="1" type="subTitle"/>
          </p:nvPr>
        </p:nvSpPr>
        <p:spPr>
          <a:xfrm>
            <a:off x="365075" y="1638225"/>
            <a:ext cx="10284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59" name="Google Shape;359;p48"/>
          <p:cNvSpPr txBox="1"/>
          <p:nvPr>
            <p:ph idx="2" type="subTitle"/>
          </p:nvPr>
        </p:nvSpPr>
        <p:spPr>
          <a:xfrm>
            <a:off x="365075" y="2030125"/>
            <a:ext cx="10284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60" name="Google Shape;360;p48"/>
          <p:cNvSpPr txBox="1"/>
          <p:nvPr>
            <p:ph idx="3" type="subTitle"/>
          </p:nvPr>
        </p:nvSpPr>
        <p:spPr>
          <a:xfrm>
            <a:off x="365075" y="2403550"/>
            <a:ext cx="10284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61" name="Google Shape;361;p48"/>
          <p:cNvSpPr txBox="1"/>
          <p:nvPr>
            <p:ph idx="4" type="subTitle"/>
          </p:nvPr>
        </p:nvSpPr>
        <p:spPr>
          <a:xfrm>
            <a:off x="365075" y="2766300"/>
            <a:ext cx="10176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62" name="Google Shape;362;p48"/>
          <p:cNvSpPr txBox="1"/>
          <p:nvPr>
            <p:ph type="title"/>
          </p:nvPr>
        </p:nvSpPr>
        <p:spPr>
          <a:xfrm>
            <a:off x="1581900" y="1608925"/>
            <a:ext cx="60624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63" name="Google Shape;363;p48"/>
          <p:cNvSpPr txBox="1"/>
          <p:nvPr>
            <p:ph idx="5" type="title"/>
          </p:nvPr>
        </p:nvSpPr>
        <p:spPr>
          <a:xfrm>
            <a:off x="1581900" y="1998346"/>
            <a:ext cx="60624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64" name="Google Shape;364;p48"/>
          <p:cNvSpPr txBox="1"/>
          <p:nvPr>
            <p:ph idx="6" type="title"/>
          </p:nvPr>
        </p:nvSpPr>
        <p:spPr>
          <a:xfrm>
            <a:off x="1581900" y="2369073"/>
            <a:ext cx="60624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65" name="Google Shape;365;p48"/>
          <p:cNvSpPr txBox="1"/>
          <p:nvPr>
            <p:ph idx="7" type="title"/>
          </p:nvPr>
        </p:nvSpPr>
        <p:spPr>
          <a:xfrm>
            <a:off x="1581900" y="2739843"/>
            <a:ext cx="6062400" cy="14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66" name="Google Shape;366;p48"/>
          <p:cNvSpPr txBox="1"/>
          <p:nvPr>
            <p:ph idx="8" type="subTitle"/>
          </p:nvPr>
        </p:nvSpPr>
        <p:spPr>
          <a:xfrm>
            <a:off x="365075" y="508975"/>
            <a:ext cx="48744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67" name="Google Shape;367;p48"/>
          <p:cNvSpPr txBox="1"/>
          <p:nvPr>
            <p:ph idx="9" type="subTitle"/>
          </p:nvPr>
        </p:nvSpPr>
        <p:spPr>
          <a:xfrm>
            <a:off x="365075" y="298975"/>
            <a:ext cx="42069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2 Basic Table, Two Columns on White">
  <p:cSld name="CUSTOM_61_1">
    <p:bg>
      <p:bgPr>
        <a:solidFill>
          <a:srgbClr val="FFFFFF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9"/>
          <p:cNvSpPr txBox="1"/>
          <p:nvPr>
            <p:ph idx="1" type="subTitle"/>
          </p:nvPr>
        </p:nvSpPr>
        <p:spPr>
          <a:xfrm>
            <a:off x="365075" y="1638225"/>
            <a:ext cx="10284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70" name="Google Shape;370;p49"/>
          <p:cNvSpPr txBox="1"/>
          <p:nvPr>
            <p:ph idx="2" type="subTitle"/>
          </p:nvPr>
        </p:nvSpPr>
        <p:spPr>
          <a:xfrm>
            <a:off x="365075" y="2030125"/>
            <a:ext cx="10284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71" name="Google Shape;371;p49"/>
          <p:cNvSpPr txBox="1"/>
          <p:nvPr>
            <p:ph idx="3" type="subTitle"/>
          </p:nvPr>
        </p:nvSpPr>
        <p:spPr>
          <a:xfrm>
            <a:off x="365075" y="2403550"/>
            <a:ext cx="10284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72" name="Google Shape;372;p49"/>
          <p:cNvSpPr txBox="1"/>
          <p:nvPr>
            <p:ph idx="4" type="subTitle"/>
          </p:nvPr>
        </p:nvSpPr>
        <p:spPr>
          <a:xfrm>
            <a:off x="365075" y="2766300"/>
            <a:ext cx="10176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73" name="Google Shape;373;p49"/>
          <p:cNvSpPr txBox="1"/>
          <p:nvPr>
            <p:ph type="title"/>
          </p:nvPr>
        </p:nvSpPr>
        <p:spPr>
          <a:xfrm>
            <a:off x="1581900" y="1608925"/>
            <a:ext cx="60624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74" name="Google Shape;374;p49"/>
          <p:cNvSpPr txBox="1"/>
          <p:nvPr>
            <p:ph idx="5" type="title"/>
          </p:nvPr>
        </p:nvSpPr>
        <p:spPr>
          <a:xfrm>
            <a:off x="1581900" y="1998346"/>
            <a:ext cx="60624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75" name="Google Shape;375;p49"/>
          <p:cNvSpPr txBox="1"/>
          <p:nvPr>
            <p:ph idx="6" type="title"/>
          </p:nvPr>
        </p:nvSpPr>
        <p:spPr>
          <a:xfrm>
            <a:off x="1581900" y="2369073"/>
            <a:ext cx="60624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76" name="Google Shape;376;p49"/>
          <p:cNvSpPr txBox="1"/>
          <p:nvPr>
            <p:ph idx="7" type="title"/>
          </p:nvPr>
        </p:nvSpPr>
        <p:spPr>
          <a:xfrm>
            <a:off x="1581900" y="2739843"/>
            <a:ext cx="6062400" cy="14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77" name="Google Shape;377;p49"/>
          <p:cNvSpPr txBox="1"/>
          <p:nvPr>
            <p:ph idx="8" type="subTitle"/>
          </p:nvPr>
        </p:nvSpPr>
        <p:spPr>
          <a:xfrm>
            <a:off x="365075" y="508975"/>
            <a:ext cx="48744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78" name="Google Shape;378;p49"/>
          <p:cNvSpPr txBox="1"/>
          <p:nvPr>
            <p:ph idx="9" type="subTitle"/>
          </p:nvPr>
        </p:nvSpPr>
        <p:spPr>
          <a:xfrm>
            <a:off x="365075" y="298975"/>
            <a:ext cx="42069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pic>
        <p:nvPicPr>
          <p:cNvPr id="379" name="Google Shape;379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3 Basic Table, Two Columns on Black">
  <p:cSld name="CUSTOM_62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0"/>
          <p:cNvSpPr txBox="1"/>
          <p:nvPr>
            <p:ph type="title"/>
          </p:nvPr>
        </p:nvSpPr>
        <p:spPr>
          <a:xfrm>
            <a:off x="1581900" y="1603775"/>
            <a:ext cx="6062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82" name="Google Shape;382;p50"/>
          <p:cNvSpPr txBox="1"/>
          <p:nvPr>
            <p:ph idx="2" type="title"/>
          </p:nvPr>
        </p:nvSpPr>
        <p:spPr>
          <a:xfrm>
            <a:off x="1581900" y="3116376"/>
            <a:ext cx="6062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83" name="Google Shape;383;p50"/>
          <p:cNvSpPr txBox="1"/>
          <p:nvPr>
            <p:ph idx="3" type="title"/>
          </p:nvPr>
        </p:nvSpPr>
        <p:spPr>
          <a:xfrm>
            <a:off x="1581900" y="2340581"/>
            <a:ext cx="6062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84" name="Google Shape;384;p50"/>
          <p:cNvSpPr txBox="1"/>
          <p:nvPr>
            <p:ph idx="1" type="subTitle"/>
          </p:nvPr>
        </p:nvSpPr>
        <p:spPr>
          <a:xfrm>
            <a:off x="365075" y="508975"/>
            <a:ext cx="48744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85" name="Google Shape;385;p50"/>
          <p:cNvSpPr txBox="1"/>
          <p:nvPr>
            <p:ph idx="4" type="subTitle"/>
          </p:nvPr>
        </p:nvSpPr>
        <p:spPr>
          <a:xfrm>
            <a:off x="365075" y="298975"/>
            <a:ext cx="42069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86" name="Google Shape;386;p50"/>
          <p:cNvSpPr txBox="1"/>
          <p:nvPr>
            <p:ph idx="5" type="title"/>
          </p:nvPr>
        </p:nvSpPr>
        <p:spPr>
          <a:xfrm>
            <a:off x="383375" y="1603775"/>
            <a:ext cx="11070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87" name="Google Shape;387;p50"/>
          <p:cNvSpPr txBox="1"/>
          <p:nvPr>
            <p:ph idx="6" type="title"/>
          </p:nvPr>
        </p:nvSpPr>
        <p:spPr>
          <a:xfrm>
            <a:off x="383375" y="3116375"/>
            <a:ext cx="11070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88" name="Google Shape;388;p50"/>
          <p:cNvSpPr txBox="1"/>
          <p:nvPr>
            <p:ph idx="7" type="title"/>
          </p:nvPr>
        </p:nvSpPr>
        <p:spPr>
          <a:xfrm>
            <a:off x="383375" y="2340572"/>
            <a:ext cx="11070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3 Basic Table, Two Columns on White">
  <p:cSld name="CUSTOM_62_1">
    <p:bg>
      <p:bgPr>
        <a:solidFill>
          <a:srgbClr val="FFFFFF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1"/>
          <p:cNvSpPr txBox="1"/>
          <p:nvPr>
            <p:ph type="title"/>
          </p:nvPr>
        </p:nvSpPr>
        <p:spPr>
          <a:xfrm>
            <a:off x="1581900" y="1603775"/>
            <a:ext cx="6062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91" name="Google Shape;391;p51"/>
          <p:cNvSpPr txBox="1"/>
          <p:nvPr>
            <p:ph idx="2" type="title"/>
          </p:nvPr>
        </p:nvSpPr>
        <p:spPr>
          <a:xfrm>
            <a:off x="1581900" y="3116376"/>
            <a:ext cx="6062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92" name="Google Shape;392;p51"/>
          <p:cNvSpPr txBox="1"/>
          <p:nvPr>
            <p:ph idx="3" type="title"/>
          </p:nvPr>
        </p:nvSpPr>
        <p:spPr>
          <a:xfrm>
            <a:off x="1581900" y="2340581"/>
            <a:ext cx="6062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93" name="Google Shape;393;p51"/>
          <p:cNvSpPr txBox="1"/>
          <p:nvPr>
            <p:ph idx="1" type="subTitle"/>
          </p:nvPr>
        </p:nvSpPr>
        <p:spPr>
          <a:xfrm>
            <a:off x="365075" y="508975"/>
            <a:ext cx="48744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94" name="Google Shape;394;p51"/>
          <p:cNvSpPr txBox="1"/>
          <p:nvPr>
            <p:ph idx="4" type="subTitle"/>
          </p:nvPr>
        </p:nvSpPr>
        <p:spPr>
          <a:xfrm>
            <a:off x="365075" y="298975"/>
            <a:ext cx="42069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95" name="Google Shape;395;p51"/>
          <p:cNvSpPr txBox="1"/>
          <p:nvPr>
            <p:ph idx="5" type="title"/>
          </p:nvPr>
        </p:nvSpPr>
        <p:spPr>
          <a:xfrm>
            <a:off x="383375" y="1603775"/>
            <a:ext cx="11070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96" name="Google Shape;396;p51"/>
          <p:cNvSpPr txBox="1"/>
          <p:nvPr>
            <p:ph idx="6" type="title"/>
          </p:nvPr>
        </p:nvSpPr>
        <p:spPr>
          <a:xfrm>
            <a:off x="383375" y="3116375"/>
            <a:ext cx="11070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397" name="Google Shape;397;p51"/>
          <p:cNvSpPr txBox="1"/>
          <p:nvPr>
            <p:ph idx="7" type="title"/>
          </p:nvPr>
        </p:nvSpPr>
        <p:spPr>
          <a:xfrm>
            <a:off x="383375" y="2340572"/>
            <a:ext cx="11070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398" name="Google Shape;398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4 Basic Table, Two Columns on Black">
  <p:cSld name="CUSTOM_63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2"/>
          <p:cNvSpPr txBox="1"/>
          <p:nvPr>
            <p:ph type="title"/>
          </p:nvPr>
        </p:nvSpPr>
        <p:spPr>
          <a:xfrm>
            <a:off x="1581900" y="1607750"/>
            <a:ext cx="60624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01" name="Google Shape;401;p52"/>
          <p:cNvSpPr txBox="1"/>
          <p:nvPr>
            <p:ph idx="1" type="subTitle"/>
          </p:nvPr>
        </p:nvSpPr>
        <p:spPr>
          <a:xfrm>
            <a:off x="365075" y="400475"/>
            <a:ext cx="42069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02" name="Google Shape;402;p52"/>
          <p:cNvSpPr txBox="1"/>
          <p:nvPr>
            <p:ph idx="2" type="title"/>
          </p:nvPr>
        </p:nvSpPr>
        <p:spPr>
          <a:xfrm>
            <a:off x="383375" y="1607750"/>
            <a:ext cx="11070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03" name="Google Shape;403;p52"/>
          <p:cNvSpPr txBox="1"/>
          <p:nvPr>
            <p:ph idx="3" type="title"/>
          </p:nvPr>
        </p:nvSpPr>
        <p:spPr>
          <a:xfrm>
            <a:off x="1581900" y="1971075"/>
            <a:ext cx="60624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04" name="Google Shape;404;p52"/>
          <p:cNvSpPr txBox="1"/>
          <p:nvPr>
            <p:ph idx="4" type="title"/>
          </p:nvPr>
        </p:nvSpPr>
        <p:spPr>
          <a:xfrm>
            <a:off x="383375" y="1971075"/>
            <a:ext cx="11070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05" name="Google Shape;405;p52"/>
          <p:cNvSpPr txBox="1"/>
          <p:nvPr>
            <p:ph idx="5" type="title"/>
          </p:nvPr>
        </p:nvSpPr>
        <p:spPr>
          <a:xfrm>
            <a:off x="1581900" y="2334400"/>
            <a:ext cx="60624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06" name="Google Shape;406;p52"/>
          <p:cNvSpPr txBox="1"/>
          <p:nvPr>
            <p:ph idx="6" type="title"/>
          </p:nvPr>
        </p:nvSpPr>
        <p:spPr>
          <a:xfrm>
            <a:off x="383375" y="2334400"/>
            <a:ext cx="11070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07" name="Google Shape;407;p52"/>
          <p:cNvSpPr txBox="1"/>
          <p:nvPr>
            <p:ph idx="7" type="title"/>
          </p:nvPr>
        </p:nvSpPr>
        <p:spPr>
          <a:xfrm>
            <a:off x="1581900" y="2697725"/>
            <a:ext cx="60624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08" name="Google Shape;408;p52"/>
          <p:cNvSpPr txBox="1"/>
          <p:nvPr>
            <p:ph idx="8" type="title"/>
          </p:nvPr>
        </p:nvSpPr>
        <p:spPr>
          <a:xfrm>
            <a:off x="383375" y="2697725"/>
            <a:ext cx="11070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09" name="Google Shape;409;p52"/>
          <p:cNvSpPr txBox="1"/>
          <p:nvPr>
            <p:ph idx="9" type="title"/>
          </p:nvPr>
        </p:nvSpPr>
        <p:spPr>
          <a:xfrm>
            <a:off x="1581900" y="3076100"/>
            <a:ext cx="6062400" cy="12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10" name="Google Shape;410;p52"/>
          <p:cNvSpPr txBox="1"/>
          <p:nvPr>
            <p:ph idx="13" type="title"/>
          </p:nvPr>
        </p:nvSpPr>
        <p:spPr>
          <a:xfrm>
            <a:off x="383375" y="3076100"/>
            <a:ext cx="11070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11" name="Google Shape;411;p52"/>
          <p:cNvSpPr txBox="1"/>
          <p:nvPr>
            <p:ph idx="14" type="subTitle"/>
          </p:nvPr>
        </p:nvSpPr>
        <p:spPr>
          <a:xfrm>
            <a:off x="365075" y="238000"/>
            <a:ext cx="2514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4 Basic Table, Two Columns on White">
  <p:cSld name="CUSTOM_63_1">
    <p:bg>
      <p:bgPr>
        <a:solidFill>
          <a:srgbClr val="FFFFFF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3"/>
          <p:cNvSpPr txBox="1"/>
          <p:nvPr>
            <p:ph type="title"/>
          </p:nvPr>
        </p:nvSpPr>
        <p:spPr>
          <a:xfrm>
            <a:off x="1581900" y="1607750"/>
            <a:ext cx="60624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14" name="Google Shape;414;p53"/>
          <p:cNvSpPr txBox="1"/>
          <p:nvPr>
            <p:ph idx="1" type="subTitle"/>
          </p:nvPr>
        </p:nvSpPr>
        <p:spPr>
          <a:xfrm>
            <a:off x="365075" y="400475"/>
            <a:ext cx="42069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15" name="Google Shape;415;p53"/>
          <p:cNvSpPr txBox="1"/>
          <p:nvPr>
            <p:ph idx="2" type="title"/>
          </p:nvPr>
        </p:nvSpPr>
        <p:spPr>
          <a:xfrm>
            <a:off x="383375" y="1607750"/>
            <a:ext cx="11070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16" name="Google Shape;416;p53"/>
          <p:cNvSpPr txBox="1"/>
          <p:nvPr>
            <p:ph idx="3" type="title"/>
          </p:nvPr>
        </p:nvSpPr>
        <p:spPr>
          <a:xfrm>
            <a:off x="1581900" y="1971075"/>
            <a:ext cx="60624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17" name="Google Shape;417;p53"/>
          <p:cNvSpPr txBox="1"/>
          <p:nvPr>
            <p:ph idx="4" type="title"/>
          </p:nvPr>
        </p:nvSpPr>
        <p:spPr>
          <a:xfrm>
            <a:off x="383375" y="1971075"/>
            <a:ext cx="11070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18" name="Google Shape;418;p53"/>
          <p:cNvSpPr txBox="1"/>
          <p:nvPr>
            <p:ph idx="5" type="title"/>
          </p:nvPr>
        </p:nvSpPr>
        <p:spPr>
          <a:xfrm>
            <a:off x="1581900" y="2334400"/>
            <a:ext cx="60624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19" name="Google Shape;419;p53"/>
          <p:cNvSpPr txBox="1"/>
          <p:nvPr>
            <p:ph idx="6" type="title"/>
          </p:nvPr>
        </p:nvSpPr>
        <p:spPr>
          <a:xfrm>
            <a:off x="383375" y="2334400"/>
            <a:ext cx="11070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20" name="Google Shape;420;p53"/>
          <p:cNvSpPr txBox="1"/>
          <p:nvPr>
            <p:ph idx="7" type="title"/>
          </p:nvPr>
        </p:nvSpPr>
        <p:spPr>
          <a:xfrm>
            <a:off x="1581900" y="2697725"/>
            <a:ext cx="60624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21" name="Google Shape;421;p53"/>
          <p:cNvSpPr txBox="1"/>
          <p:nvPr>
            <p:ph idx="8" type="title"/>
          </p:nvPr>
        </p:nvSpPr>
        <p:spPr>
          <a:xfrm>
            <a:off x="383375" y="2697725"/>
            <a:ext cx="11070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22" name="Google Shape;422;p53"/>
          <p:cNvSpPr txBox="1"/>
          <p:nvPr>
            <p:ph idx="9" type="title"/>
          </p:nvPr>
        </p:nvSpPr>
        <p:spPr>
          <a:xfrm>
            <a:off x="1581900" y="3076100"/>
            <a:ext cx="6062400" cy="12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23" name="Google Shape;423;p53"/>
          <p:cNvSpPr txBox="1"/>
          <p:nvPr>
            <p:ph idx="13" type="title"/>
          </p:nvPr>
        </p:nvSpPr>
        <p:spPr>
          <a:xfrm>
            <a:off x="383375" y="3076100"/>
            <a:ext cx="11070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24" name="Google Shape;424;p53"/>
          <p:cNvSpPr txBox="1"/>
          <p:nvPr>
            <p:ph idx="14" type="subTitle"/>
          </p:nvPr>
        </p:nvSpPr>
        <p:spPr>
          <a:xfrm>
            <a:off x="365075" y="238000"/>
            <a:ext cx="2514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425" name="Google Shape;425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3 Four Columns on Black">
  <p:cSld name="CUSTOM_45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4"/>
          <p:cNvSpPr txBox="1"/>
          <p:nvPr>
            <p:ph idx="1" type="subTitle"/>
          </p:nvPr>
        </p:nvSpPr>
        <p:spPr>
          <a:xfrm>
            <a:off x="365375" y="289725"/>
            <a:ext cx="48654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28" name="Google Shape;428;p54"/>
          <p:cNvSpPr txBox="1"/>
          <p:nvPr>
            <p:ph idx="2" type="subTitle"/>
          </p:nvPr>
        </p:nvSpPr>
        <p:spPr>
          <a:xfrm>
            <a:off x="365375" y="515925"/>
            <a:ext cx="48654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29" name="Google Shape;429;p54"/>
          <p:cNvSpPr txBox="1"/>
          <p:nvPr>
            <p:ph type="title"/>
          </p:nvPr>
        </p:nvSpPr>
        <p:spPr>
          <a:xfrm>
            <a:off x="365075" y="1884425"/>
            <a:ext cx="17784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30" name="Google Shape;430;p54"/>
          <p:cNvSpPr txBox="1"/>
          <p:nvPr>
            <p:ph idx="3" type="subTitle"/>
          </p:nvPr>
        </p:nvSpPr>
        <p:spPr>
          <a:xfrm>
            <a:off x="365075" y="15949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31" name="Google Shape;431;p54"/>
          <p:cNvSpPr txBox="1"/>
          <p:nvPr>
            <p:ph idx="4" type="title"/>
          </p:nvPr>
        </p:nvSpPr>
        <p:spPr>
          <a:xfrm>
            <a:off x="2586401" y="1884425"/>
            <a:ext cx="17784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32" name="Google Shape;432;p54"/>
          <p:cNvSpPr txBox="1"/>
          <p:nvPr>
            <p:ph idx="5" type="subTitle"/>
          </p:nvPr>
        </p:nvSpPr>
        <p:spPr>
          <a:xfrm>
            <a:off x="2586396" y="15949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33" name="Google Shape;433;p54"/>
          <p:cNvSpPr txBox="1"/>
          <p:nvPr>
            <p:ph idx="6" type="title"/>
          </p:nvPr>
        </p:nvSpPr>
        <p:spPr>
          <a:xfrm>
            <a:off x="4793125" y="1884425"/>
            <a:ext cx="17784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34" name="Google Shape;434;p54"/>
          <p:cNvSpPr txBox="1"/>
          <p:nvPr>
            <p:ph idx="7" type="subTitle"/>
          </p:nvPr>
        </p:nvSpPr>
        <p:spPr>
          <a:xfrm>
            <a:off x="4793125" y="15949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35" name="Google Shape;435;p54"/>
          <p:cNvSpPr txBox="1"/>
          <p:nvPr>
            <p:ph idx="8" type="title"/>
          </p:nvPr>
        </p:nvSpPr>
        <p:spPr>
          <a:xfrm>
            <a:off x="6999850" y="1884425"/>
            <a:ext cx="17784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36" name="Google Shape;436;p54"/>
          <p:cNvSpPr txBox="1"/>
          <p:nvPr>
            <p:ph idx="9" type="subTitle"/>
          </p:nvPr>
        </p:nvSpPr>
        <p:spPr>
          <a:xfrm>
            <a:off x="6999850" y="15949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3 Four Columns on White">
  <p:cSld name="CUSTOM_45_1">
    <p:bg>
      <p:bgPr>
        <a:solidFill>
          <a:srgbClr val="FFFFFF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5"/>
          <p:cNvSpPr txBox="1"/>
          <p:nvPr>
            <p:ph idx="1" type="subTitle"/>
          </p:nvPr>
        </p:nvSpPr>
        <p:spPr>
          <a:xfrm>
            <a:off x="365375" y="289725"/>
            <a:ext cx="48654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39" name="Google Shape;439;p55"/>
          <p:cNvSpPr txBox="1"/>
          <p:nvPr>
            <p:ph idx="2" type="subTitle"/>
          </p:nvPr>
        </p:nvSpPr>
        <p:spPr>
          <a:xfrm>
            <a:off x="365375" y="515925"/>
            <a:ext cx="48654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40" name="Google Shape;440;p55"/>
          <p:cNvSpPr txBox="1"/>
          <p:nvPr>
            <p:ph type="title"/>
          </p:nvPr>
        </p:nvSpPr>
        <p:spPr>
          <a:xfrm>
            <a:off x="365075" y="1884425"/>
            <a:ext cx="17784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41" name="Google Shape;441;p55"/>
          <p:cNvSpPr txBox="1"/>
          <p:nvPr>
            <p:ph idx="3" type="subTitle"/>
          </p:nvPr>
        </p:nvSpPr>
        <p:spPr>
          <a:xfrm>
            <a:off x="365075" y="15949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42" name="Google Shape;442;p55"/>
          <p:cNvSpPr txBox="1"/>
          <p:nvPr>
            <p:ph idx="4" type="title"/>
          </p:nvPr>
        </p:nvSpPr>
        <p:spPr>
          <a:xfrm>
            <a:off x="2586401" y="1884425"/>
            <a:ext cx="17784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43" name="Google Shape;443;p55"/>
          <p:cNvSpPr txBox="1"/>
          <p:nvPr>
            <p:ph idx="5" type="subTitle"/>
          </p:nvPr>
        </p:nvSpPr>
        <p:spPr>
          <a:xfrm>
            <a:off x="2586396" y="15949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44" name="Google Shape;444;p55"/>
          <p:cNvSpPr txBox="1"/>
          <p:nvPr>
            <p:ph idx="6" type="title"/>
          </p:nvPr>
        </p:nvSpPr>
        <p:spPr>
          <a:xfrm>
            <a:off x="4793125" y="1884425"/>
            <a:ext cx="17784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45" name="Google Shape;445;p55"/>
          <p:cNvSpPr txBox="1"/>
          <p:nvPr>
            <p:ph idx="7" type="subTitle"/>
          </p:nvPr>
        </p:nvSpPr>
        <p:spPr>
          <a:xfrm>
            <a:off x="4793125" y="15949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46" name="Google Shape;446;p55"/>
          <p:cNvSpPr txBox="1"/>
          <p:nvPr>
            <p:ph idx="8" type="title"/>
          </p:nvPr>
        </p:nvSpPr>
        <p:spPr>
          <a:xfrm>
            <a:off x="6999850" y="1884425"/>
            <a:ext cx="17784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47" name="Google Shape;447;p55"/>
          <p:cNvSpPr txBox="1"/>
          <p:nvPr>
            <p:ph idx="9" type="subTitle"/>
          </p:nvPr>
        </p:nvSpPr>
        <p:spPr>
          <a:xfrm>
            <a:off x="6999850" y="15949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448" name="Google Shape;448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4 Four Columns on Black">
  <p:cSld name="CUSTOM_58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6"/>
          <p:cNvSpPr txBox="1"/>
          <p:nvPr>
            <p:ph type="title"/>
          </p:nvPr>
        </p:nvSpPr>
        <p:spPr>
          <a:xfrm>
            <a:off x="365413" y="2055125"/>
            <a:ext cx="17784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51" name="Google Shape;451;p56"/>
          <p:cNvSpPr txBox="1"/>
          <p:nvPr>
            <p:ph idx="1" type="subTitle"/>
          </p:nvPr>
        </p:nvSpPr>
        <p:spPr>
          <a:xfrm>
            <a:off x="365075" y="289700"/>
            <a:ext cx="48654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52" name="Google Shape;452;p56"/>
          <p:cNvSpPr txBox="1"/>
          <p:nvPr>
            <p:ph idx="2" type="subTitle"/>
          </p:nvPr>
        </p:nvSpPr>
        <p:spPr>
          <a:xfrm>
            <a:off x="365075" y="515900"/>
            <a:ext cx="48654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53" name="Google Shape;453;p56"/>
          <p:cNvSpPr txBox="1"/>
          <p:nvPr>
            <p:ph idx="3" type="subTitle"/>
          </p:nvPr>
        </p:nvSpPr>
        <p:spPr>
          <a:xfrm>
            <a:off x="365075" y="1595300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54" name="Google Shape;454;p56"/>
          <p:cNvSpPr txBox="1"/>
          <p:nvPr>
            <p:ph idx="4" type="title"/>
          </p:nvPr>
        </p:nvSpPr>
        <p:spPr>
          <a:xfrm>
            <a:off x="2586738" y="2055125"/>
            <a:ext cx="17784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55" name="Google Shape;455;p56"/>
          <p:cNvSpPr txBox="1"/>
          <p:nvPr>
            <p:ph idx="5" type="subTitle"/>
          </p:nvPr>
        </p:nvSpPr>
        <p:spPr>
          <a:xfrm>
            <a:off x="2586396" y="1595300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56" name="Google Shape;456;p56"/>
          <p:cNvSpPr txBox="1"/>
          <p:nvPr>
            <p:ph idx="6" type="title"/>
          </p:nvPr>
        </p:nvSpPr>
        <p:spPr>
          <a:xfrm>
            <a:off x="4793463" y="2055125"/>
            <a:ext cx="17784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57" name="Google Shape;457;p56"/>
          <p:cNvSpPr txBox="1"/>
          <p:nvPr>
            <p:ph idx="7" type="subTitle"/>
          </p:nvPr>
        </p:nvSpPr>
        <p:spPr>
          <a:xfrm>
            <a:off x="4793125" y="1595300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58" name="Google Shape;458;p56"/>
          <p:cNvSpPr txBox="1"/>
          <p:nvPr>
            <p:ph idx="8" type="title"/>
          </p:nvPr>
        </p:nvSpPr>
        <p:spPr>
          <a:xfrm>
            <a:off x="7000188" y="2055125"/>
            <a:ext cx="17784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59" name="Google Shape;459;p56"/>
          <p:cNvSpPr txBox="1"/>
          <p:nvPr>
            <p:ph idx="9" type="subTitle"/>
          </p:nvPr>
        </p:nvSpPr>
        <p:spPr>
          <a:xfrm>
            <a:off x="6999850" y="1595300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4 Four Columns on White">
  <p:cSld name="CUSTOM_58_1">
    <p:bg>
      <p:bgPr>
        <a:solidFill>
          <a:srgbClr val="FFFFFF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7"/>
          <p:cNvSpPr txBox="1"/>
          <p:nvPr>
            <p:ph type="title"/>
          </p:nvPr>
        </p:nvSpPr>
        <p:spPr>
          <a:xfrm>
            <a:off x="365413" y="2055125"/>
            <a:ext cx="17784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62" name="Google Shape;462;p57"/>
          <p:cNvSpPr txBox="1"/>
          <p:nvPr>
            <p:ph idx="1" type="subTitle"/>
          </p:nvPr>
        </p:nvSpPr>
        <p:spPr>
          <a:xfrm>
            <a:off x="365075" y="289700"/>
            <a:ext cx="48654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63" name="Google Shape;463;p57"/>
          <p:cNvSpPr txBox="1"/>
          <p:nvPr>
            <p:ph idx="2" type="subTitle"/>
          </p:nvPr>
        </p:nvSpPr>
        <p:spPr>
          <a:xfrm>
            <a:off x="365075" y="515900"/>
            <a:ext cx="48654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64" name="Google Shape;464;p57"/>
          <p:cNvSpPr txBox="1"/>
          <p:nvPr>
            <p:ph idx="3" type="subTitle"/>
          </p:nvPr>
        </p:nvSpPr>
        <p:spPr>
          <a:xfrm>
            <a:off x="365075" y="1595300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65" name="Google Shape;465;p57"/>
          <p:cNvSpPr txBox="1"/>
          <p:nvPr>
            <p:ph idx="4" type="title"/>
          </p:nvPr>
        </p:nvSpPr>
        <p:spPr>
          <a:xfrm>
            <a:off x="2586738" y="2055125"/>
            <a:ext cx="17784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66" name="Google Shape;466;p57"/>
          <p:cNvSpPr txBox="1"/>
          <p:nvPr>
            <p:ph idx="5" type="subTitle"/>
          </p:nvPr>
        </p:nvSpPr>
        <p:spPr>
          <a:xfrm>
            <a:off x="2586396" y="1595300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67" name="Google Shape;467;p57"/>
          <p:cNvSpPr txBox="1"/>
          <p:nvPr>
            <p:ph idx="6" type="title"/>
          </p:nvPr>
        </p:nvSpPr>
        <p:spPr>
          <a:xfrm>
            <a:off x="4793463" y="2055125"/>
            <a:ext cx="17784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68" name="Google Shape;468;p57"/>
          <p:cNvSpPr txBox="1"/>
          <p:nvPr>
            <p:ph idx="7" type="subTitle"/>
          </p:nvPr>
        </p:nvSpPr>
        <p:spPr>
          <a:xfrm>
            <a:off x="4793125" y="1595300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69" name="Google Shape;469;p57"/>
          <p:cNvSpPr txBox="1"/>
          <p:nvPr>
            <p:ph idx="8" type="title"/>
          </p:nvPr>
        </p:nvSpPr>
        <p:spPr>
          <a:xfrm>
            <a:off x="7000188" y="2055125"/>
            <a:ext cx="17784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70" name="Google Shape;470;p57"/>
          <p:cNvSpPr txBox="1"/>
          <p:nvPr>
            <p:ph idx="9" type="subTitle"/>
          </p:nvPr>
        </p:nvSpPr>
        <p:spPr>
          <a:xfrm>
            <a:off x="6999850" y="1595300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471" name="Google Shape;471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5 Four Columns on Black">
  <p:cSld name="CUSTOM_64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8"/>
          <p:cNvSpPr txBox="1"/>
          <p:nvPr>
            <p:ph type="title"/>
          </p:nvPr>
        </p:nvSpPr>
        <p:spPr>
          <a:xfrm>
            <a:off x="370425" y="2055125"/>
            <a:ext cx="17784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74" name="Google Shape;474;p58"/>
          <p:cNvSpPr txBox="1"/>
          <p:nvPr>
            <p:ph idx="1" type="subTitle"/>
          </p:nvPr>
        </p:nvSpPr>
        <p:spPr>
          <a:xfrm>
            <a:off x="370425" y="16276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75" name="Google Shape;475;p58"/>
          <p:cNvSpPr txBox="1"/>
          <p:nvPr>
            <p:ph idx="2" type="title"/>
          </p:nvPr>
        </p:nvSpPr>
        <p:spPr>
          <a:xfrm>
            <a:off x="2590413" y="2055125"/>
            <a:ext cx="17784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76" name="Google Shape;476;p58"/>
          <p:cNvSpPr txBox="1"/>
          <p:nvPr>
            <p:ph idx="3" type="subTitle"/>
          </p:nvPr>
        </p:nvSpPr>
        <p:spPr>
          <a:xfrm>
            <a:off x="2590409" y="16276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77" name="Google Shape;477;p58"/>
          <p:cNvSpPr txBox="1"/>
          <p:nvPr>
            <p:ph idx="4" type="title"/>
          </p:nvPr>
        </p:nvSpPr>
        <p:spPr>
          <a:xfrm>
            <a:off x="4795138" y="2055125"/>
            <a:ext cx="17784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78" name="Google Shape;478;p58"/>
          <p:cNvSpPr txBox="1"/>
          <p:nvPr>
            <p:ph idx="5" type="subTitle"/>
          </p:nvPr>
        </p:nvSpPr>
        <p:spPr>
          <a:xfrm>
            <a:off x="4795138" y="16276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79" name="Google Shape;479;p58"/>
          <p:cNvSpPr txBox="1"/>
          <p:nvPr>
            <p:ph idx="6" type="title"/>
          </p:nvPr>
        </p:nvSpPr>
        <p:spPr>
          <a:xfrm>
            <a:off x="6999850" y="2055125"/>
            <a:ext cx="17784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80" name="Google Shape;480;p58"/>
          <p:cNvSpPr txBox="1"/>
          <p:nvPr>
            <p:ph idx="7" type="subTitle"/>
          </p:nvPr>
        </p:nvSpPr>
        <p:spPr>
          <a:xfrm>
            <a:off x="6999850" y="16276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81" name="Google Shape;481;p58"/>
          <p:cNvSpPr txBox="1"/>
          <p:nvPr>
            <p:ph idx="8" type="subTitle"/>
          </p:nvPr>
        </p:nvSpPr>
        <p:spPr>
          <a:xfrm>
            <a:off x="327200" y="879350"/>
            <a:ext cx="60813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82" name="Google Shape;482;p58"/>
          <p:cNvSpPr txBox="1"/>
          <p:nvPr>
            <p:ph idx="9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5 Four Columns on White">
  <p:cSld name="CUSTOM_64_1">
    <p:bg>
      <p:bgPr>
        <a:solidFill>
          <a:srgbClr val="FFFFFF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9"/>
          <p:cNvSpPr txBox="1"/>
          <p:nvPr>
            <p:ph type="title"/>
          </p:nvPr>
        </p:nvSpPr>
        <p:spPr>
          <a:xfrm>
            <a:off x="370425" y="2055125"/>
            <a:ext cx="17784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85" name="Google Shape;485;p59"/>
          <p:cNvSpPr txBox="1"/>
          <p:nvPr>
            <p:ph idx="1" type="subTitle"/>
          </p:nvPr>
        </p:nvSpPr>
        <p:spPr>
          <a:xfrm>
            <a:off x="370425" y="16276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86" name="Google Shape;486;p59"/>
          <p:cNvSpPr txBox="1"/>
          <p:nvPr>
            <p:ph idx="2" type="title"/>
          </p:nvPr>
        </p:nvSpPr>
        <p:spPr>
          <a:xfrm>
            <a:off x="2590413" y="2055125"/>
            <a:ext cx="17784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87" name="Google Shape;487;p59"/>
          <p:cNvSpPr txBox="1"/>
          <p:nvPr>
            <p:ph idx="3" type="subTitle"/>
          </p:nvPr>
        </p:nvSpPr>
        <p:spPr>
          <a:xfrm>
            <a:off x="2590409" y="16276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88" name="Google Shape;488;p59"/>
          <p:cNvSpPr txBox="1"/>
          <p:nvPr>
            <p:ph idx="4" type="title"/>
          </p:nvPr>
        </p:nvSpPr>
        <p:spPr>
          <a:xfrm>
            <a:off x="4795138" y="2055125"/>
            <a:ext cx="17784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89" name="Google Shape;489;p59"/>
          <p:cNvSpPr txBox="1"/>
          <p:nvPr>
            <p:ph idx="5" type="subTitle"/>
          </p:nvPr>
        </p:nvSpPr>
        <p:spPr>
          <a:xfrm>
            <a:off x="4795138" y="16276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90" name="Google Shape;490;p59"/>
          <p:cNvSpPr txBox="1"/>
          <p:nvPr>
            <p:ph idx="6" type="title"/>
          </p:nvPr>
        </p:nvSpPr>
        <p:spPr>
          <a:xfrm>
            <a:off x="6999850" y="2055125"/>
            <a:ext cx="17784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91" name="Google Shape;491;p59"/>
          <p:cNvSpPr txBox="1"/>
          <p:nvPr>
            <p:ph idx="7" type="subTitle"/>
          </p:nvPr>
        </p:nvSpPr>
        <p:spPr>
          <a:xfrm>
            <a:off x="6999850" y="16276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92" name="Google Shape;492;p59"/>
          <p:cNvSpPr txBox="1"/>
          <p:nvPr>
            <p:ph idx="8" type="subTitle"/>
          </p:nvPr>
        </p:nvSpPr>
        <p:spPr>
          <a:xfrm>
            <a:off x="327200" y="879350"/>
            <a:ext cx="6081300" cy="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93" name="Google Shape;493;p59"/>
          <p:cNvSpPr txBox="1"/>
          <p:nvPr>
            <p:ph idx="9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494" name="Google Shape;494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6 Four Columns on Black">
  <p:cSld name="CUSTOM_48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0"/>
          <p:cNvSpPr txBox="1"/>
          <p:nvPr>
            <p:ph type="title"/>
          </p:nvPr>
        </p:nvSpPr>
        <p:spPr>
          <a:xfrm>
            <a:off x="365075" y="1884425"/>
            <a:ext cx="17784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97" name="Google Shape;497;p60"/>
          <p:cNvSpPr txBox="1"/>
          <p:nvPr>
            <p:ph idx="1" type="subTitle"/>
          </p:nvPr>
        </p:nvSpPr>
        <p:spPr>
          <a:xfrm>
            <a:off x="365075" y="15949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98" name="Google Shape;498;p60"/>
          <p:cNvSpPr txBox="1"/>
          <p:nvPr>
            <p:ph idx="2" type="title"/>
          </p:nvPr>
        </p:nvSpPr>
        <p:spPr>
          <a:xfrm>
            <a:off x="2586401" y="1884425"/>
            <a:ext cx="17784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499" name="Google Shape;499;p60"/>
          <p:cNvSpPr txBox="1"/>
          <p:nvPr>
            <p:ph idx="3" type="subTitle"/>
          </p:nvPr>
        </p:nvSpPr>
        <p:spPr>
          <a:xfrm>
            <a:off x="2586396" y="15949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00" name="Google Shape;500;p60"/>
          <p:cNvSpPr txBox="1"/>
          <p:nvPr>
            <p:ph idx="4" type="title"/>
          </p:nvPr>
        </p:nvSpPr>
        <p:spPr>
          <a:xfrm>
            <a:off x="4793125" y="1884425"/>
            <a:ext cx="17784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01" name="Google Shape;501;p60"/>
          <p:cNvSpPr txBox="1"/>
          <p:nvPr>
            <p:ph idx="5" type="subTitle"/>
          </p:nvPr>
        </p:nvSpPr>
        <p:spPr>
          <a:xfrm>
            <a:off x="4793125" y="15949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02" name="Google Shape;502;p60"/>
          <p:cNvSpPr txBox="1"/>
          <p:nvPr>
            <p:ph idx="6" type="title"/>
          </p:nvPr>
        </p:nvSpPr>
        <p:spPr>
          <a:xfrm>
            <a:off x="6999850" y="1884425"/>
            <a:ext cx="17784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03" name="Google Shape;503;p60"/>
          <p:cNvSpPr txBox="1"/>
          <p:nvPr>
            <p:ph idx="7" type="subTitle"/>
          </p:nvPr>
        </p:nvSpPr>
        <p:spPr>
          <a:xfrm>
            <a:off x="6999850" y="15949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04" name="Google Shape;504;p60"/>
          <p:cNvSpPr txBox="1"/>
          <p:nvPr>
            <p:ph idx="8" type="subTitle"/>
          </p:nvPr>
        </p:nvSpPr>
        <p:spPr>
          <a:xfrm>
            <a:off x="365400" y="887275"/>
            <a:ext cx="48741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05" name="Google Shape;505;p60"/>
          <p:cNvSpPr txBox="1"/>
          <p:nvPr>
            <p:ph idx="9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6 Four Columns on White">
  <p:cSld name="CUSTOM_48_1">
    <p:bg>
      <p:bgPr>
        <a:solidFill>
          <a:srgbClr val="FFFFFF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1"/>
          <p:cNvSpPr txBox="1"/>
          <p:nvPr>
            <p:ph type="title"/>
          </p:nvPr>
        </p:nvSpPr>
        <p:spPr>
          <a:xfrm>
            <a:off x="365075" y="1884425"/>
            <a:ext cx="17784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08" name="Google Shape;508;p61"/>
          <p:cNvSpPr txBox="1"/>
          <p:nvPr>
            <p:ph idx="1" type="subTitle"/>
          </p:nvPr>
        </p:nvSpPr>
        <p:spPr>
          <a:xfrm>
            <a:off x="365075" y="15949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09" name="Google Shape;509;p61"/>
          <p:cNvSpPr txBox="1"/>
          <p:nvPr>
            <p:ph idx="2" type="title"/>
          </p:nvPr>
        </p:nvSpPr>
        <p:spPr>
          <a:xfrm>
            <a:off x="2586401" y="1884425"/>
            <a:ext cx="17784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10" name="Google Shape;510;p61"/>
          <p:cNvSpPr txBox="1"/>
          <p:nvPr>
            <p:ph idx="3" type="subTitle"/>
          </p:nvPr>
        </p:nvSpPr>
        <p:spPr>
          <a:xfrm>
            <a:off x="2586396" y="15949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11" name="Google Shape;511;p61"/>
          <p:cNvSpPr txBox="1"/>
          <p:nvPr>
            <p:ph idx="4" type="title"/>
          </p:nvPr>
        </p:nvSpPr>
        <p:spPr>
          <a:xfrm>
            <a:off x="4793125" y="1884425"/>
            <a:ext cx="17784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12" name="Google Shape;512;p61"/>
          <p:cNvSpPr txBox="1"/>
          <p:nvPr>
            <p:ph idx="5" type="subTitle"/>
          </p:nvPr>
        </p:nvSpPr>
        <p:spPr>
          <a:xfrm>
            <a:off x="4793125" y="15949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13" name="Google Shape;513;p61"/>
          <p:cNvSpPr txBox="1"/>
          <p:nvPr>
            <p:ph idx="6" type="title"/>
          </p:nvPr>
        </p:nvSpPr>
        <p:spPr>
          <a:xfrm>
            <a:off x="6999850" y="1884425"/>
            <a:ext cx="1778400" cy="24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14" name="Google Shape;514;p61"/>
          <p:cNvSpPr txBox="1"/>
          <p:nvPr>
            <p:ph idx="7" type="subTitle"/>
          </p:nvPr>
        </p:nvSpPr>
        <p:spPr>
          <a:xfrm>
            <a:off x="6999850" y="159492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15" name="Google Shape;515;p61"/>
          <p:cNvSpPr txBox="1"/>
          <p:nvPr>
            <p:ph idx="8" type="subTitle"/>
          </p:nvPr>
        </p:nvSpPr>
        <p:spPr>
          <a:xfrm>
            <a:off x="365400" y="887275"/>
            <a:ext cx="48741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16" name="Google Shape;516;p61"/>
          <p:cNvSpPr txBox="1"/>
          <p:nvPr>
            <p:ph idx="9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517" name="Google Shape;517;p6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8 Two Rows of Four Columns on Black">
  <p:cSld name="CUSTOM_59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2"/>
          <p:cNvSpPr txBox="1"/>
          <p:nvPr>
            <p:ph type="title"/>
          </p:nvPr>
        </p:nvSpPr>
        <p:spPr>
          <a:xfrm>
            <a:off x="365413" y="2861250"/>
            <a:ext cx="17784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20" name="Google Shape;520;p62"/>
          <p:cNvSpPr txBox="1"/>
          <p:nvPr>
            <p:ph idx="2" type="title"/>
          </p:nvPr>
        </p:nvSpPr>
        <p:spPr>
          <a:xfrm>
            <a:off x="365075" y="1638650"/>
            <a:ext cx="1778400" cy="8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21" name="Google Shape;521;p62"/>
          <p:cNvSpPr txBox="1"/>
          <p:nvPr>
            <p:ph idx="1" type="subTitle"/>
          </p:nvPr>
        </p:nvSpPr>
        <p:spPr>
          <a:xfrm>
            <a:off x="365075" y="1355650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22" name="Google Shape;522;p62"/>
          <p:cNvSpPr txBox="1"/>
          <p:nvPr>
            <p:ph idx="3" type="title"/>
          </p:nvPr>
        </p:nvSpPr>
        <p:spPr>
          <a:xfrm>
            <a:off x="2586400" y="1638650"/>
            <a:ext cx="1778400" cy="8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23" name="Google Shape;523;p62"/>
          <p:cNvSpPr txBox="1"/>
          <p:nvPr>
            <p:ph idx="4" type="subTitle"/>
          </p:nvPr>
        </p:nvSpPr>
        <p:spPr>
          <a:xfrm>
            <a:off x="2586396" y="1355650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24" name="Google Shape;524;p62"/>
          <p:cNvSpPr txBox="1"/>
          <p:nvPr>
            <p:ph idx="5" type="title"/>
          </p:nvPr>
        </p:nvSpPr>
        <p:spPr>
          <a:xfrm>
            <a:off x="4793125" y="1638650"/>
            <a:ext cx="1778400" cy="8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25" name="Google Shape;525;p62"/>
          <p:cNvSpPr txBox="1"/>
          <p:nvPr>
            <p:ph idx="6" type="subTitle"/>
          </p:nvPr>
        </p:nvSpPr>
        <p:spPr>
          <a:xfrm>
            <a:off x="4793125" y="1355650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26" name="Google Shape;526;p62"/>
          <p:cNvSpPr txBox="1"/>
          <p:nvPr>
            <p:ph idx="7" type="title"/>
          </p:nvPr>
        </p:nvSpPr>
        <p:spPr>
          <a:xfrm>
            <a:off x="6999850" y="1638650"/>
            <a:ext cx="1778400" cy="8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27" name="Google Shape;527;p62"/>
          <p:cNvSpPr txBox="1"/>
          <p:nvPr>
            <p:ph idx="8" type="subTitle"/>
          </p:nvPr>
        </p:nvSpPr>
        <p:spPr>
          <a:xfrm>
            <a:off x="6999850" y="1355650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28" name="Google Shape;528;p62"/>
          <p:cNvSpPr txBox="1"/>
          <p:nvPr>
            <p:ph idx="9" type="subTitle"/>
          </p:nvPr>
        </p:nvSpPr>
        <p:spPr>
          <a:xfrm>
            <a:off x="365413" y="2571750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29" name="Google Shape;529;p62"/>
          <p:cNvSpPr txBox="1"/>
          <p:nvPr>
            <p:ph idx="13" type="title"/>
          </p:nvPr>
        </p:nvSpPr>
        <p:spPr>
          <a:xfrm>
            <a:off x="2586750" y="2861250"/>
            <a:ext cx="17784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30" name="Google Shape;530;p62"/>
          <p:cNvSpPr txBox="1"/>
          <p:nvPr>
            <p:ph idx="14" type="subTitle"/>
          </p:nvPr>
        </p:nvSpPr>
        <p:spPr>
          <a:xfrm>
            <a:off x="2586734" y="2571750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31" name="Google Shape;531;p62"/>
          <p:cNvSpPr txBox="1"/>
          <p:nvPr>
            <p:ph idx="15" type="title"/>
          </p:nvPr>
        </p:nvSpPr>
        <p:spPr>
          <a:xfrm>
            <a:off x="4793475" y="2861250"/>
            <a:ext cx="17784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32" name="Google Shape;532;p62"/>
          <p:cNvSpPr txBox="1"/>
          <p:nvPr>
            <p:ph idx="16" type="subTitle"/>
          </p:nvPr>
        </p:nvSpPr>
        <p:spPr>
          <a:xfrm>
            <a:off x="4793463" y="2571750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33" name="Google Shape;533;p62"/>
          <p:cNvSpPr txBox="1"/>
          <p:nvPr>
            <p:ph idx="17" type="title"/>
          </p:nvPr>
        </p:nvSpPr>
        <p:spPr>
          <a:xfrm>
            <a:off x="7000188" y="2861250"/>
            <a:ext cx="17784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34" name="Google Shape;534;p62"/>
          <p:cNvSpPr txBox="1"/>
          <p:nvPr>
            <p:ph idx="18" type="subTitle"/>
          </p:nvPr>
        </p:nvSpPr>
        <p:spPr>
          <a:xfrm>
            <a:off x="7000188" y="2571750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35" name="Google Shape;535;p62"/>
          <p:cNvSpPr txBox="1"/>
          <p:nvPr>
            <p:ph idx="19" type="subTitle"/>
          </p:nvPr>
        </p:nvSpPr>
        <p:spPr>
          <a:xfrm>
            <a:off x="365075" y="400475"/>
            <a:ext cx="4182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36" name="Google Shape;536;p62"/>
          <p:cNvSpPr txBox="1"/>
          <p:nvPr>
            <p:ph idx="20" type="subTitle"/>
          </p:nvPr>
        </p:nvSpPr>
        <p:spPr>
          <a:xfrm>
            <a:off x="365075" y="238000"/>
            <a:ext cx="2514600" cy="1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8 Two Rows of Four Columns on White">
  <p:cSld name="CUSTOM_59_1">
    <p:bg>
      <p:bgPr>
        <a:solidFill>
          <a:srgbClr val="FFFFFF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3"/>
          <p:cNvSpPr txBox="1"/>
          <p:nvPr>
            <p:ph type="title"/>
          </p:nvPr>
        </p:nvSpPr>
        <p:spPr>
          <a:xfrm>
            <a:off x="365413" y="2861250"/>
            <a:ext cx="17784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39" name="Google Shape;539;p63"/>
          <p:cNvSpPr txBox="1"/>
          <p:nvPr>
            <p:ph idx="2" type="title"/>
          </p:nvPr>
        </p:nvSpPr>
        <p:spPr>
          <a:xfrm>
            <a:off x="365075" y="1638650"/>
            <a:ext cx="1778400" cy="8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40" name="Google Shape;540;p63"/>
          <p:cNvSpPr txBox="1"/>
          <p:nvPr>
            <p:ph idx="1" type="subTitle"/>
          </p:nvPr>
        </p:nvSpPr>
        <p:spPr>
          <a:xfrm>
            <a:off x="365075" y="1355650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41" name="Google Shape;541;p63"/>
          <p:cNvSpPr txBox="1"/>
          <p:nvPr>
            <p:ph idx="3" type="title"/>
          </p:nvPr>
        </p:nvSpPr>
        <p:spPr>
          <a:xfrm>
            <a:off x="2586400" y="1638650"/>
            <a:ext cx="1778400" cy="8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42" name="Google Shape;542;p63"/>
          <p:cNvSpPr txBox="1"/>
          <p:nvPr>
            <p:ph idx="4" type="subTitle"/>
          </p:nvPr>
        </p:nvSpPr>
        <p:spPr>
          <a:xfrm>
            <a:off x="2586396" y="1355650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43" name="Google Shape;543;p63"/>
          <p:cNvSpPr txBox="1"/>
          <p:nvPr>
            <p:ph idx="5" type="title"/>
          </p:nvPr>
        </p:nvSpPr>
        <p:spPr>
          <a:xfrm>
            <a:off x="4793125" y="1638650"/>
            <a:ext cx="1778400" cy="8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44" name="Google Shape;544;p63"/>
          <p:cNvSpPr txBox="1"/>
          <p:nvPr>
            <p:ph idx="6" type="subTitle"/>
          </p:nvPr>
        </p:nvSpPr>
        <p:spPr>
          <a:xfrm>
            <a:off x="4793125" y="1355650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45" name="Google Shape;545;p63"/>
          <p:cNvSpPr txBox="1"/>
          <p:nvPr>
            <p:ph idx="7" type="title"/>
          </p:nvPr>
        </p:nvSpPr>
        <p:spPr>
          <a:xfrm>
            <a:off x="6999850" y="1638650"/>
            <a:ext cx="1778400" cy="8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46" name="Google Shape;546;p63"/>
          <p:cNvSpPr txBox="1"/>
          <p:nvPr>
            <p:ph idx="8" type="subTitle"/>
          </p:nvPr>
        </p:nvSpPr>
        <p:spPr>
          <a:xfrm>
            <a:off x="6999850" y="1355650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47" name="Google Shape;547;p63"/>
          <p:cNvSpPr txBox="1"/>
          <p:nvPr>
            <p:ph idx="9" type="subTitle"/>
          </p:nvPr>
        </p:nvSpPr>
        <p:spPr>
          <a:xfrm>
            <a:off x="365413" y="2571750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48" name="Google Shape;548;p63"/>
          <p:cNvSpPr txBox="1"/>
          <p:nvPr>
            <p:ph idx="13" type="title"/>
          </p:nvPr>
        </p:nvSpPr>
        <p:spPr>
          <a:xfrm>
            <a:off x="2586750" y="2861250"/>
            <a:ext cx="17784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49" name="Google Shape;549;p63"/>
          <p:cNvSpPr txBox="1"/>
          <p:nvPr>
            <p:ph idx="14" type="subTitle"/>
          </p:nvPr>
        </p:nvSpPr>
        <p:spPr>
          <a:xfrm>
            <a:off x="2586734" y="2571750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50" name="Google Shape;550;p63"/>
          <p:cNvSpPr txBox="1"/>
          <p:nvPr>
            <p:ph idx="15" type="title"/>
          </p:nvPr>
        </p:nvSpPr>
        <p:spPr>
          <a:xfrm>
            <a:off x="4793475" y="2861250"/>
            <a:ext cx="17784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51" name="Google Shape;551;p63"/>
          <p:cNvSpPr txBox="1"/>
          <p:nvPr>
            <p:ph idx="16" type="subTitle"/>
          </p:nvPr>
        </p:nvSpPr>
        <p:spPr>
          <a:xfrm>
            <a:off x="4793463" y="2571750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52" name="Google Shape;552;p63"/>
          <p:cNvSpPr txBox="1"/>
          <p:nvPr>
            <p:ph idx="17" type="title"/>
          </p:nvPr>
        </p:nvSpPr>
        <p:spPr>
          <a:xfrm>
            <a:off x="7000188" y="2861250"/>
            <a:ext cx="17784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53" name="Google Shape;553;p63"/>
          <p:cNvSpPr txBox="1"/>
          <p:nvPr>
            <p:ph idx="18" type="subTitle"/>
          </p:nvPr>
        </p:nvSpPr>
        <p:spPr>
          <a:xfrm>
            <a:off x="7000188" y="2571750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54" name="Google Shape;554;p63"/>
          <p:cNvSpPr txBox="1"/>
          <p:nvPr>
            <p:ph idx="19" type="subTitle"/>
          </p:nvPr>
        </p:nvSpPr>
        <p:spPr>
          <a:xfrm>
            <a:off x="365075" y="400475"/>
            <a:ext cx="4182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55" name="Google Shape;555;p63"/>
          <p:cNvSpPr txBox="1"/>
          <p:nvPr>
            <p:ph idx="20" type="subTitle"/>
          </p:nvPr>
        </p:nvSpPr>
        <p:spPr>
          <a:xfrm>
            <a:off x="365075" y="238000"/>
            <a:ext cx="25146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556" name="Google Shape;556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7 Four Columns on Black">
  <p:cSld name="CUSTOM_54"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4"/>
          <p:cNvSpPr txBox="1"/>
          <p:nvPr>
            <p:ph type="title"/>
          </p:nvPr>
        </p:nvSpPr>
        <p:spPr>
          <a:xfrm>
            <a:off x="365413" y="2861250"/>
            <a:ext cx="17784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59" name="Google Shape;559;p64"/>
          <p:cNvSpPr txBox="1"/>
          <p:nvPr>
            <p:ph idx="1" type="subTitle"/>
          </p:nvPr>
        </p:nvSpPr>
        <p:spPr>
          <a:xfrm>
            <a:off x="365413" y="2571750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60" name="Google Shape;560;p64"/>
          <p:cNvSpPr txBox="1"/>
          <p:nvPr>
            <p:ph idx="2" type="title"/>
          </p:nvPr>
        </p:nvSpPr>
        <p:spPr>
          <a:xfrm>
            <a:off x="2586738" y="2861250"/>
            <a:ext cx="17784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61" name="Google Shape;561;p64"/>
          <p:cNvSpPr txBox="1"/>
          <p:nvPr>
            <p:ph idx="3" type="subTitle"/>
          </p:nvPr>
        </p:nvSpPr>
        <p:spPr>
          <a:xfrm>
            <a:off x="2586734" y="2571750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62" name="Google Shape;562;p64"/>
          <p:cNvSpPr txBox="1"/>
          <p:nvPr>
            <p:ph idx="4" type="title"/>
          </p:nvPr>
        </p:nvSpPr>
        <p:spPr>
          <a:xfrm>
            <a:off x="4793463" y="2861250"/>
            <a:ext cx="17784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63" name="Google Shape;563;p64"/>
          <p:cNvSpPr txBox="1"/>
          <p:nvPr>
            <p:ph idx="5" type="subTitle"/>
          </p:nvPr>
        </p:nvSpPr>
        <p:spPr>
          <a:xfrm>
            <a:off x="4793463" y="2571750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64" name="Google Shape;564;p64"/>
          <p:cNvSpPr txBox="1"/>
          <p:nvPr>
            <p:ph idx="6" type="title"/>
          </p:nvPr>
        </p:nvSpPr>
        <p:spPr>
          <a:xfrm>
            <a:off x="7000188" y="2861250"/>
            <a:ext cx="17784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65" name="Google Shape;565;p64"/>
          <p:cNvSpPr txBox="1"/>
          <p:nvPr>
            <p:ph idx="7" type="subTitle"/>
          </p:nvPr>
        </p:nvSpPr>
        <p:spPr>
          <a:xfrm>
            <a:off x="7000188" y="2571750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66" name="Google Shape;566;p64"/>
          <p:cNvSpPr txBox="1"/>
          <p:nvPr>
            <p:ph idx="8" type="subTitle"/>
          </p:nvPr>
        </p:nvSpPr>
        <p:spPr>
          <a:xfrm>
            <a:off x="365075" y="892025"/>
            <a:ext cx="6072000" cy="12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67" name="Google Shape;567;p64"/>
          <p:cNvSpPr txBox="1"/>
          <p:nvPr>
            <p:ph idx="9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7 Four Columns on White">
  <p:cSld name="CUSTOM_54_1">
    <p:bg>
      <p:bgPr>
        <a:solidFill>
          <a:srgbClr val="FFFFFF"/>
        </a:soli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65"/>
          <p:cNvSpPr txBox="1"/>
          <p:nvPr>
            <p:ph type="title"/>
          </p:nvPr>
        </p:nvSpPr>
        <p:spPr>
          <a:xfrm>
            <a:off x="365413" y="2861250"/>
            <a:ext cx="17784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70" name="Google Shape;570;p65"/>
          <p:cNvSpPr txBox="1"/>
          <p:nvPr>
            <p:ph idx="1" type="subTitle"/>
          </p:nvPr>
        </p:nvSpPr>
        <p:spPr>
          <a:xfrm>
            <a:off x="365413" y="2571750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71" name="Google Shape;571;p65"/>
          <p:cNvSpPr txBox="1"/>
          <p:nvPr>
            <p:ph idx="2" type="title"/>
          </p:nvPr>
        </p:nvSpPr>
        <p:spPr>
          <a:xfrm>
            <a:off x="2586738" y="2861250"/>
            <a:ext cx="17784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72" name="Google Shape;572;p65"/>
          <p:cNvSpPr txBox="1"/>
          <p:nvPr>
            <p:ph idx="3" type="subTitle"/>
          </p:nvPr>
        </p:nvSpPr>
        <p:spPr>
          <a:xfrm>
            <a:off x="2586734" y="2571750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73" name="Google Shape;573;p65"/>
          <p:cNvSpPr txBox="1"/>
          <p:nvPr>
            <p:ph idx="4" type="title"/>
          </p:nvPr>
        </p:nvSpPr>
        <p:spPr>
          <a:xfrm>
            <a:off x="4793463" y="2861250"/>
            <a:ext cx="17784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74" name="Google Shape;574;p65"/>
          <p:cNvSpPr txBox="1"/>
          <p:nvPr>
            <p:ph idx="5" type="subTitle"/>
          </p:nvPr>
        </p:nvSpPr>
        <p:spPr>
          <a:xfrm>
            <a:off x="4793463" y="2571750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75" name="Google Shape;575;p65"/>
          <p:cNvSpPr txBox="1"/>
          <p:nvPr>
            <p:ph idx="6" type="title"/>
          </p:nvPr>
        </p:nvSpPr>
        <p:spPr>
          <a:xfrm>
            <a:off x="7000188" y="2861250"/>
            <a:ext cx="17784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76" name="Google Shape;576;p65"/>
          <p:cNvSpPr txBox="1"/>
          <p:nvPr>
            <p:ph idx="7" type="subTitle"/>
          </p:nvPr>
        </p:nvSpPr>
        <p:spPr>
          <a:xfrm>
            <a:off x="7000188" y="2571750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77" name="Google Shape;577;p65"/>
          <p:cNvSpPr txBox="1"/>
          <p:nvPr>
            <p:ph idx="8" type="subTitle"/>
          </p:nvPr>
        </p:nvSpPr>
        <p:spPr>
          <a:xfrm>
            <a:off x="365075" y="892025"/>
            <a:ext cx="6072000" cy="12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78" name="Google Shape;578;p65"/>
          <p:cNvSpPr txBox="1"/>
          <p:nvPr>
            <p:ph idx="9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579" name="Google Shape;579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.8 Four Square Images on Black">
  <p:cSld name="CUSTOM_32"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6"/>
          <p:cNvSpPr txBox="1"/>
          <p:nvPr>
            <p:ph idx="1" type="subTitle"/>
          </p:nvPr>
        </p:nvSpPr>
        <p:spPr>
          <a:xfrm>
            <a:off x="365075" y="35204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82" name="Google Shape;582;p66"/>
          <p:cNvSpPr txBox="1"/>
          <p:nvPr>
            <p:ph idx="2" type="subTitle"/>
          </p:nvPr>
        </p:nvSpPr>
        <p:spPr>
          <a:xfrm>
            <a:off x="2552475" y="35204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83" name="Google Shape;583;p66"/>
          <p:cNvSpPr txBox="1"/>
          <p:nvPr>
            <p:ph idx="3" type="subTitle"/>
          </p:nvPr>
        </p:nvSpPr>
        <p:spPr>
          <a:xfrm>
            <a:off x="4750963" y="35204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84" name="Google Shape;584;p66"/>
          <p:cNvSpPr txBox="1"/>
          <p:nvPr>
            <p:ph idx="4" type="subTitle"/>
          </p:nvPr>
        </p:nvSpPr>
        <p:spPr>
          <a:xfrm>
            <a:off x="6949450" y="35204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85" name="Google Shape;585;p66"/>
          <p:cNvSpPr txBox="1"/>
          <p:nvPr>
            <p:ph idx="5" type="subTitle"/>
          </p:nvPr>
        </p:nvSpPr>
        <p:spPr>
          <a:xfrm>
            <a:off x="365075" y="36623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86" name="Google Shape;586;p66"/>
          <p:cNvSpPr txBox="1"/>
          <p:nvPr>
            <p:ph idx="6" type="subTitle"/>
          </p:nvPr>
        </p:nvSpPr>
        <p:spPr>
          <a:xfrm>
            <a:off x="2552475" y="36623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87" name="Google Shape;587;p66"/>
          <p:cNvSpPr txBox="1"/>
          <p:nvPr>
            <p:ph idx="7" type="subTitle"/>
          </p:nvPr>
        </p:nvSpPr>
        <p:spPr>
          <a:xfrm>
            <a:off x="4750963" y="36623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88" name="Google Shape;588;p66"/>
          <p:cNvSpPr txBox="1"/>
          <p:nvPr>
            <p:ph idx="8" type="subTitle"/>
          </p:nvPr>
        </p:nvSpPr>
        <p:spPr>
          <a:xfrm>
            <a:off x="6949450" y="36623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89" name="Google Shape;589;p66"/>
          <p:cNvSpPr txBox="1"/>
          <p:nvPr>
            <p:ph idx="9" type="subTitle"/>
          </p:nvPr>
        </p:nvSpPr>
        <p:spPr>
          <a:xfrm>
            <a:off x="365075" y="892025"/>
            <a:ext cx="4974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90" name="Google Shape;590;p66"/>
          <p:cNvSpPr txBox="1"/>
          <p:nvPr>
            <p:ph idx="13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91" name="Google Shape;591;p66"/>
          <p:cNvSpPr/>
          <p:nvPr/>
        </p:nvSpPr>
        <p:spPr>
          <a:xfrm>
            <a:off x="365075" y="1627625"/>
            <a:ext cx="18288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66"/>
          <p:cNvSpPr/>
          <p:nvPr/>
        </p:nvSpPr>
        <p:spPr>
          <a:xfrm>
            <a:off x="2552475" y="1627625"/>
            <a:ext cx="18288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66"/>
          <p:cNvSpPr/>
          <p:nvPr/>
        </p:nvSpPr>
        <p:spPr>
          <a:xfrm>
            <a:off x="4750963" y="1627625"/>
            <a:ext cx="18288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66"/>
          <p:cNvSpPr/>
          <p:nvPr/>
        </p:nvSpPr>
        <p:spPr>
          <a:xfrm>
            <a:off x="6949450" y="1627625"/>
            <a:ext cx="18288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.8 Four Square Images on White">
  <p:cSld name="CUSTOM_32_2">
    <p:bg>
      <p:bgPr>
        <a:solidFill>
          <a:srgbClr val="FFFFFF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7"/>
          <p:cNvSpPr txBox="1"/>
          <p:nvPr>
            <p:ph idx="1" type="subTitle"/>
          </p:nvPr>
        </p:nvSpPr>
        <p:spPr>
          <a:xfrm>
            <a:off x="365075" y="35204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97" name="Google Shape;597;p67"/>
          <p:cNvSpPr txBox="1"/>
          <p:nvPr>
            <p:ph idx="2" type="subTitle"/>
          </p:nvPr>
        </p:nvSpPr>
        <p:spPr>
          <a:xfrm>
            <a:off x="2552475" y="35204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98" name="Google Shape;598;p67"/>
          <p:cNvSpPr txBox="1"/>
          <p:nvPr>
            <p:ph idx="3" type="subTitle"/>
          </p:nvPr>
        </p:nvSpPr>
        <p:spPr>
          <a:xfrm>
            <a:off x="4750963" y="35204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99" name="Google Shape;599;p67"/>
          <p:cNvSpPr txBox="1"/>
          <p:nvPr>
            <p:ph idx="4" type="subTitle"/>
          </p:nvPr>
        </p:nvSpPr>
        <p:spPr>
          <a:xfrm>
            <a:off x="6949450" y="35204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00" name="Google Shape;600;p67"/>
          <p:cNvSpPr txBox="1"/>
          <p:nvPr>
            <p:ph idx="5" type="subTitle"/>
          </p:nvPr>
        </p:nvSpPr>
        <p:spPr>
          <a:xfrm>
            <a:off x="365075" y="36623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01" name="Google Shape;601;p67"/>
          <p:cNvSpPr txBox="1"/>
          <p:nvPr>
            <p:ph idx="6" type="subTitle"/>
          </p:nvPr>
        </p:nvSpPr>
        <p:spPr>
          <a:xfrm>
            <a:off x="2552475" y="36623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02" name="Google Shape;602;p67"/>
          <p:cNvSpPr txBox="1"/>
          <p:nvPr>
            <p:ph idx="7" type="subTitle"/>
          </p:nvPr>
        </p:nvSpPr>
        <p:spPr>
          <a:xfrm>
            <a:off x="4750963" y="36623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03" name="Google Shape;603;p67"/>
          <p:cNvSpPr txBox="1"/>
          <p:nvPr>
            <p:ph idx="8" type="subTitle"/>
          </p:nvPr>
        </p:nvSpPr>
        <p:spPr>
          <a:xfrm>
            <a:off x="6949450" y="36623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04" name="Google Shape;604;p67"/>
          <p:cNvSpPr txBox="1"/>
          <p:nvPr>
            <p:ph idx="9" type="subTitle"/>
          </p:nvPr>
        </p:nvSpPr>
        <p:spPr>
          <a:xfrm>
            <a:off x="365075" y="892025"/>
            <a:ext cx="4974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05" name="Google Shape;605;p67"/>
          <p:cNvSpPr txBox="1"/>
          <p:nvPr>
            <p:ph idx="13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06" name="Google Shape;606;p67"/>
          <p:cNvSpPr/>
          <p:nvPr/>
        </p:nvSpPr>
        <p:spPr>
          <a:xfrm>
            <a:off x="365075" y="1627625"/>
            <a:ext cx="18288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67"/>
          <p:cNvSpPr/>
          <p:nvPr/>
        </p:nvSpPr>
        <p:spPr>
          <a:xfrm>
            <a:off x="2552475" y="1627625"/>
            <a:ext cx="18288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67"/>
          <p:cNvSpPr/>
          <p:nvPr/>
        </p:nvSpPr>
        <p:spPr>
          <a:xfrm>
            <a:off x="4750963" y="1627625"/>
            <a:ext cx="18288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67"/>
          <p:cNvSpPr/>
          <p:nvPr/>
        </p:nvSpPr>
        <p:spPr>
          <a:xfrm>
            <a:off x="6949450" y="1627625"/>
            <a:ext cx="18288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0" name="Google Shape;610;p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.7 Four Square Images on Black">
  <p:cSld name="CUSTOM_49"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68"/>
          <p:cNvSpPr/>
          <p:nvPr/>
        </p:nvSpPr>
        <p:spPr>
          <a:xfrm>
            <a:off x="365075" y="1627625"/>
            <a:ext cx="18288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68"/>
          <p:cNvSpPr/>
          <p:nvPr/>
        </p:nvSpPr>
        <p:spPr>
          <a:xfrm>
            <a:off x="2552475" y="1627625"/>
            <a:ext cx="18288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68"/>
          <p:cNvSpPr/>
          <p:nvPr/>
        </p:nvSpPr>
        <p:spPr>
          <a:xfrm>
            <a:off x="4750963" y="1627625"/>
            <a:ext cx="18288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68"/>
          <p:cNvSpPr/>
          <p:nvPr/>
        </p:nvSpPr>
        <p:spPr>
          <a:xfrm>
            <a:off x="6949450" y="1627625"/>
            <a:ext cx="18288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68"/>
          <p:cNvSpPr txBox="1"/>
          <p:nvPr>
            <p:ph idx="1" type="subTitle"/>
          </p:nvPr>
        </p:nvSpPr>
        <p:spPr>
          <a:xfrm>
            <a:off x="365075" y="35204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17" name="Google Shape;617;p68"/>
          <p:cNvSpPr txBox="1"/>
          <p:nvPr>
            <p:ph idx="2" type="subTitle"/>
          </p:nvPr>
        </p:nvSpPr>
        <p:spPr>
          <a:xfrm>
            <a:off x="2552475" y="35204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18" name="Google Shape;618;p68"/>
          <p:cNvSpPr txBox="1"/>
          <p:nvPr>
            <p:ph idx="3" type="subTitle"/>
          </p:nvPr>
        </p:nvSpPr>
        <p:spPr>
          <a:xfrm>
            <a:off x="4750963" y="35204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19" name="Google Shape;619;p68"/>
          <p:cNvSpPr txBox="1"/>
          <p:nvPr>
            <p:ph idx="4" type="subTitle"/>
          </p:nvPr>
        </p:nvSpPr>
        <p:spPr>
          <a:xfrm>
            <a:off x="6949450" y="35204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20" name="Google Shape;620;p68"/>
          <p:cNvSpPr txBox="1"/>
          <p:nvPr>
            <p:ph idx="5" type="subTitle"/>
          </p:nvPr>
        </p:nvSpPr>
        <p:spPr>
          <a:xfrm>
            <a:off x="365075" y="36623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21" name="Google Shape;621;p68"/>
          <p:cNvSpPr txBox="1"/>
          <p:nvPr>
            <p:ph idx="6" type="subTitle"/>
          </p:nvPr>
        </p:nvSpPr>
        <p:spPr>
          <a:xfrm>
            <a:off x="2552475" y="36623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22" name="Google Shape;622;p68"/>
          <p:cNvSpPr txBox="1"/>
          <p:nvPr>
            <p:ph idx="7" type="subTitle"/>
          </p:nvPr>
        </p:nvSpPr>
        <p:spPr>
          <a:xfrm>
            <a:off x="4750963" y="36623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23" name="Google Shape;623;p68"/>
          <p:cNvSpPr txBox="1"/>
          <p:nvPr>
            <p:ph idx="8" type="subTitle"/>
          </p:nvPr>
        </p:nvSpPr>
        <p:spPr>
          <a:xfrm>
            <a:off x="6949450" y="36623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24" name="Google Shape;624;p68"/>
          <p:cNvSpPr txBox="1"/>
          <p:nvPr>
            <p:ph idx="9" type="subTitle"/>
          </p:nvPr>
        </p:nvSpPr>
        <p:spPr>
          <a:xfrm>
            <a:off x="365075" y="504225"/>
            <a:ext cx="4974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25" name="Google Shape;625;p68"/>
          <p:cNvSpPr txBox="1"/>
          <p:nvPr>
            <p:ph idx="13" type="subTitle"/>
          </p:nvPr>
        </p:nvSpPr>
        <p:spPr>
          <a:xfrm>
            <a:off x="365075" y="294225"/>
            <a:ext cx="4182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.7 Four Square Images on White">
  <p:cSld name="CUSTOM_49_1">
    <p:bg>
      <p:bgPr>
        <a:solidFill>
          <a:srgbClr val="FFFFFF"/>
        </a:solidFill>
      </p:bgPr>
    </p:bg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9"/>
          <p:cNvSpPr/>
          <p:nvPr/>
        </p:nvSpPr>
        <p:spPr>
          <a:xfrm>
            <a:off x="365075" y="1627625"/>
            <a:ext cx="18288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69"/>
          <p:cNvSpPr/>
          <p:nvPr/>
        </p:nvSpPr>
        <p:spPr>
          <a:xfrm>
            <a:off x="2552475" y="1627625"/>
            <a:ext cx="18288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69"/>
          <p:cNvSpPr/>
          <p:nvPr/>
        </p:nvSpPr>
        <p:spPr>
          <a:xfrm>
            <a:off x="4750963" y="1627625"/>
            <a:ext cx="18288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69"/>
          <p:cNvSpPr/>
          <p:nvPr/>
        </p:nvSpPr>
        <p:spPr>
          <a:xfrm>
            <a:off x="6949450" y="1627625"/>
            <a:ext cx="18288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69"/>
          <p:cNvSpPr txBox="1"/>
          <p:nvPr>
            <p:ph idx="1" type="subTitle"/>
          </p:nvPr>
        </p:nvSpPr>
        <p:spPr>
          <a:xfrm>
            <a:off x="365075" y="35204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32" name="Google Shape;632;p69"/>
          <p:cNvSpPr txBox="1"/>
          <p:nvPr>
            <p:ph idx="2" type="subTitle"/>
          </p:nvPr>
        </p:nvSpPr>
        <p:spPr>
          <a:xfrm>
            <a:off x="2552475" y="35204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33" name="Google Shape;633;p69"/>
          <p:cNvSpPr txBox="1"/>
          <p:nvPr>
            <p:ph idx="3" type="subTitle"/>
          </p:nvPr>
        </p:nvSpPr>
        <p:spPr>
          <a:xfrm>
            <a:off x="4750963" y="35204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34" name="Google Shape;634;p69"/>
          <p:cNvSpPr txBox="1"/>
          <p:nvPr>
            <p:ph idx="4" type="subTitle"/>
          </p:nvPr>
        </p:nvSpPr>
        <p:spPr>
          <a:xfrm>
            <a:off x="6949450" y="35204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35" name="Google Shape;635;p69"/>
          <p:cNvSpPr txBox="1"/>
          <p:nvPr>
            <p:ph idx="5" type="subTitle"/>
          </p:nvPr>
        </p:nvSpPr>
        <p:spPr>
          <a:xfrm>
            <a:off x="365075" y="36623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36" name="Google Shape;636;p69"/>
          <p:cNvSpPr txBox="1"/>
          <p:nvPr>
            <p:ph idx="6" type="subTitle"/>
          </p:nvPr>
        </p:nvSpPr>
        <p:spPr>
          <a:xfrm>
            <a:off x="2552475" y="36623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37" name="Google Shape;637;p69"/>
          <p:cNvSpPr txBox="1"/>
          <p:nvPr>
            <p:ph idx="7" type="subTitle"/>
          </p:nvPr>
        </p:nvSpPr>
        <p:spPr>
          <a:xfrm>
            <a:off x="4750963" y="36623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38" name="Google Shape;638;p69"/>
          <p:cNvSpPr txBox="1"/>
          <p:nvPr>
            <p:ph idx="8" type="subTitle"/>
          </p:nvPr>
        </p:nvSpPr>
        <p:spPr>
          <a:xfrm>
            <a:off x="6949450" y="36623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39" name="Google Shape;639;p69"/>
          <p:cNvSpPr txBox="1"/>
          <p:nvPr>
            <p:ph idx="9" type="subTitle"/>
          </p:nvPr>
        </p:nvSpPr>
        <p:spPr>
          <a:xfrm>
            <a:off x="365075" y="504225"/>
            <a:ext cx="4974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40" name="Google Shape;640;p69"/>
          <p:cNvSpPr txBox="1"/>
          <p:nvPr>
            <p:ph idx="13" type="subTitle"/>
          </p:nvPr>
        </p:nvSpPr>
        <p:spPr>
          <a:xfrm>
            <a:off x="365075" y="294225"/>
            <a:ext cx="4182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pic>
        <p:nvPicPr>
          <p:cNvPr id="641" name="Google Shape;641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.5 Three Square Images, Centered on Black">
  <p:cSld name="CUSTOM_36"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70"/>
          <p:cNvSpPr/>
          <p:nvPr/>
        </p:nvSpPr>
        <p:spPr>
          <a:xfrm>
            <a:off x="1586463" y="1627625"/>
            <a:ext cx="18288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70"/>
          <p:cNvSpPr/>
          <p:nvPr/>
        </p:nvSpPr>
        <p:spPr>
          <a:xfrm>
            <a:off x="3657588" y="1627625"/>
            <a:ext cx="18288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70"/>
          <p:cNvSpPr/>
          <p:nvPr/>
        </p:nvSpPr>
        <p:spPr>
          <a:xfrm>
            <a:off x="5728713" y="1627625"/>
            <a:ext cx="18288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70"/>
          <p:cNvSpPr txBox="1"/>
          <p:nvPr>
            <p:ph idx="1" type="subTitle"/>
          </p:nvPr>
        </p:nvSpPr>
        <p:spPr>
          <a:xfrm>
            <a:off x="1586463" y="35204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47" name="Google Shape;647;p70"/>
          <p:cNvSpPr txBox="1"/>
          <p:nvPr>
            <p:ph idx="2" type="subTitle"/>
          </p:nvPr>
        </p:nvSpPr>
        <p:spPr>
          <a:xfrm>
            <a:off x="1586463" y="36623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48" name="Google Shape;648;p70"/>
          <p:cNvSpPr txBox="1"/>
          <p:nvPr>
            <p:ph idx="3" type="subTitle"/>
          </p:nvPr>
        </p:nvSpPr>
        <p:spPr>
          <a:xfrm>
            <a:off x="3657588" y="35204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49" name="Google Shape;649;p70"/>
          <p:cNvSpPr txBox="1"/>
          <p:nvPr>
            <p:ph idx="4" type="subTitle"/>
          </p:nvPr>
        </p:nvSpPr>
        <p:spPr>
          <a:xfrm>
            <a:off x="3657588" y="36623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50" name="Google Shape;650;p70"/>
          <p:cNvSpPr txBox="1"/>
          <p:nvPr>
            <p:ph idx="5" type="subTitle"/>
          </p:nvPr>
        </p:nvSpPr>
        <p:spPr>
          <a:xfrm>
            <a:off x="5728713" y="35204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51" name="Google Shape;651;p70"/>
          <p:cNvSpPr txBox="1"/>
          <p:nvPr>
            <p:ph idx="6" type="subTitle"/>
          </p:nvPr>
        </p:nvSpPr>
        <p:spPr>
          <a:xfrm>
            <a:off x="5728713" y="36623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52" name="Google Shape;652;p70"/>
          <p:cNvSpPr txBox="1"/>
          <p:nvPr>
            <p:ph idx="7" type="subTitle"/>
          </p:nvPr>
        </p:nvSpPr>
        <p:spPr>
          <a:xfrm>
            <a:off x="365075" y="298975"/>
            <a:ext cx="4182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53" name="Google Shape;653;p70"/>
          <p:cNvSpPr txBox="1"/>
          <p:nvPr>
            <p:ph idx="8" type="subTitle"/>
          </p:nvPr>
        </p:nvSpPr>
        <p:spPr>
          <a:xfrm>
            <a:off x="365075" y="508975"/>
            <a:ext cx="4974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.5 Three Square Images, Centered on White">
  <p:cSld name="CUSTOM_36_1">
    <p:bg>
      <p:bgPr>
        <a:solidFill>
          <a:srgbClr val="FFFFFF"/>
        </a:solidFill>
      </p:bgPr>
    </p:bg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71"/>
          <p:cNvSpPr/>
          <p:nvPr/>
        </p:nvSpPr>
        <p:spPr>
          <a:xfrm>
            <a:off x="1586463" y="1627625"/>
            <a:ext cx="18288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71"/>
          <p:cNvSpPr/>
          <p:nvPr/>
        </p:nvSpPr>
        <p:spPr>
          <a:xfrm>
            <a:off x="3657588" y="1627625"/>
            <a:ext cx="18288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71"/>
          <p:cNvSpPr/>
          <p:nvPr/>
        </p:nvSpPr>
        <p:spPr>
          <a:xfrm>
            <a:off x="5728713" y="1627625"/>
            <a:ext cx="18288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71"/>
          <p:cNvSpPr txBox="1"/>
          <p:nvPr>
            <p:ph idx="1" type="subTitle"/>
          </p:nvPr>
        </p:nvSpPr>
        <p:spPr>
          <a:xfrm>
            <a:off x="1586463" y="35204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59" name="Google Shape;659;p71"/>
          <p:cNvSpPr txBox="1"/>
          <p:nvPr>
            <p:ph idx="2" type="subTitle"/>
          </p:nvPr>
        </p:nvSpPr>
        <p:spPr>
          <a:xfrm>
            <a:off x="1586463" y="36623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60" name="Google Shape;660;p71"/>
          <p:cNvSpPr txBox="1"/>
          <p:nvPr>
            <p:ph idx="3" type="subTitle"/>
          </p:nvPr>
        </p:nvSpPr>
        <p:spPr>
          <a:xfrm>
            <a:off x="3657588" y="35204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61" name="Google Shape;661;p71"/>
          <p:cNvSpPr txBox="1"/>
          <p:nvPr>
            <p:ph idx="4" type="subTitle"/>
          </p:nvPr>
        </p:nvSpPr>
        <p:spPr>
          <a:xfrm>
            <a:off x="3657588" y="36623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62" name="Google Shape;662;p71"/>
          <p:cNvSpPr txBox="1"/>
          <p:nvPr>
            <p:ph idx="5" type="subTitle"/>
          </p:nvPr>
        </p:nvSpPr>
        <p:spPr>
          <a:xfrm>
            <a:off x="5728713" y="35204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63" name="Google Shape;663;p71"/>
          <p:cNvSpPr txBox="1"/>
          <p:nvPr>
            <p:ph idx="6" type="subTitle"/>
          </p:nvPr>
        </p:nvSpPr>
        <p:spPr>
          <a:xfrm>
            <a:off x="5728713" y="36623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64" name="Google Shape;664;p71"/>
          <p:cNvSpPr txBox="1"/>
          <p:nvPr>
            <p:ph idx="7" type="subTitle"/>
          </p:nvPr>
        </p:nvSpPr>
        <p:spPr>
          <a:xfrm>
            <a:off x="365075" y="298975"/>
            <a:ext cx="4182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65" name="Google Shape;665;p71"/>
          <p:cNvSpPr txBox="1"/>
          <p:nvPr>
            <p:ph idx="8" type="subTitle"/>
          </p:nvPr>
        </p:nvSpPr>
        <p:spPr>
          <a:xfrm>
            <a:off x="365075" y="508975"/>
            <a:ext cx="4974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pic>
        <p:nvPicPr>
          <p:cNvPr id="666" name="Google Shape;666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.6 Three Square Images on Black">
  <p:cSld name="CUSTOM_32_1"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72"/>
          <p:cNvSpPr txBox="1"/>
          <p:nvPr>
            <p:ph idx="1" type="subTitle"/>
          </p:nvPr>
        </p:nvSpPr>
        <p:spPr>
          <a:xfrm>
            <a:off x="365075" y="1580325"/>
            <a:ext cx="1828800" cy="18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69" name="Google Shape;669;p72"/>
          <p:cNvSpPr/>
          <p:nvPr/>
        </p:nvSpPr>
        <p:spPr>
          <a:xfrm>
            <a:off x="2798075" y="1627625"/>
            <a:ext cx="18288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72"/>
          <p:cNvSpPr/>
          <p:nvPr/>
        </p:nvSpPr>
        <p:spPr>
          <a:xfrm>
            <a:off x="4873763" y="1627625"/>
            <a:ext cx="18288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72"/>
          <p:cNvSpPr/>
          <p:nvPr/>
        </p:nvSpPr>
        <p:spPr>
          <a:xfrm>
            <a:off x="6949438" y="1627625"/>
            <a:ext cx="18288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72"/>
          <p:cNvSpPr txBox="1"/>
          <p:nvPr>
            <p:ph idx="2" type="subTitle"/>
          </p:nvPr>
        </p:nvSpPr>
        <p:spPr>
          <a:xfrm>
            <a:off x="2798075" y="35204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73" name="Google Shape;673;p72"/>
          <p:cNvSpPr txBox="1"/>
          <p:nvPr>
            <p:ph idx="3" type="subTitle"/>
          </p:nvPr>
        </p:nvSpPr>
        <p:spPr>
          <a:xfrm>
            <a:off x="2798075" y="36623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74" name="Google Shape;674;p72"/>
          <p:cNvSpPr txBox="1"/>
          <p:nvPr>
            <p:ph idx="4" type="subTitle"/>
          </p:nvPr>
        </p:nvSpPr>
        <p:spPr>
          <a:xfrm>
            <a:off x="4873763" y="35204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75" name="Google Shape;675;p72"/>
          <p:cNvSpPr txBox="1"/>
          <p:nvPr>
            <p:ph idx="5" type="subTitle"/>
          </p:nvPr>
        </p:nvSpPr>
        <p:spPr>
          <a:xfrm>
            <a:off x="4873763" y="36623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76" name="Google Shape;676;p72"/>
          <p:cNvSpPr txBox="1"/>
          <p:nvPr>
            <p:ph idx="6" type="subTitle"/>
          </p:nvPr>
        </p:nvSpPr>
        <p:spPr>
          <a:xfrm>
            <a:off x="6949438" y="35204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77" name="Google Shape;677;p72"/>
          <p:cNvSpPr txBox="1"/>
          <p:nvPr>
            <p:ph idx="7" type="subTitle"/>
          </p:nvPr>
        </p:nvSpPr>
        <p:spPr>
          <a:xfrm>
            <a:off x="6949438" y="36623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78" name="Google Shape;678;p72"/>
          <p:cNvSpPr txBox="1"/>
          <p:nvPr>
            <p:ph idx="8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.6 Three Square Images on White">
  <p:cSld name="CUSTOM_32_1_1">
    <p:bg>
      <p:bgPr>
        <a:solidFill>
          <a:srgbClr val="FFFFFF"/>
        </a:solidFill>
      </p:bgPr>
    </p:bg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73"/>
          <p:cNvSpPr txBox="1"/>
          <p:nvPr>
            <p:ph idx="1" type="subTitle"/>
          </p:nvPr>
        </p:nvSpPr>
        <p:spPr>
          <a:xfrm>
            <a:off x="365075" y="1580325"/>
            <a:ext cx="1828800" cy="18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81" name="Google Shape;681;p73"/>
          <p:cNvSpPr/>
          <p:nvPr/>
        </p:nvSpPr>
        <p:spPr>
          <a:xfrm>
            <a:off x="2798075" y="1627625"/>
            <a:ext cx="18288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73"/>
          <p:cNvSpPr/>
          <p:nvPr/>
        </p:nvSpPr>
        <p:spPr>
          <a:xfrm>
            <a:off x="4873763" y="1627625"/>
            <a:ext cx="18288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73"/>
          <p:cNvSpPr/>
          <p:nvPr/>
        </p:nvSpPr>
        <p:spPr>
          <a:xfrm>
            <a:off x="6949438" y="1627625"/>
            <a:ext cx="18288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73"/>
          <p:cNvSpPr txBox="1"/>
          <p:nvPr>
            <p:ph idx="2" type="subTitle"/>
          </p:nvPr>
        </p:nvSpPr>
        <p:spPr>
          <a:xfrm>
            <a:off x="2798075" y="35204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85" name="Google Shape;685;p73"/>
          <p:cNvSpPr txBox="1"/>
          <p:nvPr>
            <p:ph idx="3" type="subTitle"/>
          </p:nvPr>
        </p:nvSpPr>
        <p:spPr>
          <a:xfrm>
            <a:off x="2798075" y="36623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86" name="Google Shape;686;p73"/>
          <p:cNvSpPr txBox="1"/>
          <p:nvPr>
            <p:ph idx="4" type="subTitle"/>
          </p:nvPr>
        </p:nvSpPr>
        <p:spPr>
          <a:xfrm>
            <a:off x="4873763" y="35204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87" name="Google Shape;687;p73"/>
          <p:cNvSpPr txBox="1"/>
          <p:nvPr>
            <p:ph idx="5" type="subTitle"/>
          </p:nvPr>
        </p:nvSpPr>
        <p:spPr>
          <a:xfrm>
            <a:off x="4873763" y="36623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88" name="Google Shape;688;p73"/>
          <p:cNvSpPr txBox="1"/>
          <p:nvPr>
            <p:ph idx="6" type="subTitle"/>
          </p:nvPr>
        </p:nvSpPr>
        <p:spPr>
          <a:xfrm>
            <a:off x="6949438" y="35204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89" name="Google Shape;689;p73"/>
          <p:cNvSpPr txBox="1"/>
          <p:nvPr>
            <p:ph idx="7" type="subTitle"/>
          </p:nvPr>
        </p:nvSpPr>
        <p:spPr>
          <a:xfrm>
            <a:off x="6949438" y="36623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90" name="Google Shape;690;p73"/>
          <p:cNvSpPr txBox="1"/>
          <p:nvPr>
            <p:ph idx="8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691" name="Google Shape;691;p7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.4 Two Square Images on Black">
  <p:cSld name="CUSTOM_33"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4"/>
          <p:cNvSpPr/>
          <p:nvPr/>
        </p:nvSpPr>
        <p:spPr>
          <a:xfrm>
            <a:off x="2798088" y="914400"/>
            <a:ext cx="2743200" cy="27432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74"/>
          <p:cNvSpPr/>
          <p:nvPr/>
        </p:nvSpPr>
        <p:spPr>
          <a:xfrm>
            <a:off x="6035050" y="914400"/>
            <a:ext cx="2743200" cy="27432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74"/>
          <p:cNvSpPr txBox="1"/>
          <p:nvPr>
            <p:ph idx="1" type="subTitle"/>
          </p:nvPr>
        </p:nvSpPr>
        <p:spPr>
          <a:xfrm>
            <a:off x="365075" y="888075"/>
            <a:ext cx="2135400" cy="18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96" name="Google Shape;696;p74"/>
          <p:cNvSpPr txBox="1"/>
          <p:nvPr>
            <p:ph idx="2" type="subTitle"/>
          </p:nvPr>
        </p:nvSpPr>
        <p:spPr>
          <a:xfrm>
            <a:off x="2798075" y="37586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97" name="Google Shape;697;p74"/>
          <p:cNvSpPr txBox="1"/>
          <p:nvPr>
            <p:ph idx="3" type="subTitle"/>
          </p:nvPr>
        </p:nvSpPr>
        <p:spPr>
          <a:xfrm>
            <a:off x="2798075" y="39005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98" name="Google Shape;698;p74"/>
          <p:cNvSpPr txBox="1"/>
          <p:nvPr>
            <p:ph idx="4" type="subTitle"/>
          </p:nvPr>
        </p:nvSpPr>
        <p:spPr>
          <a:xfrm>
            <a:off x="6035038" y="37586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699" name="Google Shape;699;p74"/>
          <p:cNvSpPr txBox="1"/>
          <p:nvPr>
            <p:ph idx="5" type="subTitle"/>
          </p:nvPr>
        </p:nvSpPr>
        <p:spPr>
          <a:xfrm>
            <a:off x="6035038" y="39005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00" name="Google Shape;700;p74"/>
          <p:cNvSpPr txBox="1"/>
          <p:nvPr>
            <p:ph idx="6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.4 Two Square Images on White">
  <p:cSld name="CUSTOM_33_1">
    <p:bg>
      <p:bgPr>
        <a:solidFill>
          <a:srgbClr val="FFFFFF"/>
        </a:solidFill>
      </p:bgPr>
    </p:bg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75"/>
          <p:cNvSpPr/>
          <p:nvPr/>
        </p:nvSpPr>
        <p:spPr>
          <a:xfrm>
            <a:off x="2798088" y="914400"/>
            <a:ext cx="2743200" cy="27432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75"/>
          <p:cNvSpPr/>
          <p:nvPr/>
        </p:nvSpPr>
        <p:spPr>
          <a:xfrm>
            <a:off x="6035050" y="914400"/>
            <a:ext cx="2743200" cy="27432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75"/>
          <p:cNvSpPr txBox="1"/>
          <p:nvPr>
            <p:ph idx="1" type="subTitle"/>
          </p:nvPr>
        </p:nvSpPr>
        <p:spPr>
          <a:xfrm>
            <a:off x="365075" y="888075"/>
            <a:ext cx="2114400" cy="18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05" name="Google Shape;705;p75"/>
          <p:cNvSpPr txBox="1"/>
          <p:nvPr>
            <p:ph idx="2" type="subTitle"/>
          </p:nvPr>
        </p:nvSpPr>
        <p:spPr>
          <a:xfrm>
            <a:off x="2798075" y="37586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06" name="Google Shape;706;p75"/>
          <p:cNvSpPr txBox="1"/>
          <p:nvPr>
            <p:ph idx="3" type="subTitle"/>
          </p:nvPr>
        </p:nvSpPr>
        <p:spPr>
          <a:xfrm>
            <a:off x="2798075" y="39005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07" name="Google Shape;707;p75"/>
          <p:cNvSpPr txBox="1"/>
          <p:nvPr>
            <p:ph idx="4" type="subTitle"/>
          </p:nvPr>
        </p:nvSpPr>
        <p:spPr>
          <a:xfrm>
            <a:off x="6035038" y="37586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08" name="Google Shape;708;p75"/>
          <p:cNvSpPr txBox="1"/>
          <p:nvPr>
            <p:ph idx="5" type="subTitle"/>
          </p:nvPr>
        </p:nvSpPr>
        <p:spPr>
          <a:xfrm>
            <a:off x="6035038" y="390055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09" name="Google Shape;709;p75"/>
          <p:cNvSpPr txBox="1"/>
          <p:nvPr>
            <p:ph idx="6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710" name="Google Shape;710;p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.3 Two Square Images, Centered on Black">
  <p:cSld name="CUSTOM_34"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76"/>
          <p:cNvSpPr/>
          <p:nvPr/>
        </p:nvSpPr>
        <p:spPr>
          <a:xfrm>
            <a:off x="1581913" y="1215350"/>
            <a:ext cx="2743200" cy="27432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76"/>
          <p:cNvSpPr/>
          <p:nvPr/>
        </p:nvSpPr>
        <p:spPr>
          <a:xfrm>
            <a:off x="4809738" y="1215350"/>
            <a:ext cx="2743200" cy="27432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76"/>
          <p:cNvSpPr txBox="1"/>
          <p:nvPr>
            <p:ph idx="1" type="subTitle"/>
          </p:nvPr>
        </p:nvSpPr>
        <p:spPr>
          <a:xfrm>
            <a:off x="1581900" y="405960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15" name="Google Shape;715;p76"/>
          <p:cNvSpPr txBox="1"/>
          <p:nvPr>
            <p:ph idx="2" type="subTitle"/>
          </p:nvPr>
        </p:nvSpPr>
        <p:spPr>
          <a:xfrm>
            <a:off x="1581900" y="420150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16" name="Google Shape;716;p76"/>
          <p:cNvSpPr txBox="1"/>
          <p:nvPr>
            <p:ph idx="3" type="subTitle"/>
          </p:nvPr>
        </p:nvSpPr>
        <p:spPr>
          <a:xfrm>
            <a:off x="4809750" y="405960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17" name="Google Shape;717;p76"/>
          <p:cNvSpPr txBox="1"/>
          <p:nvPr>
            <p:ph idx="4" type="subTitle"/>
          </p:nvPr>
        </p:nvSpPr>
        <p:spPr>
          <a:xfrm>
            <a:off x="4809750" y="420150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18" name="Google Shape;718;p76"/>
          <p:cNvSpPr txBox="1"/>
          <p:nvPr>
            <p:ph idx="5" type="subTitle"/>
          </p:nvPr>
        </p:nvSpPr>
        <p:spPr>
          <a:xfrm>
            <a:off x="365075" y="298975"/>
            <a:ext cx="4182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19" name="Google Shape;719;p76"/>
          <p:cNvSpPr txBox="1"/>
          <p:nvPr>
            <p:ph idx="6" type="subTitle"/>
          </p:nvPr>
        </p:nvSpPr>
        <p:spPr>
          <a:xfrm>
            <a:off x="365075" y="535450"/>
            <a:ext cx="4974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.3 Two Square Images, Centered on White">
  <p:cSld name="CUSTOM_34_1">
    <p:bg>
      <p:bgPr>
        <a:solidFill>
          <a:srgbClr val="FFFFFF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77"/>
          <p:cNvSpPr/>
          <p:nvPr/>
        </p:nvSpPr>
        <p:spPr>
          <a:xfrm>
            <a:off x="1581913" y="1215350"/>
            <a:ext cx="2743200" cy="27432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77"/>
          <p:cNvSpPr/>
          <p:nvPr/>
        </p:nvSpPr>
        <p:spPr>
          <a:xfrm>
            <a:off x="4809738" y="1215350"/>
            <a:ext cx="2743200" cy="27432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77"/>
          <p:cNvSpPr txBox="1"/>
          <p:nvPr>
            <p:ph idx="1" type="subTitle"/>
          </p:nvPr>
        </p:nvSpPr>
        <p:spPr>
          <a:xfrm>
            <a:off x="1581900" y="405960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24" name="Google Shape;724;p77"/>
          <p:cNvSpPr txBox="1"/>
          <p:nvPr>
            <p:ph idx="2" type="subTitle"/>
          </p:nvPr>
        </p:nvSpPr>
        <p:spPr>
          <a:xfrm>
            <a:off x="1581900" y="420150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25" name="Google Shape;725;p77"/>
          <p:cNvSpPr txBox="1"/>
          <p:nvPr>
            <p:ph idx="3" type="subTitle"/>
          </p:nvPr>
        </p:nvSpPr>
        <p:spPr>
          <a:xfrm>
            <a:off x="4809750" y="405960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26" name="Google Shape;726;p77"/>
          <p:cNvSpPr txBox="1"/>
          <p:nvPr>
            <p:ph idx="4" type="subTitle"/>
          </p:nvPr>
        </p:nvSpPr>
        <p:spPr>
          <a:xfrm>
            <a:off x="4809750" y="4201500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27" name="Google Shape;727;p77"/>
          <p:cNvSpPr txBox="1"/>
          <p:nvPr>
            <p:ph idx="5" type="subTitle"/>
          </p:nvPr>
        </p:nvSpPr>
        <p:spPr>
          <a:xfrm>
            <a:off x="365075" y="298975"/>
            <a:ext cx="4182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28" name="Google Shape;728;p77"/>
          <p:cNvSpPr txBox="1"/>
          <p:nvPr>
            <p:ph idx="6" type="subTitle"/>
          </p:nvPr>
        </p:nvSpPr>
        <p:spPr>
          <a:xfrm>
            <a:off x="365075" y="535450"/>
            <a:ext cx="4974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pic>
        <p:nvPicPr>
          <p:cNvPr id="729" name="Google Shape;729;p7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.2 One Square Image, Centered on Black">
  <p:cSld name="CUSTOM_35"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78"/>
          <p:cNvSpPr/>
          <p:nvPr/>
        </p:nvSpPr>
        <p:spPr>
          <a:xfrm>
            <a:off x="3200400" y="914400"/>
            <a:ext cx="2743200" cy="27432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78"/>
          <p:cNvSpPr txBox="1"/>
          <p:nvPr>
            <p:ph idx="1" type="subTitle"/>
          </p:nvPr>
        </p:nvSpPr>
        <p:spPr>
          <a:xfrm>
            <a:off x="365075" y="508950"/>
            <a:ext cx="2532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33" name="Google Shape;733;p78"/>
          <p:cNvSpPr txBox="1"/>
          <p:nvPr>
            <p:ph idx="2" type="subTitle"/>
          </p:nvPr>
        </p:nvSpPr>
        <p:spPr>
          <a:xfrm>
            <a:off x="365075" y="298950"/>
            <a:ext cx="25329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34" name="Google Shape;734;p78"/>
          <p:cNvSpPr txBox="1"/>
          <p:nvPr>
            <p:ph idx="3" type="subTitle"/>
          </p:nvPr>
        </p:nvSpPr>
        <p:spPr>
          <a:xfrm>
            <a:off x="3657600" y="3744475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35" name="Google Shape;735;p78"/>
          <p:cNvSpPr txBox="1"/>
          <p:nvPr>
            <p:ph idx="4" type="subTitle"/>
          </p:nvPr>
        </p:nvSpPr>
        <p:spPr>
          <a:xfrm>
            <a:off x="3657600" y="3886375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.2 One Square Image, Centered on White">
  <p:cSld name="CUSTOM_35_1">
    <p:bg>
      <p:bgPr>
        <a:solidFill>
          <a:srgbClr val="FFFFFF"/>
        </a:solidFill>
      </p:bgPr>
    </p:bg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79"/>
          <p:cNvSpPr/>
          <p:nvPr/>
        </p:nvSpPr>
        <p:spPr>
          <a:xfrm>
            <a:off x="3200400" y="914400"/>
            <a:ext cx="2743200" cy="27432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79"/>
          <p:cNvSpPr txBox="1"/>
          <p:nvPr>
            <p:ph idx="1" type="subTitle"/>
          </p:nvPr>
        </p:nvSpPr>
        <p:spPr>
          <a:xfrm>
            <a:off x="365075" y="508950"/>
            <a:ext cx="2532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39" name="Google Shape;739;p79"/>
          <p:cNvSpPr txBox="1"/>
          <p:nvPr>
            <p:ph idx="2" type="subTitle"/>
          </p:nvPr>
        </p:nvSpPr>
        <p:spPr>
          <a:xfrm>
            <a:off x="365075" y="298950"/>
            <a:ext cx="25329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40" name="Google Shape;740;p79"/>
          <p:cNvSpPr txBox="1"/>
          <p:nvPr>
            <p:ph idx="3" type="subTitle"/>
          </p:nvPr>
        </p:nvSpPr>
        <p:spPr>
          <a:xfrm>
            <a:off x="3657600" y="3744475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41" name="Google Shape;741;p79"/>
          <p:cNvSpPr txBox="1"/>
          <p:nvPr>
            <p:ph idx="4" type="subTitle"/>
          </p:nvPr>
        </p:nvSpPr>
        <p:spPr>
          <a:xfrm>
            <a:off x="3657600" y="3886375"/>
            <a:ext cx="1828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742" name="Google Shape;742;p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.1 One Square Image on Black">
  <p:cSld name="CUSTOM_55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80"/>
          <p:cNvSpPr/>
          <p:nvPr/>
        </p:nvSpPr>
        <p:spPr>
          <a:xfrm>
            <a:off x="2222350" y="1200138"/>
            <a:ext cx="2743200" cy="27432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45" name="Google Shape;745;p80"/>
          <p:cNvSpPr txBox="1"/>
          <p:nvPr>
            <p:ph idx="1" type="subTitle"/>
          </p:nvPr>
        </p:nvSpPr>
        <p:spPr>
          <a:xfrm>
            <a:off x="5092825" y="2990136"/>
            <a:ext cx="18288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46" name="Google Shape;746;p80"/>
          <p:cNvSpPr txBox="1"/>
          <p:nvPr>
            <p:ph idx="2" type="subTitle"/>
          </p:nvPr>
        </p:nvSpPr>
        <p:spPr>
          <a:xfrm>
            <a:off x="5092838" y="3187651"/>
            <a:ext cx="18288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47" name="Google Shape;747;p80"/>
          <p:cNvSpPr txBox="1"/>
          <p:nvPr>
            <p:ph idx="3" type="subTitle"/>
          </p:nvPr>
        </p:nvSpPr>
        <p:spPr>
          <a:xfrm>
            <a:off x="365075" y="298975"/>
            <a:ext cx="25329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.1 One Square Image on White">
  <p:cSld name="CUSTOM_55_1">
    <p:bg>
      <p:bgPr>
        <a:solidFill>
          <a:srgbClr val="FFFFFF"/>
        </a:solidFill>
      </p:bgPr>
    </p:bg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81"/>
          <p:cNvSpPr/>
          <p:nvPr/>
        </p:nvSpPr>
        <p:spPr>
          <a:xfrm>
            <a:off x="2222350" y="1200138"/>
            <a:ext cx="2743200" cy="27432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81"/>
          <p:cNvSpPr txBox="1"/>
          <p:nvPr>
            <p:ph idx="1" type="subTitle"/>
          </p:nvPr>
        </p:nvSpPr>
        <p:spPr>
          <a:xfrm>
            <a:off x="5092825" y="2990136"/>
            <a:ext cx="18288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51" name="Google Shape;751;p81"/>
          <p:cNvSpPr txBox="1"/>
          <p:nvPr>
            <p:ph idx="2" type="subTitle"/>
          </p:nvPr>
        </p:nvSpPr>
        <p:spPr>
          <a:xfrm>
            <a:off x="5092838" y="3187651"/>
            <a:ext cx="18288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52" name="Google Shape;752;p81"/>
          <p:cNvSpPr txBox="1"/>
          <p:nvPr>
            <p:ph idx="3" type="subTitle"/>
          </p:nvPr>
        </p:nvSpPr>
        <p:spPr>
          <a:xfrm>
            <a:off x="365075" y="298975"/>
            <a:ext cx="25329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pic>
        <p:nvPicPr>
          <p:cNvPr id="753" name="Google Shape;753;p8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1 Three Numbers on Black">
  <p:cSld name="CUSTOM_10"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82"/>
          <p:cNvSpPr txBox="1"/>
          <p:nvPr>
            <p:ph type="title"/>
          </p:nvPr>
        </p:nvSpPr>
        <p:spPr>
          <a:xfrm>
            <a:off x="365075" y="2365300"/>
            <a:ext cx="23178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56" name="Google Shape;756;p82"/>
          <p:cNvSpPr txBox="1"/>
          <p:nvPr>
            <p:ph idx="2" type="title"/>
          </p:nvPr>
        </p:nvSpPr>
        <p:spPr>
          <a:xfrm>
            <a:off x="3412725" y="2365300"/>
            <a:ext cx="23178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57" name="Google Shape;757;p82"/>
          <p:cNvSpPr txBox="1"/>
          <p:nvPr>
            <p:ph idx="3" type="title"/>
          </p:nvPr>
        </p:nvSpPr>
        <p:spPr>
          <a:xfrm>
            <a:off x="6460375" y="2365300"/>
            <a:ext cx="23178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58" name="Google Shape;758;p82"/>
          <p:cNvSpPr txBox="1"/>
          <p:nvPr/>
        </p:nvSpPr>
        <p:spPr>
          <a:xfrm>
            <a:off x="365076" y="1471025"/>
            <a:ext cx="2082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</a:t>
            </a:r>
            <a:endParaRPr sz="600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759" name="Google Shape;759;p82"/>
          <p:cNvSpPr txBox="1"/>
          <p:nvPr/>
        </p:nvSpPr>
        <p:spPr>
          <a:xfrm>
            <a:off x="3412725" y="1471025"/>
            <a:ext cx="2082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</a:t>
            </a:r>
            <a:endParaRPr sz="600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760" name="Google Shape;760;p82"/>
          <p:cNvSpPr txBox="1"/>
          <p:nvPr/>
        </p:nvSpPr>
        <p:spPr>
          <a:xfrm>
            <a:off x="6460375" y="1471025"/>
            <a:ext cx="1092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3</a:t>
            </a:r>
            <a:endParaRPr sz="600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761" name="Google Shape;761;p82"/>
          <p:cNvSpPr txBox="1"/>
          <p:nvPr>
            <p:ph idx="1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1 Three Numbers on White">
  <p:cSld name="CUSTOM_10_1">
    <p:bg>
      <p:bgPr>
        <a:solidFill>
          <a:srgbClr val="FFFFFF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83"/>
          <p:cNvSpPr txBox="1"/>
          <p:nvPr>
            <p:ph type="title"/>
          </p:nvPr>
        </p:nvSpPr>
        <p:spPr>
          <a:xfrm>
            <a:off x="365075" y="2365300"/>
            <a:ext cx="23178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64" name="Google Shape;764;p83"/>
          <p:cNvSpPr txBox="1"/>
          <p:nvPr>
            <p:ph idx="2" type="title"/>
          </p:nvPr>
        </p:nvSpPr>
        <p:spPr>
          <a:xfrm>
            <a:off x="3412725" y="2365300"/>
            <a:ext cx="23178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65" name="Google Shape;765;p83"/>
          <p:cNvSpPr txBox="1"/>
          <p:nvPr>
            <p:ph idx="3" type="title"/>
          </p:nvPr>
        </p:nvSpPr>
        <p:spPr>
          <a:xfrm>
            <a:off x="6460375" y="2365300"/>
            <a:ext cx="23178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66" name="Google Shape;766;p83"/>
          <p:cNvSpPr txBox="1"/>
          <p:nvPr/>
        </p:nvSpPr>
        <p:spPr>
          <a:xfrm>
            <a:off x="365076" y="1471025"/>
            <a:ext cx="2082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Libre Franklin"/>
                <a:ea typeface="Libre Franklin"/>
                <a:cs typeface="Libre Franklin"/>
                <a:sym typeface="Libre Franklin"/>
              </a:rPr>
              <a:t>1</a:t>
            </a:r>
            <a:endParaRPr sz="60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767" name="Google Shape;767;p83"/>
          <p:cNvSpPr txBox="1"/>
          <p:nvPr/>
        </p:nvSpPr>
        <p:spPr>
          <a:xfrm>
            <a:off x="3412725" y="1471025"/>
            <a:ext cx="2082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Libre Franklin"/>
                <a:ea typeface="Libre Franklin"/>
                <a:cs typeface="Libre Franklin"/>
                <a:sym typeface="Libre Franklin"/>
              </a:rPr>
              <a:t>2</a:t>
            </a:r>
            <a:endParaRPr sz="60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768" name="Google Shape;768;p83"/>
          <p:cNvSpPr txBox="1"/>
          <p:nvPr/>
        </p:nvSpPr>
        <p:spPr>
          <a:xfrm>
            <a:off x="6460375" y="1471025"/>
            <a:ext cx="1092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Libre Franklin"/>
                <a:ea typeface="Libre Franklin"/>
                <a:cs typeface="Libre Franklin"/>
                <a:sym typeface="Libre Franklin"/>
              </a:rPr>
              <a:t>3</a:t>
            </a:r>
            <a:endParaRPr sz="60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769" name="Google Shape;769;p83"/>
          <p:cNvSpPr txBox="1"/>
          <p:nvPr>
            <p:ph idx="1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770" name="Google Shape;770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2 Three Numbers with More Text on Black">
  <p:cSld name="CUSTOM_65"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84"/>
          <p:cNvSpPr txBox="1"/>
          <p:nvPr>
            <p:ph type="title"/>
          </p:nvPr>
        </p:nvSpPr>
        <p:spPr>
          <a:xfrm>
            <a:off x="365075" y="2361800"/>
            <a:ext cx="23178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73" name="Google Shape;773;p84"/>
          <p:cNvSpPr txBox="1"/>
          <p:nvPr>
            <p:ph idx="2" type="title"/>
          </p:nvPr>
        </p:nvSpPr>
        <p:spPr>
          <a:xfrm>
            <a:off x="3412725" y="2361800"/>
            <a:ext cx="23178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74" name="Google Shape;774;p84"/>
          <p:cNvSpPr txBox="1"/>
          <p:nvPr>
            <p:ph idx="3" type="title"/>
          </p:nvPr>
        </p:nvSpPr>
        <p:spPr>
          <a:xfrm>
            <a:off x="6460375" y="2361800"/>
            <a:ext cx="23178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75" name="Google Shape;775;p84"/>
          <p:cNvSpPr txBox="1"/>
          <p:nvPr>
            <p:ph idx="4" type="title"/>
          </p:nvPr>
        </p:nvSpPr>
        <p:spPr>
          <a:xfrm>
            <a:off x="365075" y="3296375"/>
            <a:ext cx="2157300" cy="10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76" name="Google Shape;776;p84"/>
          <p:cNvSpPr txBox="1"/>
          <p:nvPr>
            <p:ph idx="1" type="subTitle"/>
          </p:nvPr>
        </p:nvSpPr>
        <p:spPr>
          <a:xfrm>
            <a:off x="365075" y="304677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77" name="Google Shape;777;p84"/>
          <p:cNvSpPr txBox="1"/>
          <p:nvPr>
            <p:ph idx="5" type="title"/>
          </p:nvPr>
        </p:nvSpPr>
        <p:spPr>
          <a:xfrm>
            <a:off x="3412723" y="3296375"/>
            <a:ext cx="2157300" cy="10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78" name="Google Shape;778;p84"/>
          <p:cNvSpPr txBox="1"/>
          <p:nvPr>
            <p:ph idx="6" type="subTitle"/>
          </p:nvPr>
        </p:nvSpPr>
        <p:spPr>
          <a:xfrm>
            <a:off x="3412721" y="304677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79" name="Google Shape;779;p84"/>
          <p:cNvSpPr txBox="1"/>
          <p:nvPr>
            <p:ph idx="7" type="title"/>
          </p:nvPr>
        </p:nvSpPr>
        <p:spPr>
          <a:xfrm>
            <a:off x="6460375" y="3296375"/>
            <a:ext cx="2157300" cy="10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80" name="Google Shape;780;p84"/>
          <p:cNvSpPr txBox="1"/>
          <p:nvPr>
            <p:ph idx="8" type="subTitle"/>
          </p:nvPr>
        </p:nvSpPr>
        <p:spPr>
          <a:xfrm>
            <a:off x="6460375" y="304677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81" name="Google Shape;781;p84"/>
          <p:cNvSpPr txBox="1"/>
          <p:nvPr/>
        </p:nvSpPr>
        <p:spPr>
          <a:xfrm>
            <a:off x="365076" y="1471025"/>
            <a:ext cx="2082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</a:t>
            </a:r>
            <a:endParaRPr sz="600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782" name="Google Shape;782;p84"/>
          <p:cNvSpPr txBox="1"/>
          <p:nvPr/>
        </p:nvSpPr>
        <p:spPr>
          <a:xfrm>
            <a:off x="3412725" y="1471025"/>
            <a:ext cx="2082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</a:t>
            </a:r>
            <a:endParaRPr sz="600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783" name="Google Shape;783;p84"/>
          <p:cNvSpPr txBox="1"/>
          <p:nvPr/>
        </p:nvSpPr>
        <p:spPr>
          <a:xfrm>
            <a:off x="6460375" y="1471025"/>
            <a:ext cx="2082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3</a:t>
            </a:r>
            <a:endParaRPr sz="600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784" name="Google Shape;784;p84"/>
          <p:cNvSpPr txBox="1"/>
          <p:nvPr>
            <p:ph idx="9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2 Three Numbers with More Text on White">
  <p:cSld name="CUSTOM_65_1">
    <p:bg>
      <p:bgPr>
        <a:solidFill>
          <a:srgbClr val="FFFFFF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85"/>
          <p:cNvSpPr txBox="1"/>
          <p:nvPr>
            <p:ph type="title"/>
          </p:nvPr>
        </p:nvSpPr>
        <p:spPr>
          <a:xfrm>
            <a:off x="365075" y="2361800"/>
            <a:ext cx="23178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87" name="Google Shape;787;p85"/>
          <p:cNvSpPr txBox="1"/>
          <p:nvPr>
            <p:ph idx="2" type="title"/>
          </p:nvPr>
        </p:nvSpPr>
        <p:spPr>
          <a:xfrm>
            <a:off x="3412725" y="2361800"/>
            <a:ext cx="23178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88" name="Google Shape;788;p85"/>
          <p:cNvSpPr txBox="1"/>
          <p:nvPr>
            <p:ph idx="3" type="title"/>
          </p:nvPr>
        </p:nvSpPr>
        <p:spPr>
          <a:xfrm>
            <a:off x="6460375" y="2361800"/>
            <a:ext cx="23178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89" name="Google Shape;789;p85"/>
          <p:cNvSpPr txBox="1"/>
          <p:nvPr>
            <p:ph idx="4" type="title"/>
          </p:nvPr>
        </p:nvSpPr>
        <p:spPr>
          <a:xfrm>
            <a:off x="365075" y="3296375"/>
            <a:ext cx="2157300" cy="10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90" name="Google Shape;790;p85"/>
          <p:cNvSpPr txBox="1"/>
          <p:nvPr>
            <p:ph idx="1" type="subTitle"/>
          </p:nvPr>
        </p:nvSpPr>
        <p:spPr>
          <a:xfrm>
            <a:off x="365075" y="304677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91" name="Google Shape;791;p85"/>
          <p:cNvSpPr txBox="1"/>
          <p:nvPr>
            <p:ph idx="5" type="title"/>
          </p:nvPr>
        </p:nvSpPr>
        <p:spPr>
          <a:xfrm>
            <a:off x="3412723" y="3296375"/>
            <a:ext cx="2157300" cy="10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92" name="Google Shape;792;p85"/>
          <p:cNvSpPr txBox="1"/>
          <p:nvPr>
            <p:ph idx="6" type="subTitle"/>
          </p:nvPr>
        </p:nvSpPr>
        <p:spPr>
          <a:xfrm>
            <a:off x="3412721" y="304677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93" name="Google Shape;793;p85"/>
          <p:cNvSpPr txBox="1"/>
          <p:nvPr>
            <p:ph idx="7" type="title"/>
          </p:nvPr>
        </p:nvSpPr>
        <p:spPr>
          <a:xfrm>
            <a:off x="6460375" y="3296375"/>
            <a:ext cx="2157300" cy="10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94" name="Google Shape;794;p85"/>
          <p:cNvSpPr txBox="1"/>
          <p:nvPr>
            <p:ph idx="8" type="subTitle"/>
          </p:nvPr>
        </p:nvSpPr>
        <p:spPr>
          <a:xfrm>
            <a:off x="6460375" y="3046775"/>
            <a:ext cx="1316700" cy="1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5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795" name="Google Shape;795;p85"/>
          <p:cNvSpPr txBox="1"/>
          <p:nvPr/>
        </p:nvSpPr>
        <p:spPr>
          <a:xfrm>
            <a:off x="365076" y="1471025"/>
            <a:ext cx="2082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Libre Franklin"/>
                <a:ea typeface="Libre Franklin"/>
                <a:cs typeface="Libre Franklin"/>
                <a:sym typeface="Libre Franklin"/>
              </a:rPr>
              <a:t>1</a:t>
            </a:r>
            <a:endParaRPr sz="60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796" name="Google Shape;796;p85"/>
          <p:cNvSpPr txBox="1"/>
          <p:nvPr/>
        </p:nvSpPr>
        <p:spPr>
          <a:xfrm>
            <a:off x="3412725" y="1471025"/>
            <a:ext cx="2082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Libre Franklin"/>
                <a:ea typeface="Libre Franklin"/>
                <a:cs typeface="Libre Franklin"/>
                <a:sym typeface="Libre Franklin"/>
              </a:rPr>
              <a:t>2</a:t>
            </a:r>
            <a:endParaRPr sz="60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797" name="Google Shape;797;p85"/>
          <p:cNvSpPr txBox="1"/>
          <p:nvPr/>
        </p:nvSpPr>
        <p:spPr>
          <a:xfrm>
            <a:off x="6460375" y="1471025"/>
            <a:ext cx="2082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Libre Franklin"/>
                <a:ea typeface="Libre Franklin"/>
                <a:cs typeface="Libre Franklin"/>
                <a:sym typeface="Libre Franklin"/>
              </a:rPr>
              <a:t>3</a:t>
            </a:r>
            <a:endParaRPr sz="60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798" name="Google Shape;798;p85"/>
          <p:cNvSpPr txBox="1"/>
          <p:nvPr>
            <p:ph idx="9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799" name="Google Shape;799;p8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3 Four Numbers on Black">
  <p:cSld name="CUSTOM_11"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86"/>
          <p:cNvSpPr txBox="1"/>
          <p:nvPr>
            <p:ph type="title"/>
          </p:nvPr>
        </p:nvSpPr>
        <p:spPr>
          <a:xfrm>
            <a:off x="365075" y="2333875"/>
            <a:ext cx="1694100" cy="20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02" name="Google Shape;802;p86"/>
          <p:cNvSpPr txBox="1"/>
          <p:nvPr/>
        </p:nvSpPr>
        <p:spPr>
          <a:xfrm>
            <a:off x="365075" y="1485125"/>
            <a:ext cx="1694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</a:t>
            </a:r>
            <a:endParaRPr sz="500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03" name="Google Shape;803;p86"/>
          <p:cNvSpPr txBox="1"/>
          <p:nvPr>
            <p:ph idx="2" type="title"/>
          </p:nvPr>
        </p:nvSpPr>
        <p:spPr>
          <a:xfrm>
            <a:off x="2614950" y="2333875"/>
            <a:ext cx="1694100" cy="20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04" name="Google Shape;804;p86"/>
          <p:cNvSpPr txBox="1"/>
          <p:nvPr/>
        </p:nvSpPr>
        <p:spPr>
          <a:xfrm>
            <a:off x="2614950" y="1485125"/>
            <a:ext cx="1694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</a:t>
            </a:r>
            <a:endParaRPr sz="500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05" name="Google Shape;805;p86"/>
          <p:cNvSpPr txBox="1"/>
          <p:nvPr>
            <p:ph idx="3" type="title"/>
          </p:nvPr>
        </p:nvSpPr>
        <p:spPr>
          <a:xfrm>
            <a:off x="4864825" y="2333875"/>
            <a:ext cx="1694100" cy="20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06" name="Google Shape;806;p86"/>
          <p:cNvSpPr txBox="1"/>
          <p:nvPr/>
        </p:nvSpPr>
        <p:spPr>
          <a:xfrm>
            <a:off x="4864825" y="1485125"/>
            <a:ext cx="1694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3</a:t>
            </a:r>
            <a:endParaRPr sz="500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07" name="Google Shape;807;p86"/>
          <p:cNvSpPr txBox="1"/>
          <p:nvPr>
            <p:ph idx="4" type="title"/>
          </p:nvPr>
        </p:nvSpPr>
        <p:spPr>
          <a:xfrm>
            <a:off x="7095925" y="2333875"/>
            <a:ext cx="1694100" cy="20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08" name="Google Shape;808;p86"/>
          <p:cNvSpPr txBox="1"/>
          <p:nvPr/>
        </p:nvSpPr>
        <p:spPr>
          <a:xfrm>
            <a:off x="7095925" y="1485125"/>
            <a:ext cx="1694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4</a:t>
            </a:r>
            <a:endParaRPr sz="500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09" name="Google Shape;809;p86"/>
          <p:cNvSpPr txBox="1"/>
          <p:nvPr>
            <p:ph idx="1" type="subTitle"/>
          </p:nvPr>
        </p:nvSpPr>
        <p:spPr>
          <a:xfrm>
            <a:off x="365075" y="289450"/>
            <a:ext cx="4182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3 Four Numbers on White">
  <p:cSld name="CUSTOM_11_1">
    <p:bg>
      <p:bgPr>
        <a:solidFill>
          <a:srgbClr val="FFFFFF"/>
        </a:solidFill>
      </p:bgPr>
    </p:bg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87"/>
          <p:cNvSpPr txBox="1"/>
          <p:nvPr>
            <p:ph type="title"/>
          </p:nvPr>
        </p:nvSpPr>
        <p:spPr>
          <a:xfrm>
            <a:off x="365075" y="2333875"/>
            <a:ext cx="1694100" cy="20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12" name="Google Shape;812;p87"/>
          <p:cNvSpPr txBox="1"/>
          <p:nvPr/>
        </p:nvSpPr>
        <p:spPr>
          <a:xfrm>
            <a:off x="365075" y="1485125"/>
            <a:ext cx="1694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latin typeface="Libre Franklin"/>
                <a:ea typeface="Libre Franklin"/>
                <a:cs typeface="Libre Franklin"/>
                <a:sym typeface="Libre Franklin"/>
              </a:rPr>
              <a:t>1</a:t>
            </a:r>
            <a:endParaRPr sz="50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13" name="Google Shape;813;p87"/>
          <p:cNvSpPr txBox="1"/>
          <p:nvPr>
            <p:ph idx="2" type="title"/>
          </p:nvPr>
        </p:nvSpPr>
        <p:spPr>
          <a:xfrm>
            <a:off x="2614950" y="2333875"/>
            <a:ext cx="1694100" cy="20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14" name="Google Shape;814;p87"/>
          <p:cNvSpPr txBox="1"/>
          <p:nvPr/>
        </p:nvSpPr>
        <p:spPr>
          <a:xfrm>
            <a:off x="2614950" y="1485125"/>
            <a:ext cx="1694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latin typeface="Libre Franklin"/>
                <a:ea typeface="Libre Franklin"/>
                <a:cs typeface="Libre Franklin"/>
                <a:sym typeface="Libre Franklin"/>
              </a:rPr>
              <a:t>2</a:t>
            </a:r>
            <a:endParaRPr sz="50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15" name="Google Shape;815;p87"/>
          <p:cNvSpPr txBox="1"/>
          <p:nvPr>
            <p:ph idx="3" type="title"/>
          </p:nvPr>
        </p:nvSpPr>
        <p:spPr>
          <a:xfrm>
            <a:off x="4864825" y="2333875"/>
            <a:ext cx="1694100" cy="20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16" name="Google Shape;816;p87"/>
          <p:cNvSpPr txBox="1"/>
          <p:nvPr/>
        </p:nvSpPr>
        <p:spPr>
          <a:xfrm>
            <a:off x="4864825" y="1485125"/>
            <a:ext cx="1694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latin typeface="Libre Franklin"/>
                <a:ea typeface="Libre Franklin"/>
                <a:cs typeface="Libre Franklin"/>
                <a:sym typeface="Libre Franklin"/>
              </a:rPr>
              <a:t>3</a:t>
            </a:r>
            <a:endParaRPr sz="50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17" name="Google Shape;817;p87"/>
          <p:cNvSpPr txBox="1"/>
          <p:nvPr>
            <p:ph idx="4" type="title"/>
          </p:nvPr>
        </p:nvSpPr>
        <p:spPr>
          <a:xfrm>
            <a:off x="7095925" y="2333875"/>
            <a:ext cx="1694100" cy="20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18" name="Google Shape;818;p87"/>
          <p:cNvSpPr txBox="1"/>
          <p:nvPr/>
        </p:nvSpPr>
        <p:spPr>
          <a:xfrm>
            <a:off x="7095925" y="1485125"/>
            <a:ext cx="1694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latin typeface="Libre Franklin"/>
                <a:ea typeface="Libre Franklin"/>
                <a:cs typeface="Libre Franklin"/>
                <a:sym typeface="Libre Franklin"/>
              </a:rPr>
              <a:t>4</a:t>
            </a:r>
            <a:endParaRPr sz="50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19" name="Google Shape;819;p87"/>
          <p:cNvSpPr txBox="1"/>
          <p:nvPr>
            <p:ph idx="1" type="subTitle"/>
          </p:nvPr>
        </p:nvSpPr>
        <p:spPr>
          <a:xfrm>
            <a:off x="365075" y="289450"/>
            <a:ext cx="4182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pic>
        <p:nvPicPr>
          <p:cNvPr id="820" name="Google Shape;820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4 Four Numbers on Black">
  <p:cSld name="CUSTOM_51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88"/>
          <p:cNvSpPr txBox="1"/>
          <p:nvPr>
            <p:ph type="title"/>
          </p:nvPr>
        </p:nvSpPr>
        <p:spPr>
          <a:xfrm>
            <a:off x="365075" y="3252075"/>
            <a:ext cx="1682400" cy="10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23" name="Google Shape;823;p88"/>
          <p:cNvSpPr txBox="1"/>
          <p:nvPr/>
        </p:nvSpPr>
        <p:spPr>
          <a:xfrm>
            <a:off x="365075" y="2403325"/>
            <a:ext cx="16824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</a:t>
            </a:r>
            <a:endParaRPr sz="600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24" name="Google Shape;824;p88"/>
          <p:cNvSpPr txBox="1"/>
          <p:nvPr>
            <p:ph idx="2" type="title"/>
          </p:nvPr>
        </p:nvSpPr>
        <p:spPr>
          <a:xfrm>
            <a:off x="2624613" y="3252075"/>
            <a:ext cx="1682400" cy="10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25" name="Google Shape;825;p88"/>
          <p:cNvSpPr txBox="1"/>
          <p:nvPr/>
        </p:nvSpPr>
        <p:spPr>
          <a:xfrm>
            <a:off x="2624613" y="2403325"/>
            <a:ext cx="16824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</a:t>
            </a:r>
            <a:endParaRPr sz="600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26" name="Google Shape;826;p88"/>
          <p:cNvSpPr txBox="1"/>
          <p:nvPr>
            <p:ph idx="3" type="title"/>
          </p:nvPr>
        </p:nvSpPr>
        <p:spPr>
          <a:xfrm>
            <a:off x="4836388" y="3252075"/>
            <a:ext cx="1682400" cy="10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27" name="Google Shape;827;p88"/>
          <p:cNvSpPr txBox="1"/>
          <p:nvPr/>
        </p:nvSpPr>
        <p:spPr>
          <a:xfrm>
            <a:off x="4836388" y="2403325"/>
            <a:ext cx="16824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3</a:t>
            </a:r>
            <a:endParaRPr sz="600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28" name="Google Shape;828;p88"/>
          <p:cNvSpPr txBox="1"/>
          <p:nvPr>
            <p:ph idx="4" type="title"/>
          </p:nvPr>
        </p:nvSpPr>
        <p:spPr>
          <a:xfrm>
            <a:off x="7095925" y="3252075"/>
            <a:ext cx="1682400" cy="10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29" name="Google Shape;829;p88"/>
          <p:cNvSpPr txBox="1"/>
          <p:nvPr/>
        </p:nvSpPr>
        <p:spPr>
          <a:xfrm>
            <a:off x="7095925" y="2403325"/>
            <a:ext cx="16824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4</a:t>
            </a:r>
            <a:endParaRPr sz="600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30" name="Google Shape;830;p88"/>
          <p:cNvSpPr txBox="1"/>
          <p:nvPr>
            <p:ph idx="1" type="subTitle"/>
          </p:nvPr>
        </p:nvSpPr>
        <p:spPr>
          <a:xfrm>
            <a:off x="365400" y="892050"/>
            <a:ext cx="48735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31" name="Google Shape;831;p88"/>
          <p:cNvSpPr txBox="1"/>
          <p:nvPr>
            <p:ph idx="5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4 Four Numbers on White">
  <p:cSld name="CUSTOM_51_1">
    <p:bg>
      <p:bgPr>
        <a:solidFill>
          <a:srgbClr val="FFFFFF"/>
        </a:solidFill>
      </p:bgPr>
    </p:bg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89"/>
          <p:cNvSpPr txBox="1"/>
          <p:nvPr>
            <p:ph type="title"/>
          </p:nvPr>
        </p:nvSpPr>
        <p:spPr>
          <a:xfrm>
            <a:off x="365075" y="3252075"/>
            <a:ext cx="1682400" cy="10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34" name="Google Shape;834;p89"/>
          <p:cNvSpPr txBox="1"/>
          <p:nvPr/>
        </p:nvSpPr>
        <p:spPr>
          <a:xfrm>
            <a:off x="365075" y="2403325"/>
            <a:ext cx="16824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Libre Franklin"/>
                <a:ea typeface="Libre Franklin"/>
                <a:cs typeface="Libre Franklin"/>
                <a:sym typeface="Libre Franklin"/>
              </a:rPr>
              <a:t>1</a:t>
            </a:r>
            <a:endParaRPr sz="60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35" name="Google Shape;835;p89"/>
          <p:cNvSpPr txBox="1"/>
          <p:nvPr>
            <p:ph idx="2" type="title"/>
          </p:nvPr>
        </p:nvSpPr>
        <p:spPr>
          <a:xfrm>
            <a:off x="2624613" y="3252075"/>
            <a:ext cx="1682400" cy="10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36" name="Google Shape;836;p89"/>
          <p:cNvSpPr txBox="1"/>
          <p:nvPr/>
        </p:nvSpPr>
        <p:spPr>
          <a:xfrm>
            <a:off x="2624613" y="2403325"/>
            <a:ext cx="16824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Libre Franklin"/>
                <a:ea typeface="Libre Franklin"/>
                <a:cs typeface="Libre Franklin"/>
                <a:sym typeface="Libre Franklin"/>
              </a:rPr>
              <a:t>2</a:t>
            </a:r>
            <a:endParaRPr sz="60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37" name="Google Shape;837;p89"/>
          <p:cNvSpPr txBox="1"/>
          <p:nvPr>
            <p:ph idx="3" type="title"/>
          </p:nvPr>
        </p:nvSpPr>
        <p:spPr>
          <a:xfrm>
            <a:off x="4836388" y="3252075"/>
            <a:ext cx="1682400" cy="10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38" name="Google Shape;838;p89"/>
          <p:cNvSpPr txBox="1"/>
          <p:nvPr/>
        </p:nvSpPr>
        <p:spPr>
          <a:xfrm>
            <a:off x="4836388" y="2403325"/>
            <a:ext cx="16824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Libre Franklin"/>
                <a:ea typeface="Libre Franklin"/>
                <a:cs typeface="Libre Franklin"/>
                <a:sym typeface="Libre Franklin"/>
              </a:rPr>
              <a:t>3</a:t>
            </a:r>
            <a:endParaRPr sz="60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39" name="Google Shape;839;p89"/>
          <p:cNvSpPr txBox="1"/>
          <p:nvPr>
            <p:ph idx="4" type="title"/>
          </p:nvPr>
        </p:nvSpPr>
        <p:spPr>
          <a:xfrm>
            <a:off x="7095925" y="3252075"/>
            <a:ext cx="1682400" cy="10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40" name="Google Shape;840;p89"/>
          <p:cNvSpPr txBox="1"/>
          <p:nvPr/>
        </p:nvSpPr>
        <p:spPr>
          <a:xfrm>
            <a:off x="7095925" y="2403325"/>
            <a:ext cx="16824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Libre Franklin"/>
                <a:ea typeface="Libre Franklin"/>
                <a:cs typeface="Libre Franklin"/>
                <a:sym typeface="Libre Franklin"/>
              </a:rPr>
              <a:t>4</a:t>
            </a:r>
            <a:endParaRPr sz="60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41" name="Google Shape;841;p89"/>
          <p:cNvSpPr txBox="1"/>
          <p:nvPr>
            <p:ph idx="1" type="subTitle"/>
          </p:nvPr>
        </p:nvSpPr>
        <p:spPr>
          <a:xfrm>
            <a:off x="365400" y="892050"/>
            <a:ext cx="48735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42" name="Google Shape;842;p89"/>
          <p:cNvSpPr txBox="1"/>
          <p:nvPr>
            <p:ph idx="5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843" name="Google Shape;843;p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5 Five Numbers on Black">
  <p:cSld name="CUSTOM_15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90"/>
          <p:cNvSpPr txBox="1"/>
          <p:nvPr>
            <p:ph type="title"/>
          </p:nvPr>
        </p:nvSpPr>
        <p:spPr>
          <a:xfrm>
            <a:off x="365075" y="1619400"/>
            <a:ext cx="23178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46" name="Google Shape;846;p90"/>
          <p:cNvSpPr txBox="1"/>
          <p:nvPr>
            <p:ph idx="2" type="title"/>
          </p:nvPr>
        </p:nvSpPr>
        <p:spPr>
          <a:xfrm>
            <a:off x="3412725" y="1619400"/>
            <a:ext cx="23178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47" name="Google Shape;847;p90"/>
          <p:cNvSpPr txBox="1"/>
          <p:nvPr>
            <p:ph idx="3" type="title"/>
          </p:nvPr>
        </p:nvSpPr>
        <p:spPr>
          <a:xfrm>
            <a:off x="6460375" y="1619400"/>
            <a:ext cx="23178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48" name="Google Shape;848;p90"/>
          <p:cNvSpPr txBox="1"/>
          <p:nvPr/>
        </p:nvSpPr>
        <p:spPr>
          <a:xfrm>
            <a:off x="365075" y="770650"/>
            <a:ext cx="23178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</a:t>
            </a:r>
            <a:endParaRPr sz="600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49" name="Google Shape;849;p90"/>
          <p:cNvSpPr txBox="1"/>
          <p:nvPr/>
        </p:nvSpPr>
        <p:spPr>
          <a:xfrm>
            <a:off x="3412725" y="770650"/>
            <a:ext cx="23178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</a:t>
            </a:r>
            <a:endParaRPr sz="600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50" name="Google Shape;850;p90"/>
          <p:cNvSpPr txBox="1"/>
          <p:nvPr/>
        </p:nvSpPr>
        <p:spPr>
          <a:xfrm>
            <a:off x="6460375" y="770650"/>
            <a:ext cx="23178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3</a:t>
            </a:r>
            <a:endParaRPr sz="600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51" name="Google Shape;851;p90"/>
          <p:cNvSpPr txBox="1"/>
          <p:nvPr>
            <p:ph idx="4" type="title"/>
          </p:nvPr>
        </p:nvSpPr>
        <p:spPr>
          <a:xfrm>
            <a:off x="365075" y="3251475"/>
            <a:ext cx="23178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52" name="Google Shape;852;p90"/>
          <p:cNvSpPr txBox="1"/>
          <p:nvPr>
            <p:ph idx="5" type="title"/>
          </p:nvPr>
        </p:nvSpPr>
        <p:spPr>
          <a:xfrm>
            <a:off x="3412725" y="3251475"/>
            <a:ext cx="23178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53" name="Google Shape;853;p90"/>
          <p:cNvSpPr txBox="1"/>
          <p:nvPr>
            <p:ph idx="6" type="title"/>
          </p:nvPr>
        </p:nvSpPr>
        <p:spPr>
          <a:xfrm>
            <a:off x="6460375" y="3251475"/>
            <a:ext cx="23178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54" name="Google Shape;854;p90"/>
          <p:cNvSpPr txBox="1"/>
          <p:nvPr/>
        </p:nvSpPr>
        <p:spPr>
          <a:xfrm>
            <a:off x="365075" y="2402725"/>
            <a:ext cx="23178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4</a:t>
            </a:r>
            <a:endParaRPr sz="600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55" name="Google Shape;855;p90"/>
          <p:cNvSpPr txBox="1"/>
          <p:nvPr/>
        </p:nvSpPr>
        <p:spPr>
          <a:xfrm>
            <a:off x="3412725" y="2402725"/>
            <a:ext cx="23178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5</a:t>
            </a:r>
            <a:endParaRPr sz="600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56" name="Google Shape;856;p90"/>
          <p:cNvSpPr txBox="1"/>
          <p:nvPr/>
        </p:nvSpPr>
        <p:spPr>
          <a:xfrm>
            <a:off x="6460375" y="2402725"/>
            <a:ext cx="23178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6</a:t>
            </a:r>
            <a:endParaRPr sz="6000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57" name="Google Shape;857;p90"/>
          <p:cNvSpPr txBox="1"/>
          <p:nvPr>
            <p:ph idx="1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5 Five Numbers on White">
  <p:cSld name="CUSTOM_15_1">
    <p:bg>
      <p:bgPr>
        <a:solidFill>
          <a:srgbClr val="FFFFFF"/>
        </a:solidFill>
      </p:bgPr>
    </p:bg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91"/>
          <p:cNvSpPr txBox="1"/>
          <p:nvPr>
            <p:ph type="title"/>
          </p:nvPr>
        </p:nvSpPr>
        <p:spPr>
          <a:xfrm>
            <a:off x="365075" y="1619400"/>
            <a:ext cx="23178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60" name="Google Shape;860;p91"/>
          <p:cNvSpPr txBox="1"/>
          <p:nvPr>
            <p:ph idx="2" type="title"/>
          </p:nvPr>
        </p:nvSpPr>
        <p:spPr>
          <a:xfrm>
            <a:off x="3412725" y="1619400"/>
            <a:ext cx="23178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61" name="Google Shape;861;p91"/>
          <p:cNvSpPr txBox="1"/>
          <p:nvPr>
            <p:ph idx="3" type="title"/>
          </p:nvPr>
        </p:nvSpPr>
        <p:spPr>
          <a:xfrm>
            <a:off x="6460375" y="1619400"/>
            <a:ext cx="23178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62" name="Google Shape;862;p91"/>
          <p:cNvSpPr txBox="1"/>
          <p:nvPr/>
        </p:nvSpPr>
        <p:spPr>
          <a:xfrm>
            <a:off x="365075" y="770650"/>
            <a:ext cx="23178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Libre Franklin"/>
                <a:ea typeface="Libre Franklin"/>
                <a:cs typeface="Libre Franklin"/>
                <a:sym typeface="Libre Franklin"/>
              </a:rPr>
              <a:t>1</a:t>
            </a:r>
            <a:endParaRPr sz="60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63" name="Google Shape;863;p91"/>
          <p:cNvSpPr txBox="1"/>
          <p:nvPr/>
        </p:nvSpPr>
        <p:spPr>
          <a:xfrm>
            <a:off x="3412725" y="770650"/>
            <a:ext cx="23178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Libre Franklin"/>
                <a:ea typeface="Libre Franklin"/>
                <a:cs typeface="Libre Franklin"/>
                <a:sym typeface="Libre Franklin"/>
              </a:rPr>
              <a:t>2</a:t>
            </a:r>
            <a:endParaRPr sz="60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64" name="Google Shape;864;p91"/>
          <p:cNvSpPr txBox="1"/>
          <p:nvPr/>
        </p:nvSpPr>
        <p:spPr>
          <a:xfrm>
            <a:off x="6460375" y="770650"/>
            <a:ext cx="23178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Libre Franklin"/>
                <a:ea typeface="Libre Franklin"/>
                <a:cs typeface="Libre Franklin"/>
                <a:sym typeface="Libre Franklin"/>
              </a:rPr>
              <a:t>3</a:t>
            </a:r>
            <a:endParaRPr sz="60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65" name="Google Shape;865;p91"/>
          <p:cNvSpPr txBox="1"/>
          <p:nvPr>
            <p:ph idx="4" type="title"/>
          </p:nvPr>
        </p:nvSpPr>
        <p:spPr>
          <a:xfrm>
            <a:off x="365075" y="3251475"/>
            <a:ext cx="23178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66" name="Google Shape;866;p91"/>
          <p:cNvSpPr txBox="1"/>
          <p:nvPr>
            <p:ph idx="5" type="title"/>
          </p:nvPr>
        </p:nvSpPr>
        <p:spPr>
          <a:xfrm>
            <a:off x="3412725" y="3251475"/>
            <a:ext cx="23178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67" name="Google Shape;867;p91"/>
          <p:cNvSpPr txBox="1"/>
          <p:nvPr>
            <p:ph idx="6" type="title"/>
          </p:nvPr>
        </p:nvSpPr>
        <p:spPr>
          <a:xfrm>
            <a:off x="6460375" y="3251475"/>
            <a:ext cx="23178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68" name="Google Shape;868;p91"/>
          <p:cNvSpPr txBox="1"/>
          <p:nvPr/>
        </p:nvSpPr>
        <p:spPr>
          <a:xfrm>
            <a:off x="365075" y="2402725"/>
            <a:ext cx="23178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Libre Franklin"/>
                <a:ea typeface="Libre Franklin"/>
                <a:cs typeface="Libre Franklin"/>
                <a:sym typeface="Libre Franklin"/>
              </a:rPr>
              <a:t>4</a:t>
            </a:r>
            <a:endParaRPr sz="60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69" name="Google Shape;869;p91"/>
          <p:cNvSpPr txBox="1"/>
          <p:nvPr/>
        </p:nvSpPr>
        <p:spPr>
          <a:xfrm>
            <a:off x="3412725" y="2402725"/>
            <a:ext cx="23178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Libre Franklin"/>
                <a:ea typeface="Libre Franklin"/>
                <a:cs typeface="Libre Franklin"/>
                <a:sym typeface="Libre Franklin"/>
              </a:rPr>
              <a:t>5</a:t>
            </a:r>
            <a:endParaRPr sz="60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70" name="Google Shape;870;p91"/>
          <p:cNvSpPr txBox="1"/>
          <p:nvPr/>
        </p:nvSpPr>
        <p:spPr>
          <a:xfrm>
            <a:off x="6460375" y="2402725"/>
            <a:ext cx="23178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Libre Franklin"/>
                <a:ea typeface="Libre Franklin"/>
                <a:cs typeface="Libre Franklin"/>
                <a:sym typeface="Libre Franklin"/>
              </a:rPr>
              <a:t>6</a:t>
            </a:r>
            <a:endParaRPr sz="60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71" name="Google Shape;871;p91"/>
          <p:cNvSpPr txBox="1"/>
          <p:nvPr>
            <p:ph idx="1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872" name="Google Shape;872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4 One Large Square Images with Text and Small Header on Black">
  <p:cSld name="TITLE_1_1_1_1_1_1_1_1">
    <p:bg>
      <p:bgPr>
        <a:solidFill>
          <a:srgbClr val="000000"/>
        </a:solidFill>
      </p:bgPr>
    </p:bg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92"/>
          <p:cNvSpPr/>
          <p:nvPr/>
        </p:nvSpPr>
        <p:spPr>
          <a:xfrm>
            <a:off x="4434850" y="400050"/>
            <a:ext cx="4343400" cy="43434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92"/>
          <p:cNvSpPr txBox="1"/>
          <p:nvPr>
            <p:ph idx="1" type="subTitle"/>
          </p:nvPr>
        </p:nvSpPr>
        <p:spPr>
          <a:xfrm>
            <a:off x="365075" y="892050"/>
            <a:ext cx="3649200" cy="17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76" name="Google Shape;876;p92"/>
          <p:cNvSpPr txBox="1"/>
          <p:nvPr>
            <p:ph idx="2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4 One Large Square Images with Text and Small Header on White">
  <p:cSld name="TITLE_1_1_1_1_1_1_1_1_2">
    <p:bg>
      <p:bgPr>
        <a:solidFill>
          <a:srgbClr val="FFFFFF"/>
        </a:solidFill>
      </p:bgPr>
    </p:bg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93"/>
          <p:cNvSpPr/>
          <p:nvPr/>
        </p:nvSpPr>
        <p:spPr>
          <a:xfrm>
            <a:off x="4434850" y="400050"/>
            <a:ext cx="4343400" cy="43434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93"/>
          <p:cNvSpPr txBox="1"/>
          <p:nvPr>
            <p:ph idx="1" type="subTitle"/>
          </p:nvPr>
        </p:nvSpPr>
        <p:spPr>
          <a:xfrm>
            <a:off x="365075" y="892050"/>
            <a:ext cx="3649200" cy="17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80" name="Google Shape;880;p93"/>
          <p:cNvSpPr txBox="1"/>
          <p:nvPr>
            <p:ph idx="2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881" name="Google Shape;881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6 One Large Square Images with Text on Black">
  <p:cSld name="TITLE_1_1_1_1_1_1_1_1_1">
    <p:bg>
      <p:bgPr>
        <a:solidFill>
          <a:srgbClr val="000000"/>
        </a:solidFill>
      </p:bgPr>
    </p:bg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94"/>
          <p:cNvSpPr txBox="1"/>
          <p:nvPr>
            <p:ph idx="1" type="subTitle"/>
          </p:nvPr>
        </p:nvSpPr>
        <p:spPr>
          <a:xfrm>
            <a:off x="365075" y="499450"/>
            <a:ext cx="36492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84" name="Google Shape;884;p94"/>
          <p:cNvSpPr txBox="1"/>
          <p:nvPr>
            <p:ph idx="2" type="subTitle"/>
          </p:nvPr>
        </p:nvSpPr>
        <p:spPr>
          <a:xfrm>
            <a:off x="365075" y="289450"/>
            <a:ext cx="36492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85" name="Google Shape;885;p94"/>
          <p:cNvSpPr txBox="1"/>
          <p:nvPr>
            <p:ph idx="3" type="subTitle"/>
          </p:nvPr>
        </p:nvSpPr>
        <p:spPr>
          <a:xfrm>
            <a:off x="365400" y="1603800"/>
            <a:ext cx="36492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86" name="Google Shape;886;p94"/>
          <p:cNvSpPr/>
          <p:nvPr/>
        </p:nvSpPr>
        <p:spPr>
          <a:xfrm>
            <a:off x="4434850" y="400050"/>
            <a:ext cx="4343400" cy="43434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6 One Large Square Images with Text on White">
  <p:cSld name="TITLE_1_1_1_1_1_1_1_1_1_1">
    <p:bg>
      <p:bgPr>
        <a:solidFill>
          <a:srgbClr val="FFFFFF"/>
        </a:solidFill>
      </p:bgPr>
    </p:bg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95"/>
          <p:cNvSpPr txBox="1"/>
          <p:nvPr>
            <p:ph idx="1" type="subTitle"/>
          </p:nvPr>
        </p:nvSpPr>
        <p:spPr>
          <a:xfrm>
            <a:off x="365075" y="499450"/>
            <a:ext cx="36492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89" name="Google Shape;889;p95"/>
          <p:cNvSpPr txBox="1"/>
          <p:nvPr>
            <p:ph idx="2" type="subTitle"/>
          </p:nvPr>
        </p:nvSpPr>
        <p:spPr>
          <a:xfrm>
            <a:off x="365075" y="289450"/>
            <a:ext cx="36492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90" name="Google Shape;890;p95"/>
          <p:cNvSpPr txBox="1"/>
          <p:nvPr>
            <p:ph idx="3" type="subTitle"/>
          </p:nvPr>
        </p:nvSpPr>
        <p:spPr>
          <a:xfrm>
            <a:off x="365400" y="1603800"/>
            <a:ext cx="36492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91" name="Google Shape;891;p95"/>
          <p:cNvSpPr/>
          <p:nvPr/>
        </p:nvSpPr>
        <p:spPr>
          <a:xfrm>
            <a:off x="4434850" y="400050"/>
            <a:ext cx="4343400" cy="43434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2" name="Google Shape;892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5 One Large Square Images with Bullet Points on Black">
  <p:cSld name="CUSTOM_38"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96"/>
          <p:cNvSpPr txBox="1"/>
          <p:nvPr>
            <p:ph idx="1" type="subTitle"/>
          </p:nvPr>
        </p:nvSpPr>
        <p:spPr>
          <a:xfrm>
            <a:off x="365075" y="890575"/>
            <a:ext cx="35577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95" name="Google Shape;895;p96"/>
          <p:cNvSpPr txBox="1"/>
          <p:nvPr>
            <p:ph idx="2" type="subTitle"/>
          </p:nvPr>
        </p:nvSpPr>
        <p:spPr>
          <a:xfrm>
            <a:off x="365075" y="1580025"/>
            <a:ext cx="3649200" cy="27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96" name="Google Shape;896;p96"/>
          <p:cNvSpPr/>
          <p:nvPr/>
        </p:nvSpPr>
        <p:spPr>
          <a:xfrm>
            <a:off x="4434850" y="400050"/>
            <a:ext cx="4343400" cy="43434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96"/>
          <p:cNvSpPr txBox="1"/>
          <p:nvPr>
            <p:ph idx="3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5 One Large Square Images with Bullet Points on White">
  <p:cSld name="CUSTOM_38_1">
    <p:bg>
      <p:bgPr>
        <a:solidFill>
          <a:srgbClr val="FFFFFF"/>
        </a:solidFill>
      </p:bgPr>
    </p:bg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97"/>
          <p:cNvSpPr txBox="1"/>
          <p:nvPr>
            <p:ph idx="1" type="subTitle"/>
          </p:nvPr>
        </p:nvSpPr>
        <p:spPr>
          <a:xfrm>
            <a:off x="365075" y="890575"/>
            <a:ext cx="35577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00" name="Google Shape;900;p97"/>
          <p:cNvSpPr txBox="1"/>
          <p:nvPr>
            <p:ph idx="2" type="subTitle"/>
          </p:nvPr>
        </p:nvSpPr>
        <p:spPr>
          <a:xfrm>
            <a:off x="365075" y="1580025"/>
            <a:ext cx="3649200" cy="27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01" name="Google Shape;901;p97"/>
          <p:cNvSpPr/>
          <p:nvPr/>
        </p:nvSpPr>
        <p:spPr>
          <a:xfrm>
            <a:off x="4434850" y="400050"/>
            <a:ext cx="4343400" cy="43434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97"/>
          <p:cNvSpPr txBox="1"/>
          <p:nvPr>
            <p:ph idx="3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903" name="Google Shape;903;p9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8 Three Images with Small Captions on Black">
  <p:cSld name="CUSTOM_5"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98"/>
          <p:cNvSpPr txBox="1"/>
          <p:nvPr>
            <p:ph type="title"/>
          </p:nvPr>
        </p:nvSpPr>
        <p:spPr>
          <a:xfrm>
            <a:off x="370425" y="3520450"/>
            <a:ext cx="2514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06" name="Google Shape;906;p98"/>
          <p:cNvSpPr txBox="1"/>
          <p:nvPr>
            <p:ph idx="2" type="title"/>
          </p:nvPr>
        </p:nvSpPr>
        <p:spPr>
          <a:xfrm>
            <a:off x="3291571" y="3520450"/>
            <a:ext cx="24885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07" name="Google Shape;907;p98"/>
          <p:cNvSpPr txBox="1"/>
          <p:nvPr>
            <p:ph idx="3" type="title"/>
          </p:nvPr>
        </p:nvSpPr>
        <p:spPr>
          <a:xfrm>
            <a:off x="6263641" y="3520450"/>
            <a:ext cx="24885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08" name="Google Shape;908;p98"/>
          <p:cNvSpPr/>
          <p:nvPr/>
        </p:nvSpPr>
        <p:spPr>
          <a:xfrm>
            <a:off x="365075" y="1627624"/>
            <a:ext cx="25146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98"/>
          <p:cNvSpPr/>
          <p:nvPr/>
        </p:nvSpPr>
        <p:spPr>
          <a:xfrm>
            <a:off x="3291571" y="1627624"/>
            <a:ext cx="25146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98"/>
          <p:cNvSpPr/>
          <p:nvPr/>
        </p:nvSpPr>
        <p:spPr>
          <a:xfrm>
            <a:off x="6263641" y="1627624"/>
            <a:ext cx="25146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98"/>
          <p:cNvSpPr txBox="1"/>
          <p:nvPr>
            <p:ph idx="1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8 Three Images with Small Captions on White">
  <p:cSld name="CUSTOM_5_1">
    <p:bg>
      <p:bgPr>
        <a:solidFill>
          <a:srgbClr val="FFFFFF"/>
        </a:solidFill>
      </p:bgPr>
    </p:bg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99"/>
          <p:cNvSpPr txBox="1"/>
          <p:nvPr>
            <p:ph type="title"/>
          </p:nvPr>
        </p:nvSpPr>
        <p:spPr>
          <a:xfrm>
            <a:off x="370425" y="3520450"/>
            <a:ext cx="2514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14" name="Google Shape;914;p99"/>
          <p:cNvSpPr txBox="1"/>
          <p:nvPr>
            <p:ph idx="2" type="title"/>
          </p:nvPr>
        </p:nvSpPr>
        <p:spPr>
          <a:xfrm>
            <a:off x="3291571" y="3520450"/>
            <a:ext cx="24885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15" name="Google Shape;915;p99"/>
          <p:cNvSpPr txBox="1"/>
          <p:nvPr>
            <p:ph idx="3" type="title"/>
          </p:nvPr>
        </p:nvSpPr>
        <p:spPr>
          <a:xfrm>
            <a:off x="6263641" y="3520450"/>
            <a:ext cx="24885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16" name="Google Shape;916;p99"/>
          <p:cNvSpPr/>
          <p:nvPr/>
        </p:nvSpPr>
        <p:spPr>
          <a:xfrm>
            <a:off x="365075" y="1627624"/>
            <a:ext cx="25146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99"/>
          <p:cNvSpPr/>
          <p:nvPr/>
        </p:nvSpPr>
        <p:spPr>
          <a:xfrm>
            <a:off x="3291571" y="1627624"/>
            <a:ext cx="25146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99"/>
          <p:cNvSpPr/>
          <p:nvPr/>
        </p:nvSpPr>
        <p:spPr>
          <a:xfrm>
            <a:off x="6263641" y="1627624"/>
            <a:ext cx="25146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99"/>
          <p:cNvSpPr txBox="1"/>
          <p:nvPr>
            <p:ph idx="1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920" name="Google Shape;920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7 Three Images with Large Captions on Black">
  <p:cSld name="CUSTOM_20"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100"/>
          <p:cNvSpPr txBox="1"/>
          <p:nvPr>
            <p:ph idx="1" type="subTitle"/>
          </p:nvPr>
        </p:nvSpPr>
        <p:spPr>
          <a:xfrm>
            <a:off x="365075" y="706100"/>
            <a:ext cx="48654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23" name="Google Shape;923;p100"/>
          <p:cNvSpPr txBox="1"/>
          <p:nvPr>
            <p:ph type="title"/>
          </p:nvPr>
        </p:nvSpPr>
        <p:spPr>
          <a:xfrm>
            <a:off x="370425" y="3520450"/>
            <a:ext cx="2514600" cy="11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24" name="Google Shape;924;p100"/>
          <p:cNvSpPr txBox="1"/>
          <p:nvPr>
            <p:ph idx="2" type="title"/>
          </p:nvPr>
        </p:nvSpPr>
        <p:spPr>
          <a:xfrm>
            <a:off x="3286900" y="3520450"/>
            <a:ext cx="2488500" cy="11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25" name="Google Shape;925;p100"/>
          <p:cNvSpPr txBox="1"/>
          <p:nvPr>
            <p:ph idx="3" type="title"/>
          </p:nvPr>
        </p:nvSpPr>
        <p:spPr>
          <a:xfrm>
            <a:off x="6276700" y="3520450"/>
            <a:ext cx="2488500" cy="11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26" name="Google Shape;926;p100"/>
          <p:cNvSpPr txBox="1"/>
          <p:nvPr>
            <p:ph idx="4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27" name="Google Shape;927;p100"/>
          <p:cNvSpPr/>
          <p:nvPr/>
        </p:nvSpPr>
        <p:spPr>
          <a:xfrm>
            <a:off x="365075" y="1627624"/>
            <a:ext cx="25146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100"/>
          <p:cNvSpPr/>
          <p:nvPr/>
        </p:nvSpPr>
        <p:spPr>
          <a:xfrm>
            <a:off x="3291571" y="1627624"/>
            <a:ext cx="25146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100"/>
          <p:cNvSpPr/>
          <p:nvPr/>
        </p:nvSpPr>
        <p:spPr>
          <a:xfrm>
            <a:off x="6263641" y="1627624"/>
            <a:ext cx="25146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7 Three Images with Large Captions on White">
  <p:cSld name="CUSTOM_20_1">
    <p:bg>
      <p:bgPr>
        <a:solidFill>
          <a:srgbClr val="FFFFFF"/>
        </a:solidFill>
      </p:bgPr>
    </p:bg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101"/>
          <p:cNvSpPr txBox="1"/>
          <p:nvPr>
            <p:ph idx="1" type="subTitle"/>
          </p:nvPr>
        </p:nvSpPr>
        <p:spPr>
          <a:xfrm>
            <a:off x="365075" y="706100"/>
            <a:ext cx="48654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32" name="Google Shape;932;p101"/>
          <p:cNvSpPr txBox="1"/>
          <p:nvPr>
            <p:ph type="title"/>
          </p:nvPr>
        </p:nvSpPr>
        <p:spPr>
          <a:xfrm>
            <a:off x="370425" y="3520450"/>
            <a:ext cx="2514600" cy="11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33" name="Google Shape;933;p101"/>
          <p:cNvSpPr txBox="1"/>
          <p:nvPr>
            <p:ph idx="2" type="title"/>
          </p:nvPr>
        </p:nvSpPr>
        <p:spPr>
          <a:xfrm>
            <a:off x="3286900" y="3520450"/>
            <a:ext cx="2488500" cy="11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34" name="Google Shape;934;p101"/>
          <p:cNvSpPr txBox="1"/>
          <p:nvPr>
            <p:ph idx="3" type="title"/>
          </p:nvPr>
        </p:nvSpPr>
        <p:spPr>
          <a:xfrm>
            <a:off x="6276700" y="3520450"/>
            <a:ext cx="2488500" cy="11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35" name="Google Shape;935;p101"/>
          <p:cNvSpPr txBox="1"/>
          <p:nvPr>
            <p:ph idx="4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36" name="Google Shape;936;p101"/>
          <p:cNvSpPr/>
          <p:nvPr/>
        </p:nvSpPr>
        <p:spPr>
          <a:xfrm>
            <a:off x="365075" y="1627624"/>
            <a:ext cx="25146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101"/>
          <p:cNvSpPr/>
          <p:nvPr/>
        </p:nvSpPr>
        <p:spPr>
          <a:xfrm>
            <a:off x="3291571" y="1627624"/>
            <a:ext cx="25146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101"/>
          <p:cNvSpPr/>
          <p:nvPr/>
        </p:nvSpPr>
        <p:spPr>
          <a:xfrm>
            <a:off x="6263641" y="1627624"/>
            <a:ext cx="2514600" cy="1828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9" name="Google Shape;939;p10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9 Four Images with Captions on Black">
  <p:cSld name="CUSTOM_27"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02"/>
          <p:cNvSpPr txBox="1"/>
          <p:nvPr>
            <p:ph type="title"/>
          </p:nvPr>
        </p:nvSpPr>
        <p:spPr>
          <a:xfrm>
            <a:off x="365525" y="3248125"/>
            <a:ext cx="1826700" cy="11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42" name="Google Shape;942;p102"/>
          <p:cNvSpPr txBox="1"/>
          <p:nvPr>
            <p:ph idx="1" type="subTitle"/>
          </p:nvPr>
        </p:nvSpPr>
        <p:spPr>
          <a:xfrm>
            <a:off x="365525" y="3067475"/>
            <a:ext cx="18267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43" name="Google Shape;943;p102"/>
          <p:cNvSpPr txBox="1"/>
          <p:nvPr>
            <p:ph idx="2" type="title"/>
          </p:nvPr>
        </p:nvSpPr>
        <p:spPr>
          <a:xfrm>
            <a:off x="2558774" y="3248125"/>
            <a:ext cx="1826700" cy="11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44" name="Google Shape;944;p102"/>
          <p:cNvSpPr txBox="1"/>
          <p:nvPr>
            <p:ph idx="3" type="subTitle"/>
          </p:nvPr>
        </p:nvSpPr>
        <p:spPr>
          <a:xfrm>
            <a:off x="2558774" y="3067475"/>
            <a:ext cx="18267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45" name="Google Shape;945;p102"/>
          <p:cNvSpPr txBox="1"/>
          <p:nvPr>
            <p:ph idx="4" type="title"/>
          </p:nvPr>
        </p:nvSpPr>
        <p:spPr>
          <a:xfrm>
            <a:off x="4752017" y="3248125"/>
            <a:ext cx="1826700" cy="11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46" name="Google Shape;946;p102"/>
          <p:cNvSpPr txBox="1"/>
          <p:nvPr>
            <p:ph idx="5" type="subTitle"/>
          </p:nvPr>
        </p:nvSpPr>
        <p:spPr>
          <a:xfrm>
            <a:off x="4752017" y="3067475"/>
            <a:ext cx="18267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47" name="Google Shape;947;p102"/>
          <p:cNvSpPr txBox="1"/>
          <p:nvPr>
            <p:ph idx="6" type="title"/>
          </p:nvPr>
        </p:nvSpPr>
        <p:spPr>
          <a:xfrm>
            <a:off x="6950499" y="3248125"/>
            <a:ext cx="1826700" cy="11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48" name="Google Shape;948;p102"/>
          <p:cNvSpPr txBox="1"/>
          <p:nvPr>
            <p:ph idx="7" type="subTitle"/>
          </p:nvPr>
        </p:nvSpPr>
        <p:spPr>
          <a:xfrm>
            <a:off x="6950499" y="3067475"/>
            <a:ext cx="18267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49" name="Google Shape;949;p102"/>
          <p:cNvSpPr txBox="1"/>
          <p:nvPr>
            <p:ph idx="8" type="subTitle"/>
          </p:nvPr>
        </p:nvSpPr>
        <p:spPr>
          <a:xfrm>
            <a:off x="365525" y="874300"/>
            <a:ext cx="48651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950" name="Google Shape;950;p102"/>
          <p:cNvSpPr txBox="1"/>
          <p:nvPr>
            <p:ph idx="9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51" name="Google Shape;951;p102"/>
          <p:cNvSpPr/>
          <p:nvPr/>
        </p:nvSpPr>
        <p:spPr>
          <a:xfrm>
            <a:off x="365075" y="1627625"/>
            <a:ext cx="1828800" cy="13716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102"/>
          <p:cNvSpPr/>
          <p:nvPr/>
        </p:nvSpPr>
        <p:spPr>
          <a:xfrm>
            <a:off x="2552475" y="1627625"/>
            <a:ext cx="1828800" cy="13716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102"/>
          <p:cNvSpPr/>
          <p:nvPr/>
        </p:nvSpPr>
        <p:spPr>
          <a:xfrm>
            <a:off x="4750963" y="1627625"/>
            <a:ext cx="1828800" cy="13716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102"/>
          <p:cNvSpPr/>
          <p:nvPr/>
        </p:nvSpPr>
        <p:spPr>
          <a:xfrm>
            <a:off x="6949450" y="1627625"/>
            <a:ext cx="1828800" cy="13716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9 Four Images with Captions on White">
  <p:cSld name="CUSTOM_27_1">
    <p:bg>
      <p:bgPr>
        <a:solidFill>
          <a:srgbClr val="FFFFFF"/>
        </a:solidFill>
      </p:bgPr>
    </p:bg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103"/>
          <p:cNvSpPr txBox="1"/>
          <p:nvPr>
            <p:ph type="title"/>
          </p:nvPr>
        </p:nvSpPr>
        <p:spPr>
          <a:xfrm>
            <a:off x="365525" y="3248125"/>
            <a:ext cx="1826700" cy="11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57" name="Google Shape;957;p103"/>
          <p:cNvSpPr txBox="1"/>
          <p:nvPr>
            <p:ph idx="1" type="subTitle"/>
          </p:nvPr>
        </p:nvSpPr>
        <p:spPr>
          <a:xfrm>
            <a:off x="365525" y="3067475"/>
            <a:ext cx="18267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58" name="Google Shape;958;p103"/>
          <p:cNvSpPr txBox="1"/>
          <p:nvPr>
            <p:ph idx="2" type="title"/>
          </p:nvPr>
        </p:nvSpPr>
        <p:spPr>
          <a:xfrm>
            <a:off x="2558774" y="3248125"/>
            <a:ext cx="1826700" cy="11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59" name="Google Shape;959;p103"/>
          <p:cNvSpPr txBox="1"/>
          <p:nvPr>
            <p:ph idx="3" type="subTitle"/>
          </p:nvPr>
        </p:nvSpPr>
        <p:spPr>
          <a:xfrm>
            <a:off x="2558774" y="3067475"/>
            <a:ext cx="18267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60" name="Google Shape;960;p103"/>
          <p:cNvSpPr txBox="1"/>
          <p:nvPr>
            <p:ph idx="4" type="title"/>
          </p:nvPr>
        </p:nvSpPr>
        <p:spPr>
          <a:xfrm>
            <a:off x="4752017" y="3248125"/>
            <a:ext cx="1826700" cy="11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61" name="Google Shape;961;p103"/>
          <p:cNvSpPr txBox="1"/>
          <p:nvPr>
            <p:ph idx="5" type="subTitle"/>
          </p:nvPr>
        </p:nvSpPr>
        <p:spPr>
          <a:xfrm>
            <a:off x="4752017" y="3067475"/>
            <a:ext cx="18267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62" name="Google Shape;962;p103"/>
          <p:cNvSpPr txBox="1"/>
          <p:nvPr>
            <p:ph idx="6" type="title"/>
          </p:nvPr>
        </p:nvSpPr>
        <p:spPr>
          <a:xfrm>
            <a:off x="6950499" y="3248125"/>
            <a:ext cx="1826700" cy="11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63" name="Google Shape;963;p103"/>
          <p:cNvSpPr txBox="1"/>
          <p:nvPr>
            <p:ph idx="7" type="subTitle"/>
          </p:nvPr>
        </p:nvSpPr>
        <p:spPr>
          <a:xfrm>
            <a:off x="6950499" y="3067475"/>
            <a:ext cx="18267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0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64" name="Google Shape;964;p103"/>
          <p:cNvSpPr txBox="1"/>
          <p:nvPr>
            <p:ph idx="8" type="subTitle"/>
          </p:nvPr>
        </p:nvSpPr>
        <p:spPr>
          <a:xfrm>
            <a:off x="365525" y="874300"/>
            <a:ext cx="48651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965" name="Google Shape;965;p103"/>
          <p:cNvSpPr txBox="1"/>
          <p:nvPr>
            <p:ph idx="9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66" name="Google Shape;966;p103"/>
          <p:cNvSpPr/>
          <p:nvPr/>
        </p:nvSpPr>
        <p:spPr>
          <a:xfrm>
            <a:off x="365075" y="1627625"/>
            <a:ext cx="1828800" cy="13716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103"/>
          <p:cNvSpPr/>
          <p:nvPr/>
        </p:nvSpPr>
        <p:spPr>
          <a:xfrm>
            <a:off x="2552475" y="1627625"/>
            <a:ext cx="1828800" cy="13716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103"/>
          <p:cNvSpPr/>
          <p:nvPr/>
        </p:nvSpPr>
        <p:spPr>
          <a:xfrm>
            <a:off x="4750963" y="1627625"/>
            <a:ext cx="1828800" cy="13716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103"/>
          <p:cNvSpPr/>
          <p:nvPr/>
        </p:nvSpPr>
        <p:spPr>
          <a:xfrm>
            <a:off x="6949450" y="1627625"/>
            <a:ext cx="1828800" cy="13716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0" name="Google Shape;970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In Situ Laptop on Black">
  <p:cSld name="CUSTOM_4_1"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104"/>
          <p:cNvSpPr txBox="1"/>
          <p:nvPr>
            <p:ph idx="1" type="subTitle"/>
          </p:nvPr>
        </p:nvSpPr>
        <p:spPr>
          <a:xfrm>
            <a:off x="365075" y="890600"/>
            <a:ext cx="2341500" cy="26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973" name="Google Shape;973;p10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79675" y="914400"/>
            <a:ext cx="5895545" cy="3426100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104"/>
          <p:cNvSpPr/>
          <p:nvPr/>
        </p:nvSpPr>
        <p:spPr>
          <a:xfrm>
            <a:off x="3655750" y="1143000"/>
            <a:ext cx="4338900" cy="27432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104"/>
          <p:cNvSpPr txBox="1"/>
          <p:nvPr>
            <p:ph idx="2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In Situ Laptop on White">
  <p:cSld name="CUSTOM_4_1_3">
    <p:bg>
      <p:bgPr>
        <a:solidFill>
          <a:srgbClr val="FFFFFF"/>
        </a:solidFill>
      </p:bgPr>
    </p:bg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105"/>
          <p:cNvSpPr txBox="1"/>
          <p:nvPr>
            <p:ph idx="1" type="subTitle"/>
          </p:nvPr>
        </p:nvSpPr>
        <p:spPr>
          <a:xfrm>
            <a:off x="365075" y="890600"/>
            <a:ext cx="2341500" cy="26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978" name="Google Shape;978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79675" y="914400"/>
            <a:ext cx="5895545" cy="3426100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105"/>
          <p:cNvSpPr/>
          <p:nvPr/>
        </p:nvSpPr>
        <p:spPr>
          <a:xfrm>
            <a:off x="3655750" y="1143000"/>
            <a:ext cx="4338900" cy="27432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105"/>
          <p:cNvSpPr txBox="1"/>
          <p:nvPr>
            <p:ph idx="2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981" name="Google Shape;981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In Situ Laptop on Black">
  <p:cSld name="CUSTOM_4_1_2"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oogle Shape;983;p10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79663" y="914400"/>
            <a:ext cx="5895545" cy="3426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p106"/>
          <p:cNvSpPr/>
          <p:nvPr/>
        </p:nvSpPr>
        <p:spPr>
          <a:xfrm>
            <a:off x="3655738" y="1143000"/>
            <a:ext cx="4338900" cy="27432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106"/>
          <p:cNvSpPr txBox="1"/>
          <p:nvPr>
            <p:ph type="title"/>
          </p:nvPr>
        </p:nvSpPr>
        <p:spPr>
          <a:xfrm>
            <a:off x="365074" y="890575"/>
            <a:ext cx="2341500" cy="26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86" name="Google Shape;986;p106"/>
          <p:cNvSpPr txBox="1"/>
          <p:nvPr>
            <p:ph idx="1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In Situ Laptop on White">
  <p:cSld name="CUSTOM_4_1_2_1">
    <p:bg>
      <p:bgPr>
        <a:solidFill>
          <a:srgbClr val="FFFFFF"/>
        </a:solidFill>
      </p:bgPr>
    </p:bg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8" name="Google Shape;988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79663" y="914400"/>
            <a:ext cx="5895545" cy="3426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107"/>
          <p:cNvSpPr/>
          <p:nvPr/>
        </p:nvSpPr>
        <p:spPr>
          <a:xfrm>
            <a:off x="3655738" y="1143000"/>
            <a:ext cx="4338900" cy="27432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107"/>
          <p:cNvSpPr txBox="1"/>
          <p:nvPr>
            <p:ph type="title"/>
          </p:nvPr>
        </p:nvSpPr>
        <p:spPr>
          <a:xfrm>
            <a:off x="365074" y="890575"/>
            <a:ext cx="2341500" cy="26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91" name="Google Shape;991;p107"/>
          <p:cNvSpPr txBox="1"/>
          <p:nvPr>
            <p:ph idx="1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992" name="Google Shape;992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In Situ Phone on Black">
  <p:cSld name="CUSTOM_4_1_1"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4" name="Google Shape;994;p10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61250" y="365750"/>
            <a:ext cx="2083125" cy="4194526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108"/>
          <p:cNvSpPr/>
          <p:nvPr/>
        </p:nvSpPr>
        <p:spPr>
          <a:xfrm>
            <a:off x="5688430" y="870904"/>
            <a:ext cx="1828800" cy="32004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108"/>
          <p:cNvSpPr txBox="1"/>
          <p:nvPr>
            <p:ph idx="1" type="subTitle"/>
          </p:nvPr>
        </p:nvSpPr>
        <p:spPr>
          <a:xfrm>
            <a:off x="365075" y="892025"/>
            <a:ext cx="3657300" cy="17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97" name="Google Shape;997;p108"/>
          <p:cNvSpPr txBox="1"/>
          <p:nvPr>
            <p:ph idx="2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In Situ Phone on White">
  <p:cSld name="CUSTOM_4_1_1_3">
    <p:bg>
      <p:bgPr>
        <a:solidFill>
          <a:srgbClr val="FFFFFF"/>
        </a:solidFill>
      </p:bgPr>
    </p:bg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Google Shape;999;p10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61250" y="365750"/>
            <a:ext cx="2083125" cy="4194526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109"/>
          <p:cNvSpPr/>
          <p:nvPr/>
        </p:nvSpPr>
        <p:spPr>
          <a:xfrm>
            <a:off x="5688430" y="870904"/>
            <a:ext cx="1828800" cy="32004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109"/>
          <p:cNvSpPr txBox="1"/>
          <p:nvPr>
            <p:ph idx="1" type="subTitle"/>
          </p:nvPr>
        </p:nvSpPr>
        <p:spPr>
          <a:xfrm>
            <a:off x="365075" y="892025"/>
            <a:ext cx="3657300" cy="17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002" name="Google Shape;1002;p109"/>
          <p:cNvSpPr txBox="1"/>
          <p:nvPr>
            <p:ph idx="2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1003" name="Google Shape;1003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4 In Situ Phone on Black">
  <p:cSld name="CUSTOM_4_1_1_2"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5" name="Google Shape;1005;p1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61250" y="365750"/>
            <a:ext cx="2083125" cy="4194526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110"/>
          <p:cNvSpPr/>
          <p:nvPr/>
        </p:nvSpPr>
        <p:spPr>
          <a:xfrm>
            <a:off x="5688430" y="870904"/>
            <a:ext cx="1828800" cy="32004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110"/>
          <p:cNvSpPr txBox="1"/>
          <p:nvPr>
            <p:ph idx="1" type="subTitle"/>
          </p:nvPr>
        </p:nvSpPr>
        <p:spPr>
          <a:xfrm>
            <a:off x="365075" y="499450"/>
            <a:ext cx="4974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008" name="Google Shape;1008;p110"/>
          <p:cNvSpPr txBox="1"/>
          <p:nvPr>
            <p:ph idx="2" type="subTitle"/>
          </p:nvPr>
        </p:nvSpPr>
        <p:spPr>
          <a:xfrm>
            <a:off x="365075" y="289450"/>
            <a:ext cx="4182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009" name="Google Shape;1009;p110"/>
          <p:cNvSpPr txBox="1"/>
          <p:nvPr>
            <p:ph idx="3" type="subTitle"/>
          </p:nvPr>
        </p:nvSpPr>
        <p:spPr>
          <a:xfrm>
            <a:off x="365400" y="1603800"/>
            <a:ext cx="37488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4 In Situ Phone on White">
  <p:cSld name="CUSTOM_4_1_1_2_2">
    <p:bg>
      <p:bgPr>
        <a:solidFill>
          <a:srgbClr val="FFFFFF"/>
        </a:solidFill>
      </p:bgPr>
    </p:bg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1" name="Google Shape;1011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61250" y="365750"/>
            <a:ext cx="2083125" cy="4194526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111"/>
          <p:cNvSpPr/>
          <p:nvPr/>
        </p:nvSpPr>
        <p:spPr>
          <a:xfrm>
            <a:off x="5688430" y="870904"/>
            <a:ext cx="1828800" cy="32004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111"/>
          <p:cNvSpPr txBox="1"/>
          <p:nvPr>
            <p:ph idx="1" type="subTitle"/>
          </p:nvPr>
        </p:nvSpPr>
        <p:spPr>
          <a:xfrm>
            <a:off x="365075" y="499450"/>
            <a:ext cx="4974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014" name="Google Shape;1014;p111"/>
          <p:cNvSpPr txBox="1"/>
          <p:nvPr>
            <p:ph idx="2" type="subTitle"/>
          </p:nvPr>
        </p:nvSpPr>
        <p:spPr>
          <a:xfrm>
            <a:off x="365075" y="289450"/>
            <a:ext cx="41820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015" name="Google Shape;1015;p111"/>
          <p:cNvSpPr txBox="1"/>
          <p:nvPr>
            <p:ph idx="3" type="subTitle"/>
          </p:nvPr>
        </p:nvSpPr>
        <p:spPr>
          <a:xfrm>
            <a:off x="365400" y="1603800"/>
            <a:ext cx="37488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1016" name="Google Shape;1016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5 In Situ Phone on Black">
  <p:cSld name="CUSTOM_4_1_1_2_1"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8" name="Google Shape;1018;p1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61250" y="365750"/>
            <a:ext cx="2083125" cy="4194526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112"/>
          <p:cNvSpPr/>
          <p:nvPr/>
        </p:nvSpPr>
        <p:spPr>
          <a:xfrm>
            <a:off x="5688430" y="870904"/>
            <a:ext cx="1828800" cy="32004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112"/>
          <p:cNvSpPr txBox="1"/>
          <p:nvPr>
            <p:ph idx="1" type="subTitle"/>
          </p:nvPr>
        </p:nvSpPr>
        <p:spPr>
          <a:xfrm>
            <a:off x="365075" y="894700"/>
            <a:ext cx="31326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021" name="Google Shape;1021;p112"/>
          <p:cNvSpPr txBox="1"/>
          <p:nvPr>
            <p:ph idx="2" type="subTitle"/>
          </p:nvPr>
        </p:nvSpPr>
        <p:spPr>
          <a:xfrm>
            <a:off x="365075" y="1584750"/>
            <a:ext cx="3748800" cy="27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022" name="Google Shape;1022;p112"/>
          <p:cNvSpPr txBox="1"/>
          <p:nvPr>
            <p:ph idx="3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5 In Situ Phone on White">
  <p:cSld name="CUSTOM_4_1_1_2_1_1">
    <p:bg>
      <p:bgPr>
        <a:solidFill>
          <a:srgbClr val="FFFFFF"/>
        </a:solidFill>
      </p:bgPr>
    </p:bg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" name="Google Shape;1024;p1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61250" y="365750"/>
            <a:ext cx="2083125" cy="4194526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113"/>
          <p:cNvSpPr/>
          <p:nvPr/>
        </p:nvSpPr>
        <p:spPr>
          <a:xfrm>
            <a:off x="5688430" y="870904"/>
            <a:ext cx="1828800" cy="32004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113"/>
          <p:cNvSpPr txBox="1"/>
          <p:nvPr>
            <p:ph idx="1" type="subTitle"/>
          </p:nvPr>
        </p:nvSpPr>
        <p:spPr>
          <a:xfrm>
            <a:off x="365075" y="894700"/>
            <a:ext cx="31326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027" name="Google Shape;1027;p113"/>
          <p:cNvSpPr txBox="1"/>
          <p:nvPr>
            <p:ph idx="2" type="subTitle"/>
          </p:nvPr>
        </p:nvSpPr>
        <p:spPr>
          <a:xfrm>
            <a:off x="365075" y="1584750"/>
            <a:ext cx="3748800" cy="27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028" name="Google Shape;1028;p113"/>
          <p:cNvSpPr txBox="1"/>
          <p:nvPr>
            <p:ph idx="3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1029" name="Google Shape;1029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In Situ Two Phones on Black">
  <p:cSld name="CUSTOM_4_1_1_1"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114"/>
          <p:cNvSpPr txBox="1"/>
          <p:nvPr>
            <p:ph idx="1" type="subTitle"/>
          </p:nvPr>
        </p:nvSpPr>
        <p:spPr>
          <a:xfrm>
            <a:off x="365075" y="894700"/>
            <a:ext cx="2441100" cy="17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1032" name="Google Shape;1032;p1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95125" y="365750"/>
            <a:ext cx="2083125" cy="4194526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114"/>
          <p:cNvSpPr/>
          <p:nvPr/>
        </p:nvSpPr>
        <p:spPr>
          <a:xfrm>
            <a:off x="6822305" y="870904"/>
            <a:ext cx="1828800" cy="32004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4" name="Google Shape;1034;p1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67875" y="365750"/>
            <a:ext cx="2083125" cy="4194526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114"/>
          <p:cNvSpPr/>
          <p:nvPr/>
        </p:nvSpPr>
        <p:spPr>
          <a:xfrm>
            <a:off x="4495055" y="870904"/>
            <a:ext cx="1828800" cy="32004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114"/>
          <p:cNvSpPr txBox="1"/>
          <p:nvPr>
            <p:ph idx="2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In Situ Two Phones on White">
  <p:cSld name="CUSTOM_4_1_1_1_2">
    <p:bg>
      <p:bgPr>
        <a:solidFill>
          <a:srgbClr val="FFFFFF"/>
        </a:solidFill>
      </p:bgPr>
    </p:bg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115"/>
          <p:cNvSpPr txBox="1"/>
          <p:nvPr>
            <p:ph idx="1" type="subTitle"/>
          </p:nvPr>
        </p:nvSpPr>
        <p:spPr>
          <a:xfrm>
            <a:off x="365075" y="894700"/>
            <a:ext cx="2441100" cy="17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1039" name="Google Shape;1039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95125" y="365750"/>
            <a:ext cx="2083125" cy="4194526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115"/>
          <p:cNvSpPr/>
          <p:nvPr/>
        </p:nvSpPr>
        <p:spPr>
          <a:xfrm>
            <a:off x="6822305" y="870904"/>
            <a:ext cx="1828800" cy="32004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1" name="Google Shape;1041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67875" y="365750"/>
            <a:ext cx="2083125" cy="4194526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115"/>
          <p:cNvSpPr/>
          <p:nvPr/>
        </p:nvSpPr>
        <p:spPr>
          <a:xfrm>
            <a:off x="4495055" y="870904"/>
            <a:ext cx="1828800" cy="32004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115"/>
          <p:cNvSpPr txBox="1"/>
          <p:nvPr>
            <p:ph idx="2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1044" name="Google Shape;1044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7 In Situ Two Phones on Black">
  <p:cSld name="CUSTOM_4_1_1_1_1"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Google Shape;1046;p1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95125" y="365750"/>
            <a:ext cx="2083125" cy="4194526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116"/>
          <p:cNvSpPr/>
          <p:nvPr/>
        </p:nvSpPr>
        <p:spPr>
          <a:xfrm>
            <a:off x="6822305" y="870904"/>
            <a:ext cx="1828800" cy="32004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8" name="Google Shape;1048;p1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67875" y="365750"/>
            <a:ext cx="2083125" cy="4194526"/>
          </a:xfrm>
          <a:prstGeom prst="rect">
            <a:avLst/>
          </a:prstGeom>
          <a:noFill/>
          <a:ln>
            <a:noFill/>
          </a:ln>
        </p:spPr>
      </p:pic>
      <p:sp>
        <p:nvSpPr>
          <p:cNvPr id="1049" name="Google Shape;1049;p116"/>
          <p:cNvSpPr/>
          <p:nvPr/>
        </p:nvSpPr>
        <p:spPr>
          <a:xfrm>
            <a:off x="4495055" y="870904"/>
            <a:ext cx="1828800" cy="32004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116"/>
          <p:cNvSpPr txBox="1"/>
          <p:nvPr>
            <p:ph type="title"/>
          </p:nvPr>
        </p:nvSpPr>
        <p:spPr>
          <a:xfrm>
            <a:off x="365075" y="890575"/>
            <a:ext cx="2433000" cy="17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051" name="Google Shape;1051;p116"/>
          <p:cNvSpPr txBox="1"/>
          <p:nvPr>
            <p:ph idx="1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7 In Situ Two Phones on White">
  <p:cSld name="CUSTOM_4_1_1_1_1_1">
    <p:bg>
      <p:bgPr>
        <a:solidFill>
          <a:srgbClr val="FFFFFF"/>
        </a:solidFill>
      </p:bgPr>
    </p:bg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3" name="Google Shape;1053;p1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95125" y="365750"/>
            <a:ext cx="2083125" cy="4194526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117"/>
          <p:cNvSpPr/>
          <p:nvPr/>
        </p:nvSpPr>
        <p:spPr>
          <a:xfrm>
            <a:off x="6822305" y="870904"/>
            <a:ext cx="1828800" cy="32004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5" name="Google Shape;1055;p1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67875" y="365750"/>
            <a:ext cx="2083125" cy="4194526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p117"/>
          <p:cNvSpPr/>
          <p:nvPr/>
        </p:nvSpPr>
        <p:spPr>
          <a:xfrm>
            <a:off x="4495055" y="870904"/>
            <a:ext cx="1828800" cy="32004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117"/>
          <p:cNvSpPr txBox="1"/>
          <p:nvPr>
            <p:ph type="title"/>
          </p:nvPr>
        </p:nvSpPr>
        <p:spPr>
          <a:xfrm>
            <a:off x="365075" y="890575"/>
            <a:ext cx="2433000" cy="17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058" name="Google Shape;1058;p117"/>
          <p:cNvSpPr txBox="1"/>
          <p:nvPr>
            <p:ph idx="1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1059" name="Google Shape;1059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3 Large Image with Smaller Text on Black">
  <p:cSld name="CUSTOM_53"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118"/>
          <p:cNvSpPr txBox="1"/>
          <p:nvPr>
            <p:ph type="title"/>
          </p:nvPr>
        </p:nvSpPr>
        <p:spPr>
          <a:xfrm>
            <a:off x="365075" y="894950"/>
            <a:ext cx="1783500" cy="17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062" name="Google Shape;1062;p118"/>
          <p:cNvSpPr/>
          <p:nvPr/>
        </p:nvSpPr>
        <p:spPr>
          <a:xfrm rot="-5400000">
            <a:off x="3372300" y="-628650"/>
            <a:ext cx="5142600" cy="6400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118"/>
          <p:cNvSpPr txBox="1"/>
          <p:nvPr>
            <p:ph idx="1" type="subTitle"/>
          </p:nvPr>
        </p:nvSpPr>
        <p:spPr>
          <a:xfrm>
            <a:off x="365075" y="238000"/>
            <a:ext cx="12168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3 Large Image with Smaller Text on White">
  <p:cSld name="CUSTOM_53_1">
    <p:bg>
      <p:bgPr>
        <a:solidFill>
          <a:srgbClr val="FFFFFF"/>
        </a:solidFill>
      </p:bgPr>
    </p:bg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119"/>
          <p:cNvSpPr txBox="1"/>
          <p:nvPr>
            <p:ph type="title"/>
          </p:nvPr>
        </p:nvSpPr>
        <p:spPr>
          <a:xfrm>
            <a:off x="365075" y="894950"/>
            <a:ext cx="1783500" cy="17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066" name="Google Shape;1066;p119"/>
          <p:cNvSpPr/>
          <p:nvPr/>
        </p:nvSpPr>
        <p:spPr>
          <a:xfrm rot="-5400000">
            <a:off x="3372300" y="-628650"/>
            <a:ext cx="5142600" cy="6400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119"/>
          <p:cNvSpPr txBox="1"/>
          <p:nvPr>
            <p:ph idx="1" type="subTitle"/>
          </p:nvPr>
        </p:nvSpPr>
        <p:spPr>
          <a:xfrm>
            <a:off x="365075" y="238000"/>
            <a:ext cx="12168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pic>
        <p:nvPicPr>
          <p:cNvPr id="1068" name="Google Shape;1068;p1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2 Large Image with Title on Black">
  <p:cSld name="CUSTOM_29"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120"/>
          <p:cNvSpPr txBox="1"/>
          <p:nvPr>
            <p:ph idx="1" type="subTitle"/>
          </p:nvPr>
        </p:nvSpPr>
        <p:spPr>
          <a:xfrm>
            <a:off x="365075" y="499450"/>
            <a:ext cx="17739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071" name="Google Shape;1071;p120"/>
          <p:cNvSpPr txBox="1"/>
          <p:nvPr>
            <p:ph idx="2" type="subTitle"/>
          </p:nvPr>
        </p:nvSpPr>
        <p:spPr>
          <a:xfrm>
            <a:off x="365075" y="289450"/>
            <a:ext cx="17739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072" name="Google Shape;1072;p120"/>
          <p:cNvSpPr/>
          <p:nvPr/>
        </p:nvSpPr>
        <p:spPr>
          <a:xfrm rot="-5400000">
            <a:off x="3372300" y="-629250"/>
            <a:ext cx="5142600" cy="6400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2 Large Image with Title on White">
  <p:cSld name="CUSTOM_29_1">
    <p:bg>
      <p:bgPr>
        <a:solidFill>
          <a:srgbClr val="FFFFFF"/>
        </a:solidFill>
      </p:bgPr>
    </p:bg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121"/>
          <p:cNvSpPr txBox="1"/>
          <p:nvPr>
            <p:ph idx="1" type="subTitle"/>
          </p:nvPr>
        </p:nvSpPr>
        <p:spPr>
          <a:xfrm>
            <a:off x="365075" y="499450"/>
            <a:ext cx="17739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075" name="Google Shape;1075;p121"/>
          <p:cNvSpPr txBox="1"/>
          <p:nvPr>
            <p:ph idx="2" type="subTitle"/>
          </p:nvPr>
        </p:nvSpPr>
        <p:spPr>
          <a:xfrm>
            <a:off x="365075" y="289450"/>
            <a:ext cx="17739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076" name="Google Shape;1076;p121"/>
          <p:cNvSpPr/>
          <p:nvPr/>
        </p:nvSpPr>
        <p:spPr>
          <a:xfrm rot="-5400000">
            <a:off x="3372300" y="-629250"/>
            <a:ext cx="5142600" cy="64008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7" name="Google Shape;1077;p1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1 Full Bleed Image on Black">
  <p:cSld name="CUSTOM_56"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122"/>
          <p:cNvSpPr/>
          <p:nvPr/>
        </p:nvSpPr>
        <p:spPr>
          <a:xfrm rot="-5400000">
            <a:off x="2390200" y="-2400300"/>
            <a:ext cx="4343400" cy="914400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1 Full Bleed Image on White">
  <p:cSld name="CUSTOM_56_1">
    <p:bg>
      <p:bgPr>
        <a:solidFill>
          <a:srgbClr val="FFFFFF"/>
        </a:solidFill>
      </p:bgPr>
    </p:bg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123"/>
          <p:cNvSpPr/>
          <p:nvPr/>
        </p:nvSpPr>
        <p:spPr>
          <a:xfrm rot="-5400000">
            <a:off x="2390200" y="-2400300"/>
            <a:ext cx="4343400" cy="914400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1082" name="Google Shape;1082;p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075" y="4658471"/>
            <a:ext cx="1095800" cy="1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000000"/>
        </a:solidFill>
      </p:bgPr>
    </p:bg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1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1085" name="Google Shape;1085;p1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86" name="Google Shape;1086;p1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1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  <p:sp>
        <p:nvSpPr>
          <p:cNvPr id="1089" name="Google Shape;1089;p1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1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ibre Franklin"/>
              <a:buChar char="●"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2" name="Google Shape;1092;p1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ibre Franklin"/>
              <a:buChar char="●"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ibre Franklin"/>
              <a:buChar char="○"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ibre Franklin"/>
              <a:buChar char="■"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ibre Franklin"/>
              <a:buChar char="●"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ibre Franklin"/>
              <a:buChar char="○"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ibre Franklin"/>
              <a:buChar char="■"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ibre Franklin"/>
              <a:buChar char="●"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ibre Franklin"/>
              <a:buChar char="○"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ibre Franklin"/>
              <a:buChar char="■"/>
              <a:defRPr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093" name="Google Shape;1093;p1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07" Type="http://schemas.openxmlformats.org/officeDocument/2006/relationships/slideLayout" Target="../slideLayouts/slideLayout106.xml"/><Relationship Id="rId106" Type="http://schemas.openxmlformats.org/officeDocument/2006/relationships/slideLayout" Target="../slideLayouts/slideLayout105.xml"/><Relationship Id="rId105" Type="http://schemas.openxmlformats.org/officeDocument/2006/relationships/slideLayout" Target="../slideLayouts/slideLayout104.xml"/><Relationship Id="rId104" Type="http://schemas.openxmlformats.org/officeDocument/2006/relationships/slideLayout" Target="../slideLayouts/slideLayout103.xml"/><Relationship Id="rId109" Type="http://schemas.openxmlformats.org/officeDocument/2006/relationships/slideLayout" Target="../slideLayouts/slideLayout108.xml"/><Relationship Id="rId108" Type="http://schemas.openxmlformats.org/officeDocument/2006/relationships/slideLayout" Target="../slideLayouts/slideLayout107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103" Type="http://schemas.openxmlformats.org/officeDocument/2006/relationships/slideLayout" Target="../slideLayouts/slideLayout102.xml"/><Relationship Id="rId102" Type="http://schemas.openxmlformats.org/officeDocument/2006/relationships/slideLayout" Target="../slideLayouts/slideLayout101.xml"/><Relationship Id="rId101" Type="http://schemas.openxmlformats.org/officeDocument/2006/relationships/slideLayout" Target="../slideLayouts/slideLayout100.xml"/><Relationship Id="rId100" Type="http://schemas.openxmlformats.org/officeDocument/2006/relationships/slideLayout" Target="../slideLayouts/slideLayout99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27" Type="http://schemas.openxmlformats.org/officeDocument/2006/relationships/theme" Target="../theme/theme1.xml"/><Relationship Id="rId126" Type="http://schemas.openxmlformats.org/officeDocument/2006/relationships/slideLayout" Target="../slideLayouts/slideLayout125.xml"/><Relationship Id="rId26" Type="http://schemas.openxmlformats.org/officeDocument/2006/relationships/slideLayout" Target="../slideLayouts/slideLayout25.xml"/><Relationship Id="rId121" Type="http://schemas.openxmlformats.org/officeDocument/2006/relationships/slideLayout" Target="../slideLayouts/slideLayout120.xml"/><Relationship Id="rId25" Type="http://schemas.openxmlformats.org/officeDocument/2006/relationships/slideLayout" Target="../slideLayouts/slideLayout24.xml"/><Relationship Id="rId120" Type="http://schemas.openxmlformats.org/officeDocument/2006/relationships/slideLayout" Target="../slideLayouts/slideLayout119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125" Type="http://schemas.openxmlformats.org/officeDocument/2006/relationships/slideLayout" Target="../slideLayouts/slideLayout124.xml"/><Relationship Id="rId29" Type="http://schemas.openxmlformats.org/officeDocument/2006/relationships/slideLayout" Target="../slideLayouts/slideLayout28.xml"/><Relationship Id="rId124" Type="http://schemas.openxmlformats.org/officeDocument/2006/relationships/slideLayout" Target="../slideLayouts/slideLayout123.xml"/><Relationship Id="rId123" Type="http://schemas.openxmlformats.org/officeDocument/2006/relationships/slideLayout" Target="../slideLayouts/slideLayout122.xml"/><Relationship Id="rId122" Type="http://schemas.openxmlformats.org/officeDocument/2006/relationships/slideLayout" Target="../slideLayouts/slideLayout121.xml"/><Relationship Id="rId95" Type="http://schemas.openxmlformats.org/officeDocument/2006/relationships/slideLayout" Target="../slideLayouts/slideLayout94.xml"/><Relationship Id="rId94" Type="http://schemas.openxmlformats.org/officeDocument/2006/relationships/slideLayout" Target="../slideLayouts/slideLayout93.xml"/><Relationship Id="rId97" Type="http://schemas.openxmlformats.org/officeDocument/2006/relationships/slideLayout" Target="../slideLayouts/slideLayout96.xml"/><Relationship Id="rId9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.xml"/><Relationship Id="rId99" Type="http://schemas.openxmlformats.org/officeDocument/2006/relationships/slideLayout" Target="../slideLayouts/slideLayout98.xml"/><Relationship Id="rId10" Type="http://schemas.openxmlformats.org/officeDocument/2006/relationships/slideLayout" Target="../slideLayouts/slideLayout9.xml"/><Relationship Id="rId98" Type="http://schemas.openxmlformats.org/officeDocument/2006/relationships/slideLayout" Target="../slideLayouts/slideLayout97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91" Type="http://schemas.openxmlformats.org/officeDocument/2006/relationships/slideLayout" Target="../slideLayouts/slideLayout90.xml"/><Relationship Id="rId90" Type="http://schemas.openxmlformats.org/officeDocument/2006/relationships/slideLayout" Target="../slideLayouts/slideLayout89.xml"/><Relationship Id="rId93" Type="http://schemas.openxmlformats.org/officeDocument/2006/relationships/slideLayout" Target="../slideLayouts/slideLayout92.xml"/><Relationship Id="rId92" Type="http://schemas.openxmlformats.org/officeDocument/2006/relationships/slideLayout" Target="../slideLayouts/slideLayout91.xml"/><Relationship Id="rId118" Type="http://schemas.openxmlformats.org/officeDocument/2006/relationships/slideLayout" Target="../slideLayouts/slideLayout117.xml"/><Relationship Id="rId117" Type="http://schemas.openxmlformats.org/officeDocument/2006/relationships/slideLayout" Target="../slideLayouts/slideLayout116.xml"/><Relationship Id="rId116" Type="http://schemas.openxmlformats.org/officeDocument/2006/relationships/slideLayout" Target="../slideLayouts/slideLayout115.xml"/><Relationship Id="rId115" Type="http://schemas.openxmlformats.org/officeDocument/2006/relationships/slideLayout" Target="../slideLayouts/slideLayout114.xml"/><Relationship Id="rId119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4.xml"/><Relationship Id="rId110" Type="http://schemas.openxmlformats.org/officeDocument/2006/relationships/slideLayout" Target="../slideLayouts/slideLayout109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14" Type="http://schemas.openxmlformats.org/officeDocument/2006/relationships/slideLayout" Target="../slideLayouts/slideLayout113.xml"/><Relationship Id="rId18" Type="http://schemas.openxmlformats.org/officeDocument/2006/relationships/slideLayout" Target="../slideLayouts/slideLayout17.xml"/><Relationship Id="rId113" Type="http://schemas.openxmlformats.org/officeDocument/2006/relationships/slideLayout" Target="../slideLayouts/slideLayout112.xml"/><Relationship Id="rId112" Type="http://schemas.openxmlformats.org/officeDocument/2006/relationships/slideLayout" Target="../slideLayouts/slideLayout111.xml"/><Relationship Id="rId111" Type="http://schemas.openxmlformats.org/officeDocument/2006/relationships/slideLayout" Target="../slideLayouts/slideLayout110.xml"/><Relationship Id="rId84" Type="http://schemas.openxmlformats.org/officeDocument/2006/relationships/slideLayout" Target="../slideLayouts/slideLayout83.xml"/><Relationship Id="rId83" Type="http://schemas.openxmlformats.org/officeDocument/2006/relationships/slideLayout" Target="../slideLayouts/slideLayout82.xml"/><Relationship Id="rId86" Type="http://schemas.openxmlformats.org/officeDocument/2006/relationships/slideLayout" Target="../slideLayouts/slideLayout85.xml"/><Relationship Id="rId85" Type="http://schemas.openxmlformats.org/officeDocument/2006/relationships/slideLayout" Target="../slideLayouts/slideLayout84.xml"/><Relationship Id="rId88" Type="http://schemas.openxmlformats.org/officeDocument/2006/relationships/slideLayout" Target="../slideLayouts/slideLayout87.xml"/><Relationship Id="rId87" Type="http://schemas.openxmlformats.org/officeDocument/2006/relationships/slideLayout" Target="../slideLayouts/slideLayout86.xml"/><Relationship Id="rId89" Type="http://schemas.openxmlformats.org/officeDocument/2006/relationships/slideLayout" Target="../slideLayouts/slideLayout88.xml"/><Relationship Id="rId80" Type="http://schemas.openxmlformats.org/officeDocument/2006/relationships/slideLayout" Target="../slideLayouts/slideLayout79.xml"/><Relationship Id="rId82" Type="http://schemas.openxmlformats.org/officeDocument/2006/relationships/slideLayout" Target="../slideLayouts/slideLayout81.xml"/><Relationship Id="rId81" Type="http://schemas.openxmlformats.org/officeDocument/2006/relationships/slideLayout" Target="../slideLayouts/slideLayout80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73" Type="http://schemas.openxmlformats.org/officeDocument/2006/relationships/slideLayout" Target="../slideLayouts/slideLayout72.xml"/><Relationship Id="rId72" Type="http://schemas.openxmlformats.org/officeDocument/2006/relationships/slideLayout" Target="../slideLayouts/slideLayout71.xml"/><Relationship Id="rId75" Type="http://schemas.openxmlformats.org/officeDocument/2006/relationships/slideLayout" Target="../slideLayouts/slideLayout74.xml"/><Relationship Id="rId74" Type="http://schemas.openxmlformats.org/officeDocument/2006/relationships/slideLayout" Target="../slideLayouts/slideLayout73.xml"/><Relationship Id="rId77" Type="http://schemas.openxmlformats.org/officeDocument/2006/relationships/slideLayout" Target="../slideLayouts/slideLayout76.xml"/><Relationship Id="rId76" Type="http://schemas.openxmlformats.org/officeDocument/2006/relationships/slideLayout" Target="../slideLayouts/slideLayout75.xml"/><Relationship Id="rId79" Type="http://schemas.openxmlformats.org/officeDocument/2006/relationships/slideLayout" Target="../slideLayouts/slideLayout78.xml"/><Relationship Id="rId78" Type="http://schemas.openxmlformats.org/officeDocument/2006/relationships/slideLayout" Target="../slideLayouts/slideLayout77.xml"/><Relationship Id="rId71" Type="http://schemas.openxmlformats.org/officeDocument/2006/relationships/slideLayout" Target="../slideLayouts/slideLayout70.xml"/><Relationship Id="rId70" Type="http://schemas.openxmlformats.org/officeDocument/2006/relationships/slideLayout" Target="../slideLayouts/slideLayout69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66" Type="http://schemas.openxmlformats.org/officeDocument/2006/relationships/slideLayout" Target="../slideLayouts/slideLayout65.xml"/><Relationship Id="rId65" Type="http://schemas.openxmlformats.org/officeDocument/2006/relationships/slideLayout" Target="../slideLayouts/slideLayout64.xml"/><Relationship Id="rId68" Type="http://schemas.openxmlformats.org/officeDocument/2006/relationships/slideLayout" Target="../slideLayouts/slideLayout67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69" Type="http://schemas.openxmlformats.org/officeDocument/2006/relationships/slideLayout" Target="../slideLayouts/slideLayout6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55" Type="http://schemas.openxmlformats.org/officeDocument/2006/relationships/slideLayout" Target="../slideLayouts/slideLayout54.xml"/><Relationship Id="rId54" Type="http://schemas.openxmlformats.org/officeDocument/2006/relationships/slideLayout" Target="../slideLayouts/slideLayout53.xml"/><Relationship Id="rId57" Type="http://schemas.openxmlformats.org/officeDocument/2006/relationships/slideLayout" Target="../slideLayouts/slideLayout56.xml"/><Relationship Id="rId56" Type="http://schemas.openxmlformats.org/officeDocument/2006/relationships/slideLayout" Target="../slideLayouts/slideLayout55.xml"/><Relationship Id="rId59" Type="http://schemas.openxmlformats.org/officeDocument/2006/relationships/slideLayout" Target="../slideLayouts/slideLayout58.xml"/><Relationship Id="rId58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buNone/>
              <a:defRPr sz="1300">
                <a:solidFill>
                  <a:schemeClr val="tx1"/>
                </a:solidFill>
              </a:defRPr>
            </a:lvl1pPr>
            <a:lvl2pPr lvl="1" rtl="0" algn="r">
              <a:buNone/>
              <a:defRPr sz="1300">
                <a:solidFill>
                  <a:schemeClr val="tx1"/>
                </a:solidFill>
              </a:defRPr>
            </a:lvl2pPr>
            <a:lvl3pPr lvl="2" rtl="0" algn="r">
              <a:buNone/>
              <a:defRPr sz="1300">
                <a:solidFill>
                  <a:schemeClr val="tx1"/>
                </a:solidFill>
              </a:defRPr>
            </a:lvl3pPr>
            <a:lvl4pPr lvl="3" rtl="0" algn="r">
              <a:buNone/>
              <a:defRPr sz="1300">
                <a:solidFill>
                  <a:schemeClr val="tx1"/>
                </a:solidFill>
              </a:defRPr>
            </a:lvl4pPr>
            <a:lvl5pPr lvl="4" rtl="0" algn="r">
              <a:buNone/>
              <a:defRPr sz="1300">
                <a:solidFill>
                  <a:schemeClr val="tx1"/>
                </a:solidFill>
              </a:defRPr>
            </a:lvl5pPr>
            <a:lvl6pPr lvl="5" rtl="0" algn="r">
              <a:buNone/>
              <a:defRPr sz="1300">
                <a:solidFill>
                  <a:schemeClr val="tx1"/>
                </a:solidFill>
              </a:defRPr>
            </a:lvl6pPr>
            <a:lvl7pPr lvl="6" rtl="0" algn="r">
              <a:buNone/>
              <a:defRPr sz="1300">
                <a:solidFill>
                  <a:schemeClr val="tx1"/>
                </a:solidFill>
              </a:defRPr>
            </a:lvl7pPr>
            <a:lvl8pPr lvl="7" rtl="0" algn="r">
              <a:buNone/>
              <a:defRPr sz="1300">
                <a:solidFill>
                  <a:schemeClr val="tx1"/>
                </a:solidFill>
              </a:defRPr>
            </a:lvl8pPr>
            <a:lvl9pPr lvl="8" rtl="0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" name="Google Shape;7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65075" y="4658846"/>
            <a:ext cx="1098525" cy="14765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  <p:sldLayoutId id="2147483713" r:id="rId67"/>
    <p:sldLayoutId id="2147483714" r:id="rId68"/>
    <p:sldLayoutId id="2147483715" r:id="rId69"/>
    <p:sldLayoutId id="2147483716" r:id="rId70"/>
    <p:sldLayoutId id="2147483717" r:id="rId71"/>
    <p:sldLayoutId id="2147483718" r:id="rId72"/>
    <p:sldLayoutId id="2147483719" r:id="rId73"/>
    <p:sldLayoutId id="2147483720" r:id="rId74"/>
    <p:sldLayoutId id="2147483721" r:id="rId75"/>
    <p:sldLayoutId id="2147483722" r:id="rId76"/>
    <p:sldLayoutId id="2147483723" r:id="rId77"/>
    <p:sldLayoutId id="2147483724" r:id="rId78"/>
    <p:sldLayoutId id="2147483725" r:id="rId79"/>
    <p:sldLayoutId id="2147483726" r:id="rId80"/>
    <p:sldLayoutId id="2147483727" r:id="rId81"/>
    <p:sldLayoutId id="2147483728" r:id="rId82"/>
    <p:sldLayoutId id="2147483729" r:id="rId83"/>
    <p:sldLayoutId id="2147483730" r:id="rId84"/>
    <p:sldLayoutId id="2147483731" r:id="rId85"/>
    <p:sldLayoutId id="2147483732" r:id="rId86"/>
    <p:sldLayoutId id="2147483733" r:id="rId87"/>
    <p:sldLayoutId id="2147483734" r:id="rId88"/>
    <p:sldLayoutId id="2147483735" r:id="rId89"/>
    <p:sldLayoutId id="2147483736" r:id="rId90"/>
    <p:sldLayoutId id="2147483737" r:id="rId91"/>
    <p:sldLayoutId id="2147483738" r:id="rId92"/>
    <p:sldLayoutId id="2147483739" r:id="rId93"/>
    <p:sldLayoutId id="2147483740" r:id="rId94"/>
    <p:sldLayoutId id="2147483741" r:id="rId95"/>
    <p:sldLayoutId id="2147483742" r:id="rId96"/>
    <p:sldLayoutId id="2147483743" r:id="rId97"/>
    <p:sldLayoutId id="2147483744" r:id="rId98"/>
    <p:sldLayoutId id="2147483745" r:id="rId99"/>
    <p:sldLayoutId id="2147483746" r:id="rId100"/>
    <p:sldLayoutId id="2147483747" r:id="rId101"/>
    <p:sldLayoutId id="2147483748" r:id="rId102"/>
    <p:sldLayoutId id="2147483749" r:id="rId103"/>
    <p:sldLayoutId id="2147483750" r:id="rId104"/>
    <p:sldLayoutId id="2147483751" r:id="rId105"/>
    <p:sldLayoutId id="2147483752" r:id="rId106"/>
    <p:sldLayoutId id="2147483753" r:id="rId107"/>
    <p:sldLayoutId id="2147483754" r:id="rId108"/>
    <p:sldLayoutId id="2147483755" r:id="rId109"/>
    <p:sldLayoutId id="2147483756" r:id="rId110"/>
    <p:sldLayoutId id="2147483757" r:id="rId111"/>
    <p:sldLayoutId id="2147483758" r:id="rId112"/>
    <p:sldLayoutId id="2147483759" r:id="rId113"/>
    <p:sldLayoutId id="2147483760" r:id="rId114"/>
    <p:sldLayoutId id="2147483761" r:id="rId115"/>
    <p:sldLayoutId id="2147483762" r:id="rId116"/>
    <p:sldLayoutId id="2147483763" r:id="rId117"/>
    <p:sldLayoutId id="2147483764" r:id="rId118"/>
    <p:sldLayoutId id="2147483765" r:id="rId119"/>
    <p:sldLayoutId id="2147483766" r:id="rId120"/>
    <p:sldLayoutId id="2147483767" r:id="rId121"/>
    <p:sldLayoutId id="2147483768" r:id="rId122"/>
    <p:sldLayoutId id="2147483769" r:id="rId123"/>
    <p:sldLayoutId id="2147483770" r:id="rId124"/>
    <p:sldLayoutId id="2147483771" r:id="rId125"/>
    <p:sldLayoutId id="2147483772" r:id="rId1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0">
          <p15:clr>
            <a:srgbClr val="F06B4A"/>
          </p15:clr>
        </p15:guide>
        <p15:guide id="2" pos="5530">
          <p15:clr>
            <a:srgbClr val="F06B4A"/>
          </p15:clr>
        </p15:guide>
        <p15:guide id="3" pos="939">
          <p15:clr>
            <a:srgbClr val="F06B4A"/>
          </p15:clr>
        </p15:guide>
        <p15:guide id="4" pos="996">
          <p15:clr>
            <a:srgbClr val="FA7B17"/>
          </p15:clr>
        </p15:guide>
        <p15:guide id="5" pos="1705">
          <p15:clr>
            <a:srgbClr val="FA7B17"/>
          </p15:clr>
        </p15:guide>
        <p15:guide id="6" pos="1763">
          <p15:clr>
            <a:srgbClr val="FA7B17"/>
          </p15:clr>
        </p15:guide>
        <p15:guide id="7" pos="2471">
          <p15:clr>
            <a:srgbClr val="FA7B17"/>
          </p15:clr>
        </p15:guide>
        <p15:guide id="8" pos="2529">
          <p15:clr>
            <a:srgbClr val="FA7B17"/>
          </p15:clr>
        </p15:guide>
        <p15:guide id="9" pos="3237">
          <p15:clr>
            <a:srgbClr val="FA7B17"/>
          </p15:clr>
        </p15:guide>
        <p15:guide id="10" pos="3295">
          <p15:clr>
            <a:srgbClr val="FA7B17"/>
          </p15:clr>
        </p15:guide>
        <p15:guide id="11" pos="4003">
          <p15:clr>
            <a:srgbClr val="FA7B17"/>
          </p15:clr>
        </p15:guide>
        <p15:guide id="12" pos="4061">
          <p15:clr>
            <a:srgbClr val="FA7B17"/>
          </p15:clr>
        </p15:guide>
        <p15:guide id="13" pos="4758">
          <p15:clr>
            <a:srgbClr val="FA7B17"/>
          </p15:clr>
        </p15:guide>
        <p15:guide id="14" pos="4815">
          <p15:clr>
            <a:srgbClr val="FA7B17"/>
          </p15:clr>
        </p15:guide>
        <p15:guide id="15" pos="230">
          <p15:clr>
            <a:srgbClr val="FA7B17"/>
          </p15:clr>
        </p15:guide>
        <p15:guide id="16" orient="horz" pos="576">
          <p15:clr>
            <a:srgbClr val="FA7B17"/>
          </p15:clr>
        </p15:guide>
        <p15:guide id="17" orient="horz" pos="216">
          <p15:clr>
            <a:srgbClr val="FA7B17"/>
          </p15:clr>
        </p15:guide>
        <p15:guide id="18" orient="horz" pos="3030">
          <p15:clr>
            <a:srgbClr val="FA7B17"/>
          </p15:clr>
        </p15:guide>
        <p15:guide id="19" orient="horz" pos="1620">
          <p15:clr>
            <a:srgbClr val="FA7B17"/>
          </p15:clr>
        </p15:guide>
        <p15:guide id="20" orient="horz" pos="1025">
          <p15:clr>
            <a:srgbClr val="FA7B17"/>
          </p15:clr>
        </p15:guide>
        <p15:guide id="21" orient="horz" pos="2736">
          <p15:clr>
            <a:srgbClr val="FA7B17"/>
          </p15:clr>
        </p15:guide>
        <p15:guide id="22" orient="horz" pos="2218">
          <p15:clr>
            <a:srgbClr val="FA7B1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1" Type="http://schemas.openxmlformats.org/officeDocument/2006/relationships/hyperlink" Target="https://careerssearch.bbc.co.uk/" TargetMode="External"/><Relationship Id="rId10" Type="http://schemas.openxmlformats.org/officeDocument/2006/relationships/hyperlink" Target="https://warnermediacareers.com/global/en" TargetMode="External"/><Relationship Id="rId13" Type="http://schemas.openxmlformats.org/officeDocument/2006/relationships/hyperlink" Target="https://www.ap.org/careers/" TargetMode="External"/><Relationship Id="rId12" Type="http://schemas.openxmlformats.org/officeDocument/2006/relationships/hyperlink" Target="https://www.thomsonreuters.com/en/careers.html" TargetMode="External"/><Relationship Id="rId15" Type="http://schemas.openxmlformats.org/officeDocument/2006/relationships/hyperlink" Target="https://rsf.org/en/work-rsf" TargetMode="External"/><Relationship Id="rId14" Type="http://schemas.openxmlformats.org/officeDocument/2006/relationships/hyperlink" Target="https://cpj.org/about/jobs/" TargetMode="External"/><Relationship Id="rId17" Type="http://schemas.openxmlformats.org/officeDocument/2006/relationships/hyperlink" Target="https://freedom.press/jobs/" TargetMode="External"/><Relationship Id="rId16" Type="http://schemas.openxmlformats.org/officeDocument/2006/relationships/hyperlink" Target="https://www.ifj.org/who/job-vacancies.html" TargetMode="External"/><Relationship Id="rId1" Type="http://schemas.openxmlformats.org/officeDocument/2006/relationships/slideLayout" Target="../slideLayouts/slideLayout125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www.digitalrights.community/" TargetMode="External"/><Relationship Id="rId4" Type="http://schemas.openxmlformats.org/officeDocument/2006/relationships/hyperlink" Target="https://www.digitalrights.community/job-board" TargetMode="External"/><Relationship Id="rId9" Type="http://schemas.openxmlformats.org/officeDocument/2006/relationships/hyperlink" Target="https://careers.bloomberg.com/job/search" TargetMode="External"/><Relationship Id="rId5" Type="http://schemas.openxmlformats.org/officeDocument/2006/relationships/hyperlink" Target="https://usatodaynetworkcareers.com/" TargetMode="External"/><Relationship Id="rId6" Type="http://schemas.openxmlformats.org/officeDocument/2006/relationships/hyperlink" Target="https://careers.washingtonpost.com/" TargetMode="External"/><Relationship Id="rId7" Type="http://schemas.openxmlformats.org/officeDocument/2006/relationships/hyperlink" Target="https://wsj.jobs/" TargetMode="External"/><Relationship Id="rId8" Type="http://schemas.openxmlformats.org/officeDocument/2006/relationships/hyperlink" Target="https://www.nytco.com/careers/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127"/>
          <p:cNvSpPr txBox="1"/>
          <p:nvPr>
            <p:ph type="title"/>
          </p:nvPr>
        </p:nvSpPr>
        <p:spPr>
          <a:xfrm>
            <a:off x="365075" y="237800"/>
            <a:ext cx="7188000" cy="14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look inside security at the New York Times.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or </a:t>
            </a:r>
            <a:br>
              <a:rPr i="1" lang="en"/>
            </a:br>
            <a:r>
              <a:rPr i="1" lang="en"/>
              <a:t>A media security primer for hackers</a:t>
            </a:r>
            <a:endParaRPr i="1"/>
          </a:p>
        </p:txBody>
      </p:sp>
      <p:sp>
        <p:nvSpPr>
          <p:cNvPr id="1099" name="Google Shape;1099;p127"/>
          <p:cNvSpPr txBox="1"/>
          <p:nvPr>
            <p:ph idx="1" type="subTitle"/>
          </p:nvPr>
        </p:nvSpPr>
        <p:spPr>
          <a:xfrm>
            <a:off x="4572000" y="4635177"/>
            <a:ext cx="23853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 Name Here</a:t>
            </a:r>
            <a:endParaRPr/>
          </a:p>
        </p:txBody>
      </p:sp>
      <p:sp>
        <p:nvSpPr>
          <p:cNvPr id="1100" name="Google Shape;1100;p127"/>
          <p:cNvSpPr txBox="1"/>
          <p:nvPr>
            <p:ph idx="2" type="subTitle"/>
          </p:nvPr>
        </p:nvSpPr>
        <p:spPr>
          <a:xfrm>
            <a:off x="7662675" y="4635175"/>
            <a:ext cx="12117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05/13/2020</a:t>
            </a:r>
            <a:endParaRPr/>
          </a:p>
        </p:txBody>
      </p:sp>
      <p:sp>
        <p:nvSpPr>
          <p:cNvPr id="1101" name="Google Shape;1101;p127"/>
          <p:cNvSpPr txBox="1"/>
          <p:nvPr>
            <p:ph idx="1" type="subTitle"/>
          </p:nvPr>
        </p:nvSpPr>
        <p:spPr>
          <a:xfrm>
            <a:off x="365075" y="3460575"/>
            <a:ext cx="4206900" cy="30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 Jesse Krembs</a:t>
            </a:r>
            <a:endParaRPr/>
          </a:p>
        </p:txBody>
      </p:sp>
      <p:sp>
        <p:nvSpPr>
          <p:cNvPr id="1102" name="Google Shape;1102;p127"/>
          <p:cNvSpPr txBox="1"/>
          <p:nvPr>
            <p:ph idx="2" type="subTitle"/>
          </p:nvPr>
        </p:nvSpPr>
        <p:spPr>
          <a:xfrm>
            <a:off x="365075" y="3773525"/>
            <a:ext cx="4206900" cy="30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 Con 29, August 2021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1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128"/>
          <p:cNvSpPr txBox="1"/>
          <p:nvPr>
            <p:ph idx="1" type="body"/>
          </p:nvPr>
        </p:nvSpPr>
        <p:spPr>
          <a:xfrm>
            <a:off x="311700" y="342900"/>
            <a:ext cx="8520600" cy="26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/>
              <a:t>Thank you</a:t>
            </a:r>
            <a:endParaRPr sz="5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129"/>
          <p:cNvSpPr/>
          <p:nvPr/>
        </p:nvSpPr>
        <p:spPr>
          <a:xfrm>
            <a:off x="266750" y="1558300"/>
            <a:ext cx="1971600" cy="150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129"/>
          <p:cNvSpPr txBox="1"/>
          <p:nvPr>
            <p:ph idx="2" type="title"/>
          </p:nvPr>
        </p:nvSpPr>
        <p:spPr>
          <a:xfrm>
            <a:off x="2558774" y="3248125"/>
            <a:ext cx="1826700" cy="118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115" name="Google Shape;1115;p129"/>
          <p:cNvSpPr txBox="1"/>
          <p:nvPr>
            <p:ph idx="8" type="subTitle"/>
          </p:nvPr>
        </p:nvSpPr>
        <p:spPr>
          <a:xfrm>
            <a:off x="365525" y="874300"/>
            <a:ext cx="4865100" cy="35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My Journey</a:t>
            </a:r>
            <a:endParaRPr sz="3000"/>
          </a:p>
        </p:txBody>
      </p:sp>
      <p:sp>
        <p:nvSpPr>
          <p:cNvPr id="1116" name="Google Shape;1116;p129"/>
          <p:cNvSpPr/>
          <p:nvPr/>
        </p:nvSpPr>
        <p:spPr>
          <a:xfrm>
            <a:off x="4751950" y="1627625"/>
            <a:ext cx="1826700" cy="137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17" name="Google Shape;1117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1351" y="2161450"/>
            <a:ext cx="1708050" cy="30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1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461" y="1703825"/>
            <a:ext cx="1228838" cy="1228838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129"/>
          <p:cNvSpPr txBox="1"/>
          <p:nvPr>
            <p:ph type="title"/>
          </p:nvPr>
        </p:nvSpPr>
        <p:spPr>
          <a:xfrm>
            <a:off x="365525" y="3248125"/>
            <a:ext cx="1826700" cy="118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129"/>
          <p:cNvSpPr txBox="1"/>
          <p:nvPr>
            <p:ph idx="1" type="subTitle"/>
          </p:nvPr>
        </p:nvSpPr>
        <p:spPr>
          <a:xfrm>
            <a:off x="365525" y="3067475"/>
            <a:ext cx="1826700" cy="23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 Con</a:t>
            </a:r>
            <a:endParaRPr/>
          </a:p>
        </p:txBody>
      </p:sp>
      <p:sp>
        <p:nvSpPr>
          <p:cNvPr id="1121" name="Google Shape;1121;p129"/>
          <p:cNvSpPr txBox="1"/>
          <p:nvPr>
            <p:ph idx="3" type="subTitle"/>
          </p:nvPr>
        </p:nvSpPr>
        <p:spPr>
          <a:xfrm>
            <a:off x="2558774" y="3067475"/>
            <a:ext cx="1826700" cy="23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Hacker Foundation</a:t>
            </a:r>
            <a:endParaRPr/>
          </a:p>
        </p:txBody>
      </p:sp>
      <p:sp>
        <p:nvSpPr>
          <p:cNvPr id="1122" name="Google Shape;1122;p129"/>
          <p:cNvSpPr txBox="1"/>
          <p:nvPr>
            <p:ph idx="4" type="title"/>
          </p:nvPr>
        </p:nvSpPr>
        <p:spPr>
          <a:xfrm>
            <a:off x="4752017" y="3248125"/>
            <a:ext cx="1826700" cy="118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129"/>
          <p:cNvSpPr txBox="1"/>
          <p:nvPr>
            <p:ph idx="5" type="subTitle"/>
          </p:nvPr>
        </p:nvSpPr>
        <p:spPr>
          <a:xfrm>
            <a:off x="4752017" y="3067475"/>
            <a:ext cx="1826700" cy="23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Internet Freedom Festival	</a:t>
            </a:r>
            <a:endParaRPr/>
          </a:p>
        </p:txBody>
      </p:sp>
      <p:sp>
        <p:nvSpPr>
          <p:cNvPr id="1124" name="Google Shape;1124;p129"/>
          <p:cNvSpPr txBox="1"/>
          <p:nvPr>
            <p:ph idx="6" type="title"/>
          </p:nvPr>
        </p:nvSpPr>
        <p:spPr>
          <a:xfrm>
            <a:off x="6950499" y="3248125"/>
            <a:ext cx="1826700" cy="118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129"/>
          <p:cNvSpPr txBox="1"/>
          <p:nvPr>
            <p:ph idx="7" type="subTitle"/>
          </p:nvPr>
        </p:nvSpPr>
        <p:spPr>
          <a:xfrm>
            <a:off x="6950499" y="3067475"/>
            <a:ext cx="1826700" cy="23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York Times</a:t>
            </a:r>
            <a:endParaRPr/>
          </a:p>
        </p:txBody>
      </p:sp>
      <p:sp>
        <p:nvSpPr>
          <p:cNvPr id="1126" name="Google Shape;1126;p129"/>
          <p:cNvSpPr txBox="1"/>
          <p:nvPr>
            <p:ph idx="9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129"/>
          <p:cNvSpPr/>
          <p:nvPr/>
        </p:nvSpPr>
        <p:spPr>
          <a:xfrm>
            <a:off x="2558775" y="1629000"/>
            <a:ext cx="1826700" cy="137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28" name="Google Shape;1128;p1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62837" y="1685938"/>
            <a:ext cx="1264625" cy="126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9" name="Google Shape;1129;p129"/>
          <p:cNvSpPr/>
          <p:nvPr/>
        </p:nvSpPr>
        <p:spPr>
          <a:xfrm>
            <a:off x="6905675" y="1627625"/>
            <a:ext cx="1882800" cy="1378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0" name="Google Shape;1130;p1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98350" y="1657475"/>
            <a:ext cx="1321550" cy="132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130"/>
          <p:cNvSpPr txBox="1"/>
          <p:nvPr>
            <p:ph idx="1" type="subTitle"/>
          </p:nvPr>
        </p:nvSpPr>
        <p:spPr>
          <a:xfrm>
            <a:off x="365375" y="289725"/>
            <a:ext cx="48654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130"/>
          <p:cNvSpPr txBox="1"/>
          <p:nvPr>
            <p:ph idx="2" type="subTitle"/>
          </p:nvPr>
        </p:nvSpPr>
        <p:spPr>
          <a:xfrm>
            <a:off x="365375" y="515925"/>
            <a:ext cx="4865400" cy="28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But Why?</a:t>
            </a:r>
            <a:endParaRPr sz="32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137" name="Google Shape;1137;p130"/>
          <p:cNvSpPr txBox="1"/>
          <p:nvPr>
            <p:ph type="title"/>
          </p:nvPr>
        </p:nvSpPr>
        <p:spPr>
          <a:xfrm>
            <a:off x="365075" y="1884425"/>
            <a:ext cx="1778400" cy="24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The work of a news making </a:t>
            </a:r>
            <a:r>
              <a:rPr lang="en" sz="1900"/>
              <a:t>organization</a:t>
            </a:r>
            <a:r>
              <a:rPr lang="en" sz="1900"/>
              <a:t> is a very active part of being an engaged citizen</a:t>
            </a:r>
            <a:endParaRPr sz="1900"/>
          </a:p>
        </p:txBody>
      </p:sp>
      <p:sp>
        <p:nvSpPr>
          <p:cNvPr id="1138" name="Google Shape;1138;p130"/>
          <p:cNvSpPr txBox="1"/>
          <p:nvPr>
            <p:ph idx="3" type="subTitle"/>
          </p:nvPr>
        </p:nvSpPr>
        <p:spPr>
          <a:xfrm>
            <a:off x="365075" y="1594925"/>
            <a:ext cx="1316700" cy="18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Civic Good</a:t>
            </a:r>
            <a:endParaRPr sz="1500"/>
          </a:p>
        </p:txBody>
      </p:sp>
      <p:sp>
        <p:nvSpPr>
          <p:cNvPr id="1139" name="Google Shape;1139;p130"/>
          <p:cNvSpPr txBox="1"/>
          <p:nvPr>
            <p:ph idx="4" type="title"/>
          </p:nvPr>
        </p:nvSpPr>
        <p:spPr>
          <a:xfrm>
            <a:off x="2586401" y="1884425"/>
            <a:ext cx="1778400" cy="24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It’s not a job where “protecting shareholder value”  is the primary concern.</a:t>
            </a:r>
            <a:endParaRPr sz="1900"/>
          </a:p>
        </p:txBody>
      </p:sp>
      <p:sp>
        <p:nvSpPr>
          <p:cNvPr id="1140" name="Google Shape;1140;p130"/>
          <p:cNvSpPr txBox="1"/>
          <p:nvPr>
            <p:ph idx="5" type="subTitle"/>
          </p:nvPr>
        </p:nvSpPr>
        <p:spPr>
          <a:xfrm>
            <a:off x="2586401" y="1594925"/>
            <a:ext cx="1700100" cy="18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 Shareholder Value</a:t>
            </a:r>
            <a:endParaRPr sz="1500"/>
          </a:p>
        </p:txBody>
      </p:sp>
      <p:sp>
        <p:nvSpPr>
          <p:cNvPr id="1141" name="Google Shape;1141;p130"/>
          <p:cNvSpPr txBox="1"/>
          <p:nvPr>
            <p:ph idx="6" type="title"/>
          </p:nvPr>
        </p:nvSpPr>
        <p:spPr>
          <a:xfrm>
            <a:off x="4793125" y="1884425"/>
            <a:ext cx="1778400" cy="24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The problems are complicated in both technical, logistical and human ways!</a:t>
            </a:r>
            <a:endParaRPr sz="1900"/>
          </a:p>
        </p:txBody>
      </p:sp>
      <p:sp>
        <p:nvSpPr>
          <p:cNvPr id="1142" name="Google Shape;1142;p130"/>
          <p:cNvSpPr txBox="1"/>
          <p:nvPr>
            <p:ph idx="7" type="subTitle"/>
          </p:nvPr>
        </p:nvSpPr>
        <p:spPr>
          <a:xfrm>
            <a:off x="4793125" y="1594925"/>
            <a:ext cx="1653300" cy="18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Hard Problems</a:t>
            </a:r>
            <a:endParaRPr sz="1500"/>
          </a:p>
        </p:txBody>
      </p:sp>
      <p:sp>
        <p:nvSpPr>
          <p:cNvPr id="1143" name="Google Shape;1143;p130"/>
          <p:cNvSpPr txBox="1"/>
          <p:nvPr>
            <p:ph idx="8" type="title"/>
          </p:nvPr>
        </p:nvSpPr>
        <p:spPr>
          <a:xfrm>
            <a:off x="6999850" y="2113025"/>
            <a:ext cx="1778400" cy="24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The people are great, and the work is evergreen.</a:t>
            </a:r>
            <a:endParaRPr sz="1900"/>
          </a:p>
        </p:txBody>
      </p:sp>
      <p:sp>
        <p:nvSpPr>
          <p:cNvPr id="1144" name="Google Shape;1144;p130"/>
          <p:cNvSpPr txBox="1"/>
          <p:nvPr>
            <p:ph idx="9" type="subTitle"/>
          </p:nvPr>
        </p:nvSpPr>
        <p:spPr>
          <a:xfrm>
            <a:off x="6999850" y="1594925"/>
            <a:ext cx="1778400" cy="18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Interesting People and fast paced</a:t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1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Hackers &amp; Journalist</a:t>
            </a:r>
            <a:endParaRPr sz="3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150" name="Google Shape;1150;p131"/>
          <p:cNvSpPr/>
          <p:nvPr/>
        </p:nvSpPr>
        <p:spPr>
          <a:xfrm>
            <a:off x="3783050" y="1239950"/>
            <a:ext cx="3416400" cy="3416400"/>
          </a:xfrm>
          <a:prstGeom prst="ellipse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Hackers</a:t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151" name="Google Shape;1151;p131"/>
          <p:cNvSpPr/>
          <p:nvPr/>
        </p:nvSpPr>
        <p:spPr>
          <a:xfrm>
            <a:off x="1849200" y="1257600"/>
            <a:ext cx="3416400" cy="3416400"/>
          </a:xfrm>
          <a:prstGeom prst="ellipse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Journalists</a:t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152" name="Google Shape;1152;p131"/>
          <p:cNvSpPr txBox="1"/>
          <p:nvPr/>
        </p:nvSpPr>
        <p:spPr>
          <a:xfrm>
            <a:off x="3821225" y="2597425"/>
            <a:ext cx="1392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Information </a:t>
            </a:r>
            <a:br>
              <a:rPr lang="en" sz="16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16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wants to be </a:t>
            </a:r>
            <a:br>
              <a:rPr lang="en" sz="16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16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free</a:t>
            </a:r>
            <a:endParaRPr sz="16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132"/>
          <p:cNvSpPr txBox="1"/>
          <p:nvPr>
            <p:ph idx="17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132"/>
          <p:cNvSpPr txBox="1"/>
          <p:nvPr>
            <p:ph idx="1" type="subTitle"/>
          </p:nvPr>
        </p:nvSpPr>
        <p:spPr>
          <a:xfrm>
            <a:off x="367600" y="1299700"/>
            <a:ext cx="2339100" cy="19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169 Years Old</a:t>
            </a:r>
            <a:endParaRPr sz="1300"/>
          </a:p>
        </p:txBody>
      </p:sp>
      <p:sp>
        <p:nvSpPr>
          <p:cNvPr id="1159" name="Google Shape;1159;p132"/>
          <p:cNvSpPr txBox="1"/>
          <p:nvPr>
            <p:ph idx="2" type="subTitle"/>
          </p:nvPr>
        </p:nvSpPr>
        <p:spPr>
          <a:xfrm>
            <a:off x="367600" y="2908500"/>
            <a:ext cx="2339100" cy="19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7.8+ Million Subscribers!</a:t>
            </a:r>
            <a:endParaRPr sz="1300"/>
          </a:p>
        </p:txBody>
      </p:sp>
      <p:sp>
        <p:nvSpPr>
          <p:cNvPr id="1160" name="Google Shape;1160;p132"/>
          <p:cNvSpPr txBox="1"/>
          <p:nvPr>
            <p:ph idx="3" type="subTitle"/>
          </p:nvPr>
        </p:nvSpPr>
        <p:spPr>
          <a:xfrm>
            <a:off x="3407063" y="1299700"/>
            <a:ext cx="2339100" cy="19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~4500 Employees</a:t>
            </a:r>
            <a:endParaRPr sz="1300"/>
          </a:p>
        </p:txBody>
      </p:sp>
      <p:sp>
        <p:nvSpPr>
          <p:cNvPr id="1161" name="Google Shape;1161;p132"/>
          <p:cNvSpPr txBox="1"/>
          <p:nvPr>
            <p:ph idx="4" type="subTitle"/>
          </p:nvPr>
        </p:nvSpPr>
        <p:spPr>
          <a:xfrm>
            <a:off x="3407063" y="2908500"/>
            <a:ext cx="2339100" cy="19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We move a lot of data</a:t>
            </a:r>
            <a:endParaRPr sz="1300"/>
          </a:p>
        </p:txBody>
      </p:sp>
      <p:sp>
        <p:nvSpPr>
          <p:cNvPr id="1162" name="Google Shape;1162;p132"/>
          <p:cNvSpPr txBox="1"/>
          <p:nvPr>
            <p:ph idx="5" type="subTitle"/>
          </p:nvPr>
        </p:nvSpPr>
        <p:spPr>
          <a:xfrm>
            <a:off x="6446525" y="1299700"/>
            <a:ext cx="2339100" cy="19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31 Foreign Bureaus</a:t>
            </a:r>
            <a:endParaRPr sz="1300"/>
          </a:p>
        </p:txBody>
      </p:sp>
      <p:sp>
        <p:nvSpPr>
          <p:cNvPr id="1163" name="Google Shape;1163;p132"/>
          <p:cNvSpPr txBox="1"/>
          <p:nvPr>
            <p:ph idx="6" type="subTitle"/>
          </p:nvPr>
        </p:nvSpPr>
        <p:spPr>
          <a:xfrm>
            <a:off x="6446525" y="2908500"/>
            <a:ext cx="2339100" cy="19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And we’re growing!</a:t>
            </a:r>
            <a:endParaRPr sz="1300"/>
          </a:p>
        </p:txBody>
      </p:sp>
      <p:sp>
        <p:nvSpPr>
          <p:cNvPr id="1164" name="Google Shape;1164;p132"/>
          <p:cNvSpPr txBox="1"/>
          <p:nvPr>
            <p:ph idx="7" type="subTitle"/>
          </p:nvPr>
        </p:nvSpPr>
        <p:spPr>
          <a:xfrm>
            <a:off x="367600" y="1571800"/>
            <a:ext cx="2339100" cy="9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Just imagine the technical debt! But also the history!</a:t>
            </a:r>
            <a:endParaRPr sz="1700"/>
          </a:p>
        </p:txBody>
      </p:sp>
      <p:sp>
        <p:nvSpPr>
          <p:cNvPr id="1165" name="Google Shape;1165;p132"/>
          <p:cNvSpPr txBox="1"/>
          <p:nvPr>
            <p:ph idx="8" type="subTitle"/>
          </p:nvPr>
        </p:nvSpPr>
        <p:spPr>
          <a:xfrm>
            <a:off x="3407063" y="1571800"/>
            <a:ext cx="2339100" cy="9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Reporters! Printers! Admins! Developers!</a:t>
            </a:r>
            <a:br>
              <a:rPr lang="en" sz="1700"/>
            </a:br>
            <a:r>
              <a:rPr lang="en" sz="1700"/>
              <a:t>1700+ Reporters! </a:t>
            </a:r>
            <a:br>
              <a:rPr lang="en" sz="1700"/>
            </a:br>
            <a:r>
              <a:rPr lang="en" sz="1700"/>
              <a:t>200 overseas!</a:t>
            </a:r>
            <a:br>
              <a:rPr lang="en" sz="1700"/>
            </a:br>
            <a:r>
              <a:rPr lang="en" sz="1700"/>
              <a:t>500+ developers!</a:t>
            </a:r>
            <a:endParaRPr sz="1700"/>
          </a:p>
        </p:txBody>
      </p:sp>
      <p:sp>
        <p:nvSpPr>
          <p:cNvPr id="1166" name="Google Shape;1166;p132"/>
          <p:cNvSpPr txBox="1"/>
          <p:nvPr>
            <p:ph idx="9" type="subTitle"/>
          </p:nvPr>
        </p:nvSpPr>
        <p:spPr>
          <a:xfrm>
            <a:off x="6446525" y="1571800"/>
            <a:ext cx="2339100" cy="9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Sixteen national </a:t>
            </a:r>
            <a:r>
              <a:rPr lang="en" sz="1700"/>
              <a:t>bureaus</a:t>
            </a:r>
            <a:r>
              <a:rPr lang="en" sz="1700"/>
              <a:t>, plus offices, and other </a:t>
            </a:r>
            <a:r>
              <a:rPr lang="en" sz="1700"/>
              <a:t>facilities</a:t>
            </a:r>
            <a:r>
              <a:rPr lang="en" sz="1700"/>
              <a:t>...oh yeah and work from home!</a:t>
            </a:r>
            <a:endParaRPr sz="1700"/>
          </a:p>
        </p:txBody>
      </p:sp>
      <p:sp>
        <p:nvSpPr>
          <p:cNvPr id="1167" name="Google Shape;1167;p132"/>
          <p:cNvSpPr txBox="1"/>
          <p:nvPr>
            <p:ph idx="13" type="subTitle"/>
          </p:nvPr>
        </p:nvSpPr>
        <p:spPr>
          <a:xfrm>
            <a:off x="367600" y="3180600"/>
            <a:ext cx="2339100" cy="13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That’s a lot of subscribers! </a:t>
            </a:r>
            <a:br>
              <a:rPr lang="en" sz="1700"/>
            </a:br>
            <a:r>
              <a:rPr lang="en" sz="1700"/>
              <a:t>100+ Million </a:t>
            </a:r>
            <a:r>
              <a:rPr lang="en" sz="1700"/>
              <a:t>registered</a:t>
            </a:r>
            <a:r>
              <a:rPr lang="en" sz="1700"/>
              <a:t> users!</a:t>
            </a:r>
            <a:br>
              <a:rPr lang="en" sz="1700"/>
            </a:br>
            <a:r>
              <a:rPr lang="en" sz="1700"/>
              <a:t>Avg weekly audience of 76 million.</a:t>
            </a:r>
            <a:endParaRPr sz="1700"/>
          </a:p>
        </p:txBody>
      </p:sp>
      <p:sp>
        <p:nvSpPr>
          <p:cNvPr id="1168" name="Google Shape;1168;p132"/>
          <p:cNvSpPr txBox="1"/>
          <p:nvPr>
            <p:ph idx="14" type="subTitle"/>
          </p:nvPr>
        </p:nvSpPr>
        <p:spPr>
          <a:xfrm>
            <a:off x="3407063" y="3180600"/>
            <a:ext cx="2339100" cy="9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150+ </a:t>
            </a:r>
            <a:r>
              <a:rPr lang="en" sz="1700"/>
              <a:t>journalism</a:t>
            </a:r>
            <a:r>
              <a:rPr lang="en" sz="1700"/>
              <a:t> pieces a day, also podcasts, and TV sh</a:t>
            </a:r>
            <a:r>
              <a:rPr lang="en" sz="1700"/>
              <a:t>o</a:t>
            </a:r>
            <a:r>
              <a:rPr lang="en" sz="1700"/>
              <a:t>ws.</a:t>
            </a:r>
            <a:endParaRPr sz="1700"/>
          </a:p>
        </p:txBody>
      </p:sp>
      <p:sp>
        <p:nvSpPr>
          <p:cNvPr id="1169" name="Google Shape;1169;p132"/>
          <p:cNvSpPr txBox="1"/>
          <p:nvPr>
            <p:ph idx="15" type="subTitle"/>
          </p:nvPr>
        </p:nvSpPr>
        <p:spPr>
          <a:xfrm>
            <a:off x="6446525" y="3180600"/>
            <a:ext cx="2339100" cy="9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See that </a:t>
            </a:r>
            <a:r>
              <a:rPr b="1" lang="en" sz="1700">
                <a:latin typeface="Libre Franklin"/>
                <a:ea typeface="Libre Franklin"/>
                <a:cs typeface="Libre Franklin"/>
                <a:sym typeface="Libre Franklin"/>
              </a:rPr>
              <a:t>+</a:t>
            </a:r>
            <a:r>
              <a:rPr lang="en" sz="1700"/>
              <a:t> sign it’s there for a reason. </a:t>
            </a:r>
            <a:endParaRPr sz="1700"/>
          </a:p>
        </p:txBody>
      </p:sp>
      <p:sp>
        <p:nvSpPr>
          <p:cNvPr id="1170" name="Google Shape;1170;p132"/>
          <p:cNvSpPr txBox="1"/>
          <p:nvPr>
            <p:ph idx="16" type="subTitle"/>
          </p:nvPr>
        </p:nvSpPr>
        <p:spPr>
          <a:xfrm>
            <a:off x="365075" y="541000"/>
            <a:ext cx="8139900" cy="55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The New York Times by the Numbers.</a:t>
            </a:r>
            <a:endParaRPr sz="3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1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Not </a:t>
            </a:r>
            <a:r>
              <a:rPr lang="en" sz="3200"/>
              <a:t>I, we.</a:t>
            </a:r>
            <a:endParaRPr sz="3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176" name="Google Shape;1176;p1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Infosec team, which is includes</a:t>
            </a:r>
            <a:br>
              <a:rPr lang="en" sz="1900"/>
            </a:br>
            <a:r>
              <a:rPr lang="en" sz="1900"/>
              <a:t>Security Operations, Intelligence, Education, AppSec, Secure Architecture, Incident Response, Continuity, plus our Risk and Compliance team. 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Physical Security Teams both </a:t>
            </a:r>
            <a:r>
              <a:rPr lang="en" sz="1900"/>
              <a:t>N</a:t>
            </a:r>
            <a:r>
              <a:rPr lang="en" sz="19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ational</a:t>
            </a:r>
            <a:r>
              <a:rPr lang="en" sz="19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and </a:t>
            </a:r>
            <a:r>
              <a:rPr lang="en" sz="1900"/>
              <a:t>I</a:t>
            </a:r>
            <a:r>
              <a:rPr lang="en" sz="19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nternational</a:t>
            </a:r>
            <a:r>
              <a:rPr lang="en" sz="1900"/>
              <a:t>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Threat Response Team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Libre Franklin"/>
              <a:buChar char="●"/>
            </a:pPr>
            <a:r>
              <a:rPr lang="en" sz="1900"/>
              <a:t>System Admins, End User Support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Libre Franklin"/>
              <a:buChar char="●"/>
            </a:pPr>
            <a:r>
              <a:rPr lang="en" sz="1900"/>
              <a:t>Editors, Support Staff  and Journalist.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Libre Franklin"/>
              <a:buChar char="●"/>
            </a:pPr>
            <a:r>
              <a:rPr lang="en" sz="19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And all the people that came before us.</a:t>
            </a:r>
            <a:endParaRPr sz="19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1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Journalist Security for Hackers</a:t>
            </a:r>
            <a:endParaRPr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1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Threats to Journalist</a:t>
            </a:r>
            <a:endParaRPr sz="3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187" name="Google Shape;1187;p135"/>
          <p:cNvCxnSpPr/>
          <p:nvPr/>
        </p:nvCxnSpPr>
        <p:spPr>
          <a:xfrm>
            <a:off x="364650" y="1633025"/>
            <a:ext cx="84147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88" name="Google Shape;1188;p135"/>
          <p:cNvSpPr txBox="1"/>
          <p:nvPr/>
        </p:nvSpPr>
        <p:spPr>
          <a:xfrm>
            <a:off x="8061050" y="1283625"/>
            <a:ext cx="13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189" name="Google Shape;1189;p135"/>
          <p:cNvSpPr txBox="1"/>
          <p:nvPr/>
        </p:nvSpPr>
        <p:spPr>
          <a:xfrm rot="5400000">
            <a:off x="911450" y="2887325"/>
            <a:ext cx="275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Self </a:t>
            </a:r>
            <a:r>
              <a:rPr lang="en" sz="2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Censoring</a:t>
            </a:r>
            <a:endParaRPr sz="2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190" name="Google Shape;1190;p135"/>
          <p:cNvSpPr txBox="1"/>
          <p:nvPr/>
        </p:nvSpPr>
        <p:spPr>
          <a:xfrm rot="5400000">
            <a:off x="-307500" y="2386350"/>
            <a:ext cx="192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Murder</a:t>
            </a:r>
            <a:endParaRPr sz="2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191" name="Google Shape;1191;p135"/>
          <p:cNvSpPr txBox="1"/>
          <p:nvPr/>
        </p:nvSpPr>
        <p:spPr>
          <a:xfrm rot="5400000">
            <a:off x="509224" y="2373275"/>
            <a:ext cx="19263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Harassment</a:t>
            </a:r>
            <a:endParaRPr sz="2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192" name="Google Shape;1192;p135"/>
          <p:cNvSpPr txBox="1"/>
          <p:nvPr/>
        </p:nvSpPr>
        <p:spPr>
          <a:xfrm rot="5400000">
            <a:off x="2044760" y="2472275"/>
            <a:ext cx="192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Hacking</a:t>
            </a:r>
            <a:endParaRPr sz="2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193" name="Google Shape;1193;p135"/>
          <p:cNvSpPr txBox="1"/>
          <p:nvPr/>
        </p:nvSpPr>
        <p:spPr>
          <a:xfrm rot="5400000">
            <a:off x="2390875" y="2996825"/>
            <a:ext cx="297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Political Pressure</a:t>
            </a:r>
            <a:endParaRPr sz="2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194" name="Google Shape;1194;p135"/>
          <p:cNvSpPr txBox="1"/>
          <p:nvPr/>
        </p:nvSpPr>
        <p:spPr>
          <a:xfrm rot="5400000">
            <a:off x="4580570" y="2472275"/>
            <a:ext cx="192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Deportation</a:t>
            </a:r>
            <a:endParaRPr sz="2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195" name="Google Shape;1195;p135"/>
          <p:cNvSpPr txBox="1"/>
          <p:nvPr/>
        </p:nvSpPr>
        <p:spPr>
          <a:xfrm rot="5400000">
            <a:off x="6223275" y="3066575"/>
            <a:ext cx="3095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Reputation Attacks</a:t>
            </a:r>
            <a:endParaRPr sz="2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196" name="Google Shape;1196;p135"/>
          <p:cNvSpPr txBox="1"/>
          <p:nvPr/>
        </p:nvSpPr>
        <p:spPr>
          <a:xfrm rot="5400000">
            <a:off x="5864710" y="2472275"/>
            <a:ext cx="192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Censorship</a:t>
            </a:r>
            <a:endParaRPr sz="2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197" name="Google Shape;1197;p135"/>
          <p:cNvSpPr txBox="1"/>
          <p:nvPr/>
        </p:nvSpPr>
        <p:spPr>
          <a:xfrm rot="5400000">
            <a:off x="3469150" y="2865425"/>
            <a:ext cx="27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Denied Access</a:t>
            </a:r>
            <a:endParaRPr sz="2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198" name="Google Shape;1198;p135"/>
          <p:cNvSpPr txBox="1"/>
          <p:nvPr/>
        </p:nvSpPr>
        <p:spPr>
          <a:xfrm rot="5400000">
            <a:off x="5298840" y="2472275"/>
            <a:ext cx="192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Ad Pressure</a:t>
            </a:r>
            <a:endParaRPr sz="2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199" name="Google Shape;1199;p135"/>
          <p:cNvSpPr txBox="1"/>
          <p:nvPr/>
        </p:nvSpPr>
        <p:spPr>
          <a:xfrm rot="5400000">
            <a:off x="7090800" y="2898125"/>
            <a:ext cx="277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Litigation/Lawfare</a:t>
            </a:r>
            <a:endParaRPr sz="2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00" name="Google Shape;1200;p135"/>
          <p:cNvSpPr/>
          <p:nvPr/>
        </p:nvSpPr>
        <p:spPr>
          <a:xfrm>
            <a:off x="569900" y="1563950"/>
            <a:ext cx="126600" cy="1263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135"/>
          <p:cNvSpPr/>
          <p:nvPr/>
        </p:nvSpPr>
        <p:spPr>
          <a:xfrm>
            <a:off x="1408100" y="1563950"/>
            <a:ext cx="126600" cy="1263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135"/>
          <p:cNvSpPr/>
          <p:nvPr/>
        </p:nvSpPr>
        <p:spPr>
          <a:xfrm>
            <a:off x="2170100" y="1563950"/>
            <a:ext cx="126600" cy="1263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135"/>
          <p:cNvSpPr/>
          <p:nvPr/>
        </p:nvSpPr>
        <p:spPr>
          <a:xfrm>
            <a:off x="2855900" y="1563950"/>
            <a:ext cx="126600" cy="1263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135"/>
          <p:cNvSpPr/>
          <p:nvPr/>
        </p:nvSpPr>
        <p:spPr>
          <a:xfrm>
            <a:off x="3770300" y="1563950"/>
            <a:ext cx="126600" cy="1263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135"/>
          <p:cNvSpPr/>
          <p:nvPr/>
        </p:nvSpPr>
        <p:spPr>
          <a:xfrm>
            <a:off x="4684700" y="1563950"/>
            <a:ext cx="126600" cy="1263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135"/>
          <p:cNvSpPr/>
          <p:nvPr/>
        </p:nvSpPr>
        <p:spPr>
          <a:xfrm>
            <a:off x="5424813" y="1563950"/>
            <a:ext cx="126600" cy="1263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135"/>
          <p:cNvSpPr/>
          <p:nvPr/>
        </p:nvSpPr>
        <p:spPr>
          <a:xfrm>
            <a:off x="6132500" y="1563950"/>
            <a:ext cx="126600" cy="1263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135"/>
          <p:cNvSpPr/>
          <p:nvPr/>
        </p:nvSpPr>
        <p:spPr>
          <a:xfrm>
            <a:off x="6665900" y="1563950"/>
            <a:ext cx="126600" cy="1263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135"/>
          <p:cNvSpPr/>
          <p:nvPr/>
        </p:nvSpPr>
        <p:spPr>
          <a:xfrm>
            <a:off x="7656500" y="1563950"/>
            <a:ext cx="126600" cy="1263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0" name="Google Shape;1210;p135"/>
          <p:cNvSpPr/>
          <p:nvPr/>
        </p:nvSpPr>
        <p:spPr>
          <a:xfrm>
            <a:off x="8342300" y="1563950"/>
            <a:ext cx="126600" cy="1263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136"/>
          <p:cNvSpPr txBox="1"/>
          <p:nvPr>
            <p:ph idx="1" type="subTitle"/>
          </p:nvPr>
        </p:nvSpPr>
        <p:spPr>
          <a:xfrm>
            <a:off x="373275" y="1496250"/>
            <a:ext cx="2333400" cy="19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Physical</a:t>
            </a:r>
            <a:r>
              <a:rPr lang="en" sz="1700">
                <a:solidFill>
                  <a:schemeClr val="lt1"/>
                </a:solidFill>
              </a:rPr>
              <a:t> Security</a:t>
            </a:r>
            <a:endParaRPr sz="1700"/>
          </a:p>
        </p:txBody>
      </p:sp>
      <p:sp>
        <p:nvSpPr>
          <p:cNvPr id="1216" name="Google Shape;1216;p136"/>
          <p:cNvSpPr txBox="1"/>
          <p:nvPr>
            <p:ph idx="2" type="subTitle"/>
          </p:nvPr>
        </p:nvSpPr>
        <p:spPr>
          <a:xfrm>
            <a:off x="3419925" y="1496250"/>
            <a:ext cx="2333400" cy="19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</a:rPr>
              <a:t>Information</a:t>
            </a:r>
            <a:r>
              <a:rPr lang="en" sz="1700">
                <a:solidFill>
                  <a:schemeClr val="lt1"/>
                </a:solidFill>
              </a:rPr>
              <a:t> </a:t>
            </a:r>
            <a:r>
              <a:rPr lang="en" sz="1700">
                <a:solidFill>
                  <a:schemeClr val="lt1"/>
                </a:solidFill>
              </a:rPr>
              <a:t>Security</a:t>
            </a:r>
            <a:endParaRPr sz="1700">
              <a:solidFill>
                <a:schemeClr val="lt1"/>
              </a:solidFill>
            </a:endParaRPr>
          </a:p>
        </p:txBody>
      </p:sp>
      <p:sp>
        <p:nvSpPr>
          <p:cNvPr id="1217" name="Google Shape;1217;p136"/>
          <p:cNvSpPr txBox="1"/>
          <p:nvPr>
            <p:ph idx="3" type="subTitle"/>
          </p:nvPr>
        </p:nvSpPr>
        <p:spPr>
          <a:xfrm>
            <a:off x="6466600" y="1520050"/>
            <a:ext cx="2333400" cy="19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lt1"/>
                </a:solidFill>
              </a:rPr>
              <a:t>Psycho-</a:t>
            </a:r>
            <a:r>
              <a:rPr lang="en" sz="1700">
                <a:solidFill>
                  <a:schemeClr val="lt1"/>
                </a:solidFill>
              </a:rPr>
              <a:t> Social </a:t>
            </a:r>
            <a:r>
              <a:rPr lang="en" sz="1700">
                <a:solidFill>
                  <a:schemeClr val="lt1"/>
                </a:solidFill>
              </a:rPr>
              <a:t>Security</a:t>
            </a:r>
            <a:endParaRPr sz="1700">
              <a:solidFill>
                <a:schemeClr val="lt1"/>
              </a:solidFill>
            </a:endParaRPr>
          </a:p>
        </p:txBody>
      </p:sp>
      <p:sp>
        <p:nvSpPr>
          <p:cNvPr id="1218" name="Google Shape;1218;p136"/>
          <p:cNvSpPr txBox="1"/>
          <p:nvPr>
            <p:ph idx="4" type="subTitle"/>
          </p:nvPr>
        </p:nvSpPr>
        <p:spPr>
          <a:xfrm>
            <a:off x="373275" y="2020750"/>
            <a:ext cx="2333400" cy="149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Now more than ever the physical </a:t>
            </a:r>
            <a:r>
              <a:rPr lang="en" sz="2100"/>
              <a:t>security</a:t>
            </a:r>
            <a:r>
              <a:rPr lang="en" sz="2100"/>
              <a:t> concerns of journalist have increased.</a:t>
            </a:r>
            <a:endParaRPr sz="2100"/>
          </a:p>
        </p:txBody>
      </p:sp>
      <p:sp>
        <p:nvSpPr>
          <p:cNvPr id="1219" name="Google Shape;1219;p136"/>
          <p:cNvSpPr txBox="1"/>
          <p:nvPr>
            <p:ph idx="5" type="subTitle"/>
          </p:nvPr>
        </p:nvSpPr>
        <p:spPr>
          <a:xfrm>
            <a:off x="3419925" y="2020750"/>
            <a:ext cx="2333400" cy="149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Cyber security concerns have also increased, as technology plays a bigger and a bigger role.</a:t>
            </a:r>
            <a:endParaRPr sz="2000"/>
          </a:p>
        </p:txBody>
      </p:sp>
      <p:sp>
        <p:nvSpPr>
          <p:cNvPr id="1220" name="Google Shape;1220;p136"/>
          <p:cNvSpPr txBox="1"/>
          <p:nvPr>
            <p:ph idx="6" type="subTitle"/>
          </p:nvPr>
        </p:nvSpPr>
        <p:spPr>
          <a:xfrm>
            <a:off x="6466625" y="2020750"/>
            <a:ext cx="2333400" cy="149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This is an increasing recognition that the day to day stresses on journalist have possible negative outcomes.</a:t>
            </a:r>
            <a:endParaRPr sz="2100"/>
          </a:p>
        </p:txBody>
      </p:sp>
      <p:sp>
        <p:nvSpPr>
          <p:cNvPr id="1221" name="Google Shape;1221;p136"/>
          <p:cNvSpPr txBox="1"/>
          <p:nvPr>
            <p:ph idx="7" type="subTitle"/>
          </p:nvPr>
        </p:nvSpPr>
        <p:spPr>
          <a:xfrm>
            <a:off x="365075" y="869275"/>
            <a:ext cx="7542000" cy="5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Journalist security concerns</a:t>
            </a:r>
            <a:endParaRPr/>
          </a:p>
        </p:txBody>
      </p:sp>
      <p:sp>
        <p:nvSpPr>
          <p:cNvPr id="1222" name="Google Shape;1222;p136"/>
          <p:cNvSpPr txBox="1"/>
          <p:nvPr>
            <p:ph idx="8" type="subTitle"/>
          </p:nvPr>
        </p:nvSpPr>
        <p:spPr>
          <a:xfrm>
            <a:off x="365075" y="238000"/>
            <a:ext cx="2514600" cy="30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1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Threats to Journalist</a:t>
            </a:r>
            <a:endParaRPr sz="3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228" name="Google Shape;1228;p137"/>
          <p:cNvCxnSpPr/>
          <p:nvPr/>
        </p:nvCxnSpPr>
        <p:spPr>
          <a:xfrm>
            <a:off x="364650" y="1633025"/>
            <a:ext cx="84147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29" name="Google Shape;1229;p137"/>
          <p:cNvSpPr txBox="1"/>
          <p:nvPr/>
        </p:nvSpPr>
        <p:spPr>
          <a:xfrm>
            <a:off x="8061050" y="1283625"/>
            <a:ext cx="13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30" name="Google Shape;1230;p137"/>
          <p:cNvSpPr txBox="1"/>
          <p:nvPr/>
        </p:nvSpPr>
        <p:spPr>
          <a:xfrm rot="5400000">
            <a:off x="911450" y="2887325"/>
            <a:ext cx="275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Self Censoring</a:t>
            </a:r>
            <a:endParaRPr b="1" sz="2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31" name="Google Shape;1231;p137"/>
          <p:cNvSpPr txBox="1"/>
          <p:nvPr/>
        </p:nvSpPr>
        <p:spPr>
          <a:xfrm rot="5400000">
            <a:off x="-307500" y="2386350"/>
            <a:ext cx="192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Murder</a:t>
            </a:r>
            <a:endParaRPr sz="2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32" name="Google Shape;1232;p137"/>
          <p:cNvSpPr txBox="1"/>
          <p:nvPr/>
        </p:nvSpPr>
        <p:spPr>
          <a:xfrm rot="5400000">
            <a:off x="509224" y="2373275"/>
            <a:ext cx="19263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Harassment</a:t>
            </a:r>
            <a:endParaRPr b="1" sz="2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33" name="Google Shape;1233;p137"/>
          <p:cNvSpPr txBox="1"/>
          <p:nvPr/>
        </p:nvSpPr>
        <p:spPr>
          <a:xfrm rot="5400000">
            <a:off x="2044760" y="2472275"/>
            <a:ext cx="192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Hacking</a:t>
            </a:r>
            <a:endParaRPr b="1" sz="2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34" name="Google Shape;1234;p137"/>
          <p:cNvSpPr txBox="1"/>
          <p:nvPr/>
        </p:nvSpPr>
        <p:spPr>
          <a:xfrm rot="5400000">
            <a:off x="2390875" y="2996825"/>
            <a:ext cx="297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Political Pressure</a:t>
            </a:r>
            <a:endParaRPr sz="2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35" name="Google Shape;1235;p137"/>
          <p:cNvSpPr txBox="1"/>
          <p:nvPr/>
        </p:nvSpPr>
        <p:spPr>
          <a:xfrm rot="5400000">
            <a:off x="4580570" y="2472275"/>
            <a:ext cx="192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Deportation</a:t>
            </a:r>
            <a:endParaRPr sz="2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36" name="Google Shape;1236;p137"/>
          <p:cNvSpPr txBox="1"/>
          <p:nvPr/>
        </p:nvSpPr>
        <p:spPr>
          <a:xfrm rot="5400000">
            <a:off x="6223275" y="3066575"/>
            <a:ext cx="3095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Reputation Attacks</a:t>
            </a:r>
            <a:endParaRPr sz="2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37" name="Google Shape;1237;p137"/>
          <p:cNvSpPr txBox="1"/>
          <p:nvPr/>
        </p:nvSpPr>
        <p:spPr>
          <a:xfrm rot="5400000">
            <a:off x="5864710" y="2472275"/>
            <a:ext cx="192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Censorship</a:t>
            </a:r>
            <a:endParaRPr b="1" sz="2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38" name="Google Shape;1238;p137"/>
          <p:cNvSpPr txBox="1"/>
          <p:nvPr/>
        </p:nvSpPr>
        <p:spPr>
          <a:xfrm rot="5400000">
            <a:off x="3469150" y="2865425"/>
            <a:ext cx="27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Denied Access</a:t>
            </a:r>
            <a:endParaRPr sz="2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39" name="Google Shape;1239;p137"/>
          <p:cNvSpPr txBox="1"/>
          <p:nvPr/>
        </p:nvSpPr>
        <p:spPr>
          <a:xfrm rot="5400000">
            <a:off x="5298840" y="2472275"/>
            <a:ext cx="192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Ad Pressure</a:t>
            </a:r>
            <a:endParaRPr b="1" sz="2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40" name="Google Shape;1240;p137"/>
          <p:cNvSpPr txBox="1"/>
          <p:nvPr/>
        </p:nvSpPr>
        <p:spPr>
          <a:xfrm rot="5400000">
            <a:off x="7090800" y="2898125"/>
            <a:ext cx="277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Litigation/Lawfare</a:t>
            </a:r>
            <a:endParaRPr sz="2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41" name="Google Shape;1241;p137"/>
          <p:cNvSpPr/>
          <p:nvPr/>
        </p:nvSpPr>
        <p:spPr>
          <a:xfrm>
            <a:off x="569900" y="1563950"/>
            <a:ext cx="126600" cy="1263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137"/>
          <p:cNvSpPr/>
          <p:nvPr/>
        </p:nvSpPr>
        <p:spPr>
          <a:xfrm>
            <a:off x="1408100" y="1563950"/>
            <a:ext cx="126600" cy="1263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137"/>
          <p:cNvSpPr/>
          <p:nvPr/>
        </p:nvSpPr>
        <p:spPr>
          <a:xfrm>
            <a:off x="2170100" y="1563950"/>
            <a:ext cx="126600" cy="1263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137"/>
          <p:cNvSpPr/>
          <p:nvPr/>
        </p:nvSpPr>
        <p:spPr>
          <a:xfrm>
            <a:off x="2855900" y="1563950"/>
            <a:ext cx="126600" cy="1263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137"/>
          <p:cNvSpPr/>
          <p:nvPr/>
        </p:nvSpPr>
        <p:spPr>
          <a:xfrm>
            <a:off x="3770300" y="1563950"/>
            <a:ext cx="126600" cy="1263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137"/>
          <p:cNvSpPr/>
          <p:nvPr/>
        </p:nvSpPr>
        <p:spPr>
          <a:xfrm>
            <a:off x="4684700" y="1563950"/>
            <a:ext cx="126600" cy="1263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137"/>
          <p:cNvSpPr/>
          <p:nvPr/>
        </p:nvSpPr>
        <p:spPr>
          <a:xfrm>
            <a:off x="5424813" y="1563950"/>
            <a:ext cx="126600" cy="1263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137"/>
          <p:cNvSpPr/>
          <p:nvPr/>
        </p:nvSpPr>
        <p:spPr>
          <a:xfrm>
            <a:off x="6132500" y="1563950"/>
            <a:ext cx="126600" cy="1263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137"/>
          <p:cNvSpPr/>
          <p:nvPr/>
        </p:nvSpPr>
        <p:spPr>
          <a:xfrm>
            <a:off x="6665900" y="1563950"/>
            <a:ext cx="126600" cy="1263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137"/>
          <p:cNvSpPr/>
          <p:nvPr/>
        </p:nvSpPr>
        <p:spPr>
          <a:xfrm>
            <a:off x="7656500" y="1563950"/>
            <a:ext cx="126600" cy="1263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137"/>
          <p:cNvSpPr/>
          <p:nvPr/>
        </p:nvSpPr>
        <p:spPr>
          <a:xfrm>
            <a:off x="8342300" y="1563950"/>
            <a:ext cx="126600" cy="1263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1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Harassment</a:t>
            </a:r>
            <a:endParaRPr sz="3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57" name="Google Shape;1257;p138"/>
          <p:cNvSpPr txBox="1"/>
          <p:nvPr>
            <p:ph idx="1" type="body"/>
          </p:nvPr>
        </p:nvSpPr>
        <p:spPr>
          <a:xfrm>
            <a:off x="311700" y="1152475"/>
            <a:ext cx="3611100" cy="30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A 2019 CPJ study found that </a:t>
            </a:r>
            <a:r>
              <a:rPr lang="en" sz="2300"/>
              <a:t>90% of respondents in the U.S.</a:t>
            </a:r>
            <a:r>
              <a:rPr lang="en" sz="2300"/>
              <a:t> experienced safety issues/threats in the U.S.</a:t>
            </a:r>
            <a:endParaRPr sz="2300"/>
          </a:p>
        </p:txBody>
      </p:sp>
      <p:pic>
        <p:nvPicPr>
          <p:cNvPr id="1258" name="Google Shape;1258;p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2800" y="1304875"/>
            <a:ext cx="4904226" cy="254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1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Harassment and Social Media </a:t>
            </a:r>
            <a:r>
              <a:rPr lang="en" sz="3200"/>
              <a:t>Presence</a:t>
            </a:r>
            <a:endParaRPr sz="3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64" name="Google Shape;1264;p139"/>
          <p:cNvSpPr txBox="1"/>
          <p:nvPr>
            <p:ph idx="1" type="body"/>
          </p:nvPr>
        </p:nvSpPr>
        <p:spPr>
          <a:xfrm>
            <a:off x="311700" y="1152475"/>
            <a:ext cx="3611100" cy="30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Having a strong social media presence for a journalist is a huge career asset.</a:t>
            </a:r>
            <a:endParaRPr sz="2300"/>
          </a:p>
        </p:txBody>
      </p:sp>
      <p:sp>
        <p:nvSpPr>
          <p:cNvPr id="1265" name="Google Shape;1265;p139"/>
          <p:cNvSpPr txBox="1"/>
          <p:nvPr>
            <p:ph idx="1" type="body"/>
          </p:nvPr>
        </p:nvSpPr>
        <p:spPr>
          <a:xfrm>
            <a:off x="4343375" y="1271100"/>
            <a:ext cx="3611100" cy="30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Curating and maintaining this presence is work.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There will be harassment.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Most platforms are woefully unprepared to provide any real support regarding harassment.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Be thoughtful and considerate about what you post.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1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Journalist Security Responsibility</a:t>
            </a:r>
            <a:endParaRPr sz="3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71" name="Google Shape;1271;p1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1272" name="Google Shape;1272;p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5870" y="1152475"/>
            <a:ext cx="5125832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14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Training and Advisement</a:t>
            </a:r>
            <a:endParaRPr sz="55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1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Keep it actionable!</a:t>
            </a:r>
            <a:endParaRPr sz="55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1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</a:t>
            </a:r>
            <a:r>
              <a:rPr lang="en" sz="3200"/>
              <a:t>Five </a:t>
            </a: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Basic</a:t>
            </a:r>
            <a:r>
              <a:rPr lang="en" sz="3200"/>
              <a:t> Practices</a:t>
            </a: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for Jou</a:t>
            </a:r>
            <a:r>
              <a:rPr lang="en" sz="3200"/>
              <a:t>rnalists</a:t>
            </a:r>
            <a:endParaRPr sz="3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88" name="Google Shape;1288;p1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Strong Diverse Passwords</a:t>
            </a:r>
            <a: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→ Password Managers</a:t>
            </a:r>
            <a:b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Second Factor Authentication → Authenticator Apps and Hardware Tokens</a:t>
            </a:r>
            <a:b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VPN → Company and Third Party</a:t>
            </a:r>
            <a:b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Assets → Update Early, Update Often</a:t>
            </a:r>
            <a:b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Secure Messaging → Signal </a:t>
            </a:r>
            <a:endParaRPr sz="2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p1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</a:t>
            </a:r>
            <a:r>
              <a:rPr lang="en" sz="3200"/>
              <a:t>Five </a:t>
            </a: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Basics </a:t>
            </a:r>
            <a:r>
              <a:rPr lang="en" sz="3200"/>
              <a:t>Practices</a:t>
            </a: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for Jou</a:t>
            </a:r>
            <a:r>
              <a:rPr lang="en" sz="3200"/>
              <a:t>rnalists</a:t>
            </a:r>
            <a:endParaRPr sz="3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94" name="Google Shape;1294;p1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Strong Diverse Passwords </a:t>
            </a:r>
            <a: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→ Password Managers</a:t>
            </a:r>
            <a:b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Second Factor Authentication → Authenticator Apps and Hardware Tokens</a:t>
            </a:r>
            <a:b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VPN → Company and Third Party</a:t>
            </a:r>
            <a:b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Assets → Update Early, Update Often</a:t>
            </a:r>
            <a:b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Secure Messaging → Signal </a:t>
            </a:r>
            <a:endParaRPr sz="2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1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</a:t>
            </a:r>
            <a:r>
              <a:rPr lang="en" sz="3200"/>
              <a:t>Five </a:t>
            </a: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Basics </a:t>
            </a:r>
            <a:r>
              <a:rPr lang="en" sz="3200"/>
              <a:t>Practices</a:t>
            </a: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for Jou</a:t>
            </a:r>
            <a:r>
              <a:rPr lang="en" sz="3200"/>
              <a:t>rnalists</a:t>
            </a:r>
            <a:endParaRPr sz="3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300" name="Google Shape;1300;p1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Strong Diverse Passwords → Password Managers</a:t>
            </a:r>
            <a:b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Second Factor Authentication → Authenticator Apps and Hardware Tokens</a:t>
            </a:r>
            <a:b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VPN → Company and Third Party</a:t>
            </a:r>
            <a:b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Assets → Update Early, Update Often</a:t>
            </a:r>
            <a:b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Secure Messaging → Signal </a:t>
            </a:r>
            <a:endParaRPr sz="2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1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</a:t>
            </a:r>
            <a:r>
              <a:rPr lang="en" sz="3200"/>
              <a:t>Five </a:t>
            </a: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Basics </a:t>
            </a:r>
            <a:r>
              <a:rPr lang="en" sz="3200"/>
              <a:t>Practices</a:t>
            </a: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for Jou</a:t>
            </a:r>
            <a:r>
              <a:rPr lang="en" sz="3200"/>
              <a:t>rnalists</a:t>
            </a:r>
            <a:endParaRPr sz="3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306" name="Google Shape;1306;p1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Strong Diverse Passwords → Password Managers</a:t>
            </a:r>
            <a:b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Second Factor Authentication </a:t>
            </a:r>
            <a: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→ Authenticator Apps and Hardware Tokens</a:t>
            </a:r>
            <a:b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VPN → Company and Third Party</a:t>
            </a:r>
            <a:b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Assets → Update Early, Update Often</a:t>
            </a:r>
            <a:b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Secure Messaging → Signal </a:t>
            </a:r>
            <a:endParaRPr sz="2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1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</a:t>
            </a:r>
            <a:r>
              <a:rPr lang="en" sz="3200"/>
              <a:t>Five </a:t>
            </a: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Basics Prac</a:t>
            </a:r>
            <a:r>
              <a:rPr lang="en" sz="3200"/>
              <a:t>tices</a:t>
            </a: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for Jou</a:t>
            </a:r>
            <a:r>
              <a:rPr lang="en" sz="3200"/>
              <a:t>rnalists</a:t>
            </a:r>
            <a:endParaRPr sz="3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312" name="Google Shape;1312;p1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Strong Diverse Passwords → Password Managers</a:t>
            </a:r>
            <a:b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Second Factor Authentication → Authenticator Apps and Hardware Tokens</a:t>
            </a:r>
            <a:b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VPN → Company and Third Party</a:t>
            </a:r>
            <a:b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Assets → Update Early, Update Often</a:t>
            </a:r>
            <a:b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Secure Messaging → Signal </a:t>
            </a:r>
            <a:endParaRPr sz="2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1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</a:t>
            </a:r>
            <a:r>
              <a:rPr lang="en" sz="3200"/>
              <a:t>Five </a:t>
            </a: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Basics </a:t>
            </a:r>
            <a:r>
              <a:rPr lang="en" sz="3200"/>
              <a:t>Practices</a:t>
            </a: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for Jou</a:t>
            </a:r>
            <a:r>
              <a:rPr lang="en" sz="3200"/>
              <a:t>rnalists</a:t>
            </a:r>
            <a:endParaRPr sz="3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318" name="Google Shape;1318;p1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Strong Diverse Passwords → Password Managers</a:t>
            </a:r>
            <a:b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Second Factor Authentication → Authenticator Apps and Hardware Tokens</a:t>
            </a:r>
            <a:b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VPN </a:t>
            </a:r>
            <a: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→ Company and Third Party</a:t>
            </a:r>
            <a:b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Assets → Update Early, Update Often</a:t>
            </a:r>
            <a:b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Secure Messaging → Signal </a:t>
            </a:r>
            <a:endParaRPr sz="2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1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</a:t>
            </a:r>
            <a:r>
              <a:rPr lang="en" sz="3200"/>
              <a:t>Five </a:t>
            </a: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Basics </a:t>
            </a:r>
            <a:r>
              <a:rPr lang="en" sz="3200"/>
              <a:t>Practices</a:t>
            </a: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for Jou</a:t>
            </a:r>
            <a:r>
              <a:rPr lang="en" sz="3200"/>
              <a:t>rnalists</a:t>
            </a:r>
            <a:endParaRPr sz="3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324" name="Google Shape;1324;p1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Strong Diverse Passwords → Password Managers</a:t>
            </a:r>
            <a:b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Second Factor Authentication → Authenticator Apps and Hardware Tokens</a:t>
            </a:r>
            <a:b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VPN → Company and Third Party</a:t>
            </a:r>
            <a:b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Assets → Update Early, Update Often</a:t>
            </a:r>
            <a:b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Secure Messaging → Signal </a:t>
            </a:r>
            <a:endParaRPr sz="2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1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</a:t>
            </a:r>
            <a:r>
              <a:rPr lang="en" sz="3200"/>
              <a:t>Five </a:t>
            </a: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Basics </a:t>
            </a:r>
            <a:r>
              <a:rPr lang="en" sz="3200"/>
              <a:t>Practices</a:t>
            </a: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for Jou</a:t>
            </a:r>
            <a:r>
              <a:rPr lang="en" sz="3200"/>
              <a:t>rnalists</a:t>
            </a:r>
            <a:endParaRPr sz="3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330" name="Google Shape;1330;p1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Strong Diverse Passwords → Password Managers</a:t>
            </a:r>
            <a:b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Second Factor Authentication → Authenticator Apps and Hardware Tokens</a:t>
            </a:r>
            <a:b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VPN → Company and Third Party</a:t>
            </a:r>
            <a:b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Assets </a:t>
            </a:r>
            <a: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→ Update Early, Update Often</a:t>
            </a:r>
            <a:b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Secure Messaging → Signal</a:t>
            </a:r>
            <a: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endParaRPr sz="25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1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</a:t>
            </a:r>
            <a:r>
              <a:rPr lang="en" sz="3200"/>
              <a:t>Five </a:t>
            </a: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Basics </a:t>
            </a:r>
            <a:r>
              <a:rPr lang="en" sz="3200"/>
              <a:t>Practices</a:t>
            </a: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for Jou</a:t>
            </a:r>
            <a:r>
              <a:rPr lang="en" sz="3200"/>
              <a:t>rnalists</a:t>
            </a:r>
            <a:endParaRPr sz="3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336" name="Google Shape;1336;p1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Strong Diverse Passwords → Password Managers</a:t>
            </a:r>
            <a:b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Second Factor Authentication → Authenticator Apps and Hardware Tokens</a:t>
            </a:r>
            <a:b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VPN → Company and Third Party</a:t>
            </a:r>
            <a:b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Assets → Update Early, Update Often</a:t>
            </a:r>
            <a:b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Secure Messaging → Signal </a:t>
            </a:r>
            <a:endParaRPr sz="2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1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</a:t>
            </a:r>
            <a:r>
              <a:rPr lang="en" sz="3200"/>
              <a:t>Five </a:t>
            </a: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Basics </a:t>
            </a:r>
            <a:r>
              <a:rPr lang="en" sz="3200"/>
              <a:t>Practices</a:t>
            </a: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for Jou</a:t>
            </a:r>
            <a:r>
              <a:rPr lang="en" sz="3200"/>
              <a:t>rnalists</a:t>
            </a:r>
            <a:endParaRPr sz="3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342" name="Google Shape;1342;p1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Strong Diverse Passwords → Password Managers</a:t>
            </a:r>
            <a:b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Second Factor Authentication → Authenticator Apps and Hardware Tokens</a:t>
            </a:r>
            <a:b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VPN → Company and Third Party</a:t>
            </a:r>
            <a:b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Assets → Update Early, Update Often </a:t>
            </a:r>
            <a:b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latin typeface="Libre Franklin"/>
                <a:ea typeface="Libre Franklin"/>
                <a:cs typeface="Libre Franklin"/>
                <a:sym typeface="Libre Franklin"/>
              </a:rPr>
              <a:t>Secure Messaging</a:t>
            </a:r>
            <a:r>
              <a:rPr lang="en" sz="25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→ Signal </a:t>
            </a:r>
            <a:endParaRPr sz="25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1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</a:t>
            </a:r>
            <a:r>
              <a:rPr lang="en" sz="3200"/>
              <a:t>Five </a:t>
            </a: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Basics </a:t>
            </a:r>
            <a:r>
              <a:rPr lang="en" sz="3200"/>
              <a:t>Practices</a:t>
            </a:r>
            <a:r>
              <a:rPr lang="en" sz="32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for Jou</a:t>
            </a:r>
            <a:r>
              <a:rPr lang="en" sz="3200"/>
              <a:t>rnalists</a:t>
            </a:r>
            <a:endParaRPr sz="3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348" name="Google Shape;1348;p1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Strong Diverse Passwords → Password Managers</a:t>
            </a:r>
            <a:b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Second Factor Authentication → Authenticator Apps and Hardware Tokens</a:t>
            </a:r>
            <a:b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VPN → Company and Third Party</a:t>
            </a:r>
            <a:b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Assets → Update Early, Update Often</a:t>
            </a:r>
            <a:br>
              <a:rPr lang="en" sz="25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500">
                <a:latin typeface="Libre Franklin"/>
                <a:ea typeface="Libre Franklin"/>
                <a:cs typeface="Libre Franklin"/>
                <a:sym typeface="Libre Franklin"/>
              </a:rPr>
              <a:t>Secure Messaging → Signal </a:t>
            </a:r>
            <a:endParaRPr sz="25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1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The Five Basics Practices for Editors</a:t>
            </a:r>
            <a:endParaRPr/>
          </a:p>
        </p:txBody>
      </p:sp>
      <p:sp>
        <p:nvSpPr>
          <p:cNvPr id="1354" name="Google Shape;1354;p1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Communicate known security risks.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Listen for security concerns.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Connect reporters with support systems.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Have a regular and clear </a:t>
            </a:r>
            <a:r>
              <a:rPr lang="en" sz="2500"/>
              <a:t>cadence of communication.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2500"/>
              <a:t>Be the example.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1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But wait </a:t>
            </a:r>
            <a:r>
              <a:rPr lang="en" sz="3200"/>
              <a:t>there's</a:t>
            </a:r>
            <a:r>
              <a:rPr lang="en" sz="3200"/>
              <a:t> more!</a:t>
            </a:r>
            <a:endParaRPr sz="3200"/>
          </a:p>
        </p:txBody>
      </p:sp>
      <p:sp>
        <p:nvSpPr>
          <p:cNvPr id="1360" name="Google Shape;1360;p1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Gather &amp; Secure handling of source materials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Legal concerns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Tips and SecureDrop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Nation State Actors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Telecommunications</a:t>
            </a:r>
            <a:r>
              <a:rPr lang="en" sz="2400"/>
              <a:t> </a:t>
            </a:r>
            <a:r>
              <a:rPr lang="en" sz="2400"/>
              <a:t>security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Industrial Control Systems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Application Security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Cloud Architecture 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Enterprise Security</a:t>
            </a:r>
            <a:endParaRPr sz="2400"/>
          </a:p>
        </p:txBody>
      </p:sp>
      <p:pic>
        <p:nvPicPr>
          <p:cNvPr id="1361" name="Google Shape;1361;p155"/>
          <p:cNvPicPr preferRelativeResize="0"/>
          <p:nvPr/>
        </p:nvPicPr>
        <p:blipFill rotWithShape="1">
          <a:blip r:embed="rId3">
            <a:alphaModFix/>
          </a:blip>
          <a:srcRect b="-24722" l="-18552" r="-18565" t="-12395"/>
          <a:stretch/>
        </p:blipFill>
        <p:spPr>
          <a:xfrm>
            <a:off x="5895600" y="1715288"/>
            <a:ext cx="2362625" cy="272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1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Hard</a:t>
            </a:r>
            <a:r>
              <a:rPr lang="en" sz="3200"/>
              <a:t> </a:t>
            </a:r>
            <a:r>
              <a:rPr lang="en" sz="3200"/>
              <a:t>Problems</a:t>
            </a:r>
            <a:endParaRPr sz="3200"/>
          </a:p>
        </p:txBody>
      </p:sp>
      <p:sp>
        <p:nvSpPr>
          <p:cNvPr id="1367" name="Google Shape;1367;p1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Consistent</a:t>
            </a:r>
            <a:r>
              <a:rPr lang="en" sz="1700"/>
              <a:t> </a:t>
            </a:r>
            <a:r>
              <a:rPr lang="en" sz="1700"/>
              <a:t>language</a:t>
            </a:r>
            <a:r>
              <a:rPr lang="en" sz="1700"/>
              <a:t> and </a:t>
            </a:r>
            <a:r>
              <a:rPr lang="en" sz="1700"/>
              <a:t>presentation</a:t>
            </a:r>
            <a:r>
              <a:rPr lang="en" sz="1700"/>
              <a:t> of security controls across social media </a:t>
            </a:r>
            <a:r>
              <a:rPr lang="en" sz="1700"/>
              <a:t>platforms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Low resources high bandwidth telecommunications methods 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Wireless Mesh networking for mobile reporting. Think Gotenna/Meshtastic that can send print ready photos or video.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Light weight opt-in mobile device </a:t>
            </a:r>
            <a:r>
              <a:rPr lang="en" sz="1700"/>
              <a:t>management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Remote journalist check in security tools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Tor Network Speed → Run a proper relay or exit node.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Source media sanitization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Better tools for the searching and analysis of large mixed files sets.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External  message handling tools for secure messaging platforms, for when your get 10X messages into your tip line, for Signal/Whatsapp/Telegram...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1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Get Involved?</a:t>
            </a:r>
            <a:endParaRPr sz="3200"/>
          </a:p>
        </p:txBody>
      </p:sp>
      <p:sp>
        <p:nvSpPr>
          <p:cNvPr id="1373" name="Google Shape;1373;p1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Attend the Internet Freedom Festival or </a:t>
            </a:r>
            <a:r>
              <a:rPr lang="en" sz="2300" u="sng">
                <a:hlinkClick r:id="rId3"/>
              </a:rPr>
              <a:t>similar meetups</a:t>
            </a:r>
            <a:r>
              <a:rPr lang="en" sz="2300"/>
              <a:t>!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Looking for work?  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 u="sng">
                <a:hlinkClick r:id="rId4"/>
              </a:rPr>
              <a:t>Digital Rights Job Board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Major and minor news outlets:</a:t>
            </a:r>
            <a:br>
              <a:rPr lang="en" sz="2300"/>
            </a:br>
            <a:r>
              <a:rPr lang="en" sz="2300" u="sng">
                <a:hlinkClick r:id="rId5"/>
              </a:rPr>
              <a:t>Gannett-USAToday</a:t>
            </a:r>
            <a:r>
              <a:rPr lang="en" sz="2300"/>
              <a:t>,</a:t>
            </a:r>
            <a:r>
              <a:rPr lang="en" sz="2300" u="sng">
                <a:hlinkClick r:id="rId6"/>
              </a:rPr>
              <a:t>WAPO,</a:t>
            </a:r>
            <a:r>
              <a:rPr lang="en" sz="2300" u="sng">
                <a:hlinkClick r:id="rId7"/>
              </a:rPr>
              <a:t>WSJ</a:t>
            </a:r>
            <a:r>
              <a:rPr lang="en" sz="2300"/>
              <a:t>,</a:t>
            </a:r>
            <a:r>
              <a:rPr lang="en" sz="2300" u="sng">
                <a:hlinkClick r:id="rId8"/>
              </a:rPr>
              <a:t>NYT,</a:t>
            </a:r>
            <a:r>
              <a:rPr lang="en" sz="2300" u="sng">
                <a:hlinkClick r:id="rId9"/>
              </a:rPr>
              <a:t>Bloomberg</a:t>
            </a:r>
            <a:r>
              <a:rPr lang="en" sz="2300"/>
              <a:t>, </a:t>
            </a:r>
            <a:r>
              <a:rPr lang="en" sz="2300" u="sng">
                <a:hlinkClick r:id="rId10"/>
              </a:rPr>
              <a:t>CNN</a:t>
            </a:r>
            <a:r>
              <a:rPr lang="en" sz="2300"/>
              <a:t>,</a:t>
            </a:r>
            <a:r>
              <a:rPr lang="en" sz="2300" u="sng">
                <a:hlinkClick r:id="rId11"/>
              </a:rPr>
              <a:t>BBC</a:t>
            </a:r>
            <a:r>
              <a:rPr lang="en" sz="2300"/>
              <a:t>,</a:t>
            </a:r>
            <a:r>
              <a:rPr lang="en" sz="2300" u="sng">
                <a:hlinkClick r:id="rId12"/>
              </a:rPr>
              <a:t>Reuters</a:t>
            </a:r>
            <a:r>
              <a:rPr lang="en" sz="2300"/>
              <a:t>, </a:t>
            </a:r>
            <a:r>
              <a:rPr lang="en" sz="2300" u="sng">
                <a:hlinkClick r:id="rId13"/>
              </a:rPr>
              <a:t>AP</a:t>
            </a:r>
            <a:r>
              <a:rPr lang="en" sz="2300"/>
              <a:t>, Or you local news org!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Work with NGO working in this space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 u="sng">
                <a:hlinkClick r:id="rId14"/>
              </a:rPr>
              <a:t>CPJ</a:t>
            </a:r>
            <a:r>
              <a:rPr lang="en" sz="2300"/>
              <a:t>,</a:t>
            </a:r>
            <a:r>
              <a:rPr lang="en" sz="2300" u="sng">
                <a:hlinkClick r:id="rId15"/>
              </a:rPr>
              <a:t>RSF</a:t>
            </a:r>
            <a:r>
              <a:rPr lang="en" sz="2300"/>
              <a:t>,</a:t>
            </a:r>
            <a:r>
              <a:rPr lang="en" sz="2300" u="sng">
                <a:hlinkClick r:id="rId16"/>
              </a:rPr>
              <a:t>IFJ</a:t>
            </a:r>
            <a:r>
              <a:rPr lang="en" sz="2300"/>
              <a:t>,IWMF,</a:t>
            </a:r>
            <a:r>
              <a:rPr lang="en" sz="2300" u="sng">
                <a:hlinkClick r:id="rId17"/>
              </a:rPr>
              <a:t>FPF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1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1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/>
              <a:t>Q&amp;A?</a:t>
            </a:r>
            <a:br>
              <a:rPr lang="en" sz="4900"/>
            </a:br>
            <a:r>
              <a:rPr lang="en" sz="4900"/>
              <a:t>@</a:t>
            </a:r>
            <a:r>
              <a:rPr lang="en" sz="4900"/>
              <a:t>jessekrembs</a:t>
            </a:r>
            <a:endParaRPr sz="49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1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385" name="Google Shape;1385;p1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So let us today drudge on about our inescapably impossible task of providing every week a first rough draft of history that will never really be completed about a world we can never really understand  … </a:t>
            </a:r>
            <a:br>
              <a:rPr lang="en" sz="275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en" sz="275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											Phil Grah</a:t>
            </a:r>
            <a:r>
              <a:rPr lang="en" sz="2750"/>
              <a:t>am</a:t>
            </a:r>
            <a:endParaRPr sz="275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1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160"/>
          <p:cNvSpPr txBox="1"/>
          <p:nvPr>
            <p:ph idx="1" type="body"/>
          </p:nvPr>
        </p:nvSpPr>
        <p:spPr>
          <a:xfrm>
            <a:off x="311700" y="10881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News Vs Opinion</a:t>
            </a:r>
            <a:br>
              <a:rPr lang="en" sz="2300"/>
            </a:br>
            <a:r>
              <a:rPr lang="en" sz="2300"/>
              <a:t>Editorial Vs Op-ed vs commentary vs Letters to the editor</a:t>
            </a:r>
            <a:endParaRPr sz="23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1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Copy</a:t>
            </a:r>
            <a:endParaRPr/>
          </a:p>
        </p:txBody>
      </p:sp>
      <p:sp>
        <p:nvSpPr>
          <p:cNvPr id="1397" name="Google Shape;1397;p1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/>
              <a:t>Title: </a:t>
            </a:r>
            <a:r>
              <a:rPr lang="en" sz="1100"/>
              <a:t>A media security primer for hackers.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1100"/>
            </a:br>
            <a:r>
              <a:rPr b="1" lang="en" sz="1100"/>
              <a:t>Abstract :</a:t>
            </a:r>
            <a:r>
              <a:rPr lang="en" sz="1100"/>
              <a:t>  This talk will cover the unique threats and challenges of working in information security for a news organization. Some best practices for journalists, hard technical problems facing media security, and how hackers can get involved. This talk is  for both hackers and journalists.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/>
              <a:t>Bio:</a:t>
            </a:r>
            <a:r>
              <a:rPr lang="en" sz="1100"/>
              <a:t>  Jesse Krembs is a long term Def Con goon and now a staff information security analyst at The New York Times. He provides security support to journalists, and staff globally. He’s had a variety of jobs over his lifetime, working as a bike messenger, a caterer, a webmaster for a brewery, a wireless engineer, and doing even security work for the phone company. He leads the Def Con 4 X 5K, and climbs rocks for fun.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YT Presentation Templa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